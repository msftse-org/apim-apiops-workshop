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jpeg" ContentType="image/jpeg"/>
  <Default Extension="emf" ContentType="image/x-em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Masters/slideMaster4.xml" ContentType="application/vnd.openxmlformats-officedocument.presentationml.slideMaster+xml"/>
  <Override PartName="/ppt/slideMasters/theme/theme5.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notesMasters/notesMaster1.xml" ContentType="application/vnd.openxmlformats-officedocument.presentationml.notesMaster+xml"/>
  <Override PartName="/ppt/notesMasters/theme/theme6.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73b2bfc1794024" /><Relationship Type="http://schemas.openxmlformats.org/officeDocument/2006/relationships/extended-properties" Target="/docProps/app.xml" Id="R17f5080baa844707" /><Relationship Type="http://schemas.openxmlformats.org/officeDocument/2006/relationships/officeDocument" Target="/ppt/presentation.xml" Id="Ra7c10e2702f24d9d" /></Relationships>
</file>

<file path=ppt/presentation.xml><?xml version="1.0" encoding="utf-8"?>
<p:presentation xmlns:p="http://schemas.openxmlformats.org/presentationml/2006/main">
  <p:sldMasterIdLst>
    <p:sldMasterId xmlns:r="http://schemas.openxmlformats.org/officeDocument/2006/relationships" id="2147483648" r:id="R90280243c0384d2c"/>
    <p:sldMasterId xmlns:r="http://schemas.openxmlformats.org/officeDocument/2006/relationships" id="2147483703" r:id="Rcf7bf6b0ff134e1f"/>
    <p:sldMasterId xmlns:r="http://schemas.openxmlformats.org/officeDocument/2006/relationships" id="2147483720" r:id="Rc0a56f64437d42fe"/>
    <p:sldMasterId xmlns:r="http://schemas.openxmlformats.org/officeDocument/2006/relationships" id="2147483738" r:id="R25ec5b846eac4cb4"/>
  </p:sldMasterIdLst>
  <p:notesMasterIdLst>
    <p:notesMasterId xmlns:r="http://schemas.openxmlformats.org/officeDocument/2006/relationships" r:id="R51165ba1e52048da"/>
  </p:notesMasterIdLst>
  <p:sldIdLst>
    <p:sldId xmlns:r="http://schemas.openxmlformats.org/officeDocument/2006/relationships" id="256" r:id="R9a705f7f73ed422e"/>
    <p:sldId xmlns:r="http://schemas.openxmlformats.org/officeDocument/2006/relationships" id="257" r:id="Re3e06b9139b54f5a"/>
    <p:sldId xmlns:r="http://schemas.openxmlformats.org/officeDocument/2006/relationships" id="258" r:id="Ra113786e31994158"/>
    <p:sldId xmlns:r="http://schemas.openxmlformats.org/officeDocument/2006/relationships" id="259" r:id="R78bc676524a344fb"/>
    <p:sldId xmlns:r="http://schemas.openxmlformats.org/officeDocument/2006/relationships" id="260" r:id="R8a9a32df990b41b0"/>
    <p:sldId xmlns:r="http://schemas.openxmlformats.org/officeDocument/2006/relationships" id="261" r:id="R9f5f23cb9ca94333"/>
    <p:sldId xmlns:r="http://schemas.openxmlformats.org/officeDocument/2006/relationships" id="262" r:id="Rb4a813c173e14784"/>
    <p:sldId xmlns:r="http://schemas.openxmlformats.org/officeDocument/2006/relationships" id="263" r:id="Rd28910575aea4625"/>
    <p:sldId xmlns:r="http://schemas.openxmlformats.org/officeDocument/2006/relationships" id="264" r:id="R5c3a6ce1e3234997"/>
    <p:sldId xmlns:r="http://schemas.openxmlformats.org/officeDocument/2006/relationships" id="265" r:id="R1c07efd876504288"/>
    <p:sldId xmlns:r="http://schemas.openxmlformats.org/officeDocument/2006/relationships" id="266" r:id="R1ab8f14620134977"/>
    <p:sldId xmlns:r="http://schemas.openxmlformats.org/officeDocument/2006/relationships" id="267" r:id="Rc231466b51124dd9"/>
    <p:sldId xmlns:r="http://schemas.openxmlformats.org/officeDocument/2006/relationships" id="268" r:id="Rf2a31f39634b4e9a"/>
    <p:sldId xmlns:r="http://schemas.openxmlformats.org/officeDocument/2006/relationships" id="269" r:id="Rb01c5fde358b4334"/>
    <p:sldId xmlns:r="http://schemas.openxmlformats.org/officeDocument/2006/relationships" id="270" r:id="Rebce13af27aa475f"/>
    <p:sldId xmlns:r="http://schemas.openxmlformats.org/officeDocument/2006/relationships" id="271" r:id="R0ee3e97934b54aca"/>
    <p:sldId xmlns:r="http://schemas.openxmlformats.org/officeDocument/2006/relationships" id="272" r:id="R81b3cd4852ff48ee"/>
    <p:sldId xmlns:r="http://schemas.openxmlformats.org/officeDocument/2006/relationships" id="273" r:id="R589a6d04f55c4224"/>
    <p:sldId xmlns:r="http://schemas.openxmlformats.org/officeDocument/2006/relationships" id="274" r:id="R107b7ae1fb764cf6"/>
    <p:sldId xmlns:r="http://schemas.openxmlformats.org/officeDocument/2006/relationships" id="275" r:id="Re488bfa10f9b4597"/>
  </p:sldIdLst>
  <p:sldSz cx="9144000" cy="51435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authors.xml><?xml version="1.0" encoding="utf-8"?>
<p188:authorLst xmlns:p188="http://schemas.microsoft.com/office/powerpoint/2018/8/main">
  <p188:author id="{E06BBE09-D485-83B7-0C31-C307F960C56F}" name="Shilpa Dabke" userId="S::shdabke@microsoft.com::d753e826-536b-4c09-ae96-b6b01ad8335f" providerId="AD"/>
  <p188:author id="{9FF53511-0BF1-61CA-634F-304D3837BB57}" name="Hanna Kim" initials="HK" userId="S::kimhanna@microsoft.com::c5bc47a8-39bb-4f75-9828-7a444ef017b0" providerId="AD"/>
  <p188:author id="{DC567D15-69EA-7D8B-8CEA-B36732BF40E6}" name="Katelyn Rothney" initials="KR" userId="S::krothney@microsoft.com::957d6278-3e11-4e56-b974-86c79acf98d3" providerId="AD"/>
  <p188:author id="{6AFDEE28-9BCB-2E43-10FC-6A1E073C77FB}" name="Mike Shi" userId="S::peichengshi@microsoft.com::a853a581-371a-47c8-a562-81b0e7bc7046" providerId="AD"/>
  <p188:author id="{4EEC364B-8787-6D63-CA92-B2AEC9BB828F}" name="Leandra Thorne (AQUENT LLC)" userId="S::v-sadathorne@microsoft.com::c1f6535c-5a93-4a1e-8b7a-488bf21ec355" providerId="AD"/>
  <p188:author id="{D6268868-2337-DFE0-1063-8D6655790B7F}" name="Yuliia Romanika (Stinson Communications Inc)" initials="YR" userId="S::v-yuromanika@microsoft.com::b1f6e73f-786b-4bd5-9353-f39e36febfc3" providerId="AD"/>
  <p188:author id="{177F906B-F3D8-4C3A-74CE-BFC06F6A3BF1}" name="Mehrnoosh Sameki (MERS)" initials="MS" userId="S::mesameki@microsoft.com::c23ae4d3-fcbf-4c5d-b863-58fa80b72904" providerId="AD"/>
  <p188:author id="{1F31D88B-B80D-638A-B313-75B81C9A3B66}" name="Sebastian Kohlmeier" initials="SK" userId="S::skohlmeier@microsoft.com::bbc986bb-7602-41b8-9bd9-882f6a90e973" providerId="AD"/>
  <p188:author id="{991514AD-01BB-D3CB-492A-06891EEBD5B6}" name="Maria Naggaga Nakanwagi" initials="MN" userId="S::mnaggaga@microsoft.com::f20a505f-3dd6-4dd5-a9f2-834c97567d31" providerId="AD"/>
  <p188:author id="{81A625D9-5059-414A-9718-4115F1269C65}" name="Emily Eun (Stinson Communications Inc)" initials="EE" userId="S::v-eunemily@microsoft.com::68c89f9b-b16a-4ad7-8d41-163ee91b5ec3" providerId="AD"/>
  <p188:author id="{155FB8E0-F1F1-06E7-59CE-4A807FF89F53}" name="Amy Hatch Ono" initials="AH" userId="S::amono@microsoft.com::3f92122d-dd73-4cc1-a8b9-b9e97904e105" providerId="AD"/>
  <p188:author id="{AD8939E3-E15C-9158-7A5F-A7F8B31C6475}" name="Sarah Bird" userId="S::slbird@microsoft.com::5739ef8f-a338-4149-baef-0e6cf453225f" providerId="AD"/>
  <p188:author id="{E0FE13E5-0DDB-E820-5D7B-39227FA749AC}" name="Caroline Yeh (MURPHY AND ASSOCIATES INC)" initials="CI" userId="S::v-caryeh@microsoft.com::313f0684-ec54-4404-8e35-b97d60dc7bf9" providerId="AD"/>
  <p188:author id="{18E90AEC-9F2A-A59F-7191-EBD8C3B2E5ED}" name="Sandeep Atluri" userId="S::saatluri@microsoft.com::01c2443b-9edd-4f8f-a53c-a5e570dcf821" providerId="AD"/>
  <p188:author id="{CDB791F6-D286-68DD-80BA-030DD6F8D95A}" name="Shravana Mukherjee" userId="S::shmukherjee@microsoft.com::9abff344-238f-4e53-a199-66e19d317fe0" providerId="AD"/>
  <p188:author id="{905EE1FE-1B82-8CF6-515E-03718DD89624}" name="Chang Liu" userId="S::changliu2@microsoft.com::454920c1-00ae-4de6-b516-0b918c08477d" providerId="AD"/>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7447236443143f1" /><Relationship Type="http://schemas.openxmlformats.org/officeDocument/2006/relationships/slideMaster" Target="/ppt/slideMasters/slideMaster1.xml" Id="R90280243c0384d2c" /><Relationship Type="http://schemas.openxmlformats.org/officeDocument/2006/relationships/slideMaster" Target="/ppt/slideMasters/slideMaster2.xml" Id="Rcf7bf6b0ff134e1f" /><Relationship Type="http://schemas.openxmlformats.org/officeDocument/2006/relationships/slideMaster" Target="/ppt/slideMasters/slideMaster3.xml" Id="Rc0a56f64437d42fe" /><Relationship Type="http://schemas.openxmlformats.org/officeDocument/2006/relationships/slideMaster" Target="/ppt/slideMasters/slideMaster4.xml" Id="R25ec5b846eac4cb4" /><Relationship Type="http://schemas.openxmlformats.org/officeDocument/2006/relationships/notesMaster" Target="/ppt/notesMasters/notesMaster1.xml" Id="R51165ba1e52048da" /><Relationship Type="http://schemas.openxmlformats.org/officeDocument/2006/relationships/presProps" Target="/ppt/presProps.xml" Id="R9d2d9ae6af4048e1" /><Relationship Type="http://schemas.openxmlformats.org/officeDocument/2006/relationships/viewProps" Target="/ppt/viewProps.xml" Id="Rd3bbff97820647b4" /><Relationship Type="http://schemas.openxmlformats.org/officeDocument/2006/relationships/tableStyles" Target="/ppt/tableStyles.xml" Id="Ra28e6aa0700f4830" /><Relationship Type="http://schemas.microsoft.com/office/2018/10/relationships/authors" Target="/ppt/authors.xml" Id="Rab4593a8adc74eab" /><Relationship Type="http://schemas.openxmlformats.org/officeDocument/2006/relationships/slide" Target="/ppt/slides/slide1.xml" Id="R9a705f7f73ed422e" /><Relationship Type="http://schemas.openxmlformats.org/officeDocument/2006/relationships/slide" Target="/ppt/slides/slide2.xml" Id="Re3e06b9139b54f5a" /><Relationship Type="http://schemas.openxmlformats.org/officeDocument/2006/relationships/slide" Target="/ppt/slides/slide3.xml" Id="Ra113786e31994158" /><Relationship Type="http://schemas.openxmlformats.org/officeDocument/2006/relationships/slide" Target="/ppt/slides/slide4.xml" Id="R78bc676524a344fb" /><Relationship Type="http://schemas.openxmlformats.org/officeDocument/2006/relationships/slide" Target="/ppt/slides/slide5.xml" Id="R8a9a32df990b41b0" /><Relationship Type="http://schemas.openxmlformats.org/officeDocument/2006/relationships/slide" Target="/ppt/slides/slide6.xml" Id="R9f5f23cb9ca94333" /><Relationship Type="http://schemas.openxmlformats.org/officeDocument/2006/relationships/slide" Target="/ppt/slides/slide7.xml" Id="Rb4a813c173e14784" /><Relationship Type="http://schemas.openxmlformats.org/officeDocument/2006/relationships/slide" Target="/ppt/slides/slide8.xml" Id="Rd28910575aea4625" /><Relationship Type="http://schemas.openxmlformats.org/officeDocument/2006/relationships/slide" Target="/ppt/slides/slide9.xml" Id="R5c3a6ce1e3234997" /><Relationship Type="http://schemas.openxmlformats.org/officeDocument/2006/relationships/slide" Target="/ppt/slides/slide10.xml" Id="R1c07efd876504288" /><Relationship Type="http://schemas.openxmlformats.org/officeDocument/2006/relationships/slide" Target="/ppt/slides/slide11.xml" Id="R1ab8f14620134977" /><Relationship Type="http://schemas.openxmlformats.org/officeDocument/2006/relationships/slide" Target="/ppt/slides/slide12.xml" Id="Rc231466b51124dd9" /><Relationship Type="http://schemas.openxmlformats.org/officeDocument/2006/relationships/slide" Target="/ppt/slides/slide13.xml" Id="Rf2a31f39634b4e9a" /><Relationship Type="http://schemas.openxmlformats.org/officeDocument/2006/relationships/slide" Target="/ppt/slides/slide14.xml" Id="Rb01c5fde358b4334" /><Relationship Type="http://schemas.openxmlformats.org/officeDocument/2006/relationships/slide" Target="/ppt/slides/slide15.xml" Id="Rebce13af27aa475f" /><Relationship Type="http://schemas.openxmlformats.org/officeDocument/2006/relationships/slide" Target="/ppt/slides/slide16.xml" Id="R0ee3e97934b54aca" /><Relationship Type="http://schemas.openxmlformats.org/officeDocument/2006/relationships/slide" Target="/ppt/slides/slide17.xml" Id="R81b3cd4852ff48ee" /><Relationship Type="http://schemas.openxmlformats.org/officeDocument/2006/relationships/slide" Target="/ppt/slides/slide18.xml" Id="R589a6d04f55c4224" /><Relationship Type="http://schemas.openxmlformats.org/officeDocument/2006/relationships/slide" Target="/ppt/slides/slide19.xml" Id="R107b7ae1fb764cf6" /><Relationship Type="http://schemas.openxmlformats.org/officeDocument/2006/relationships/slide" Target="/ppt/slides/slide20.xml" Id="Re488bfa10f9b459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6.xml" Id="R1a18996039924b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Microsoft Ignite 16:9 Template Dark">
  <a:themeElements>
    <a:clrScheme name="Custom 59">
      <a:dk1>
        <a:srgbClr val="000000"/>
      </a:dk1>
      <a:lt1>
        <a:srgbClr val="FFFFFF"/>
      </a:lt1>
      <a:dk2>
        <a:srgbClr val="091F2C"/>
      </a:dk2>
      <a:lt2>
        <a:srgbClr val="E8E6DF"/>
      </a:lt2>
      <a:accent1>
        <a:srgbClr val="8DC8E8"/>
      </a:accent1>
      <a:accent2>
        <a:srgbClr val="C03BC4"/>
      </a:accent2>
      <a:accent3>
        <a:srgbClr val="0078D4"/>
      </a:accent3>
      <a:accent4>
        <a:srgbClr val="D9D9D6"/>
      </a:accent4>
      <a:accent5>
        <a:srgbClr val="C5B4E3"/>
      </a:accent5>
      <a:accent6>
        <a:srgbClr val="E1D3C7"/>
      </a:accent6>
      <a:hlink>
        <a:srgbClr val="8DC8E8"/>
      </a:hlink>
      <a:folHlink>
        <a:srgbClr val="C5B4E3"/>
      </a:folHlink>
    </a:clrScheme>
    <a:fontScheme name="Microsoft 2019 Brand Templates">
      <a:majorFont>
        <a:latin typeface="Segoe UI Semibold"/>
        <a:ea typeface=""/>
        <a:cs typeface=""/>
      </a:majorFont>
      <a:minorFont>
        <a:latin typeface="Segoe UI"/>
        <a:ea typeface=""/>
        <a:cs typeface=""/>
      </a:minorFont>
    </a:fontScheme>
    <a:fmtScheme name="Custom 59">
      <a:fillStyleLst>
        <a:solidFill>
          <a:schemeClr val="phClr"/>
        </a:solidFill>
        <a:solidFill>
          <a:schemeClr val="phClr">
            <a:tint val="65000"/>
          </a:schemeClr>
        </a:solidFill>
        <a:solidFill>
          <a:schemeClr val="phClr">
            <a:shade val="80000"/>
            <a:satMod val="180000"/>
          </a:schemeClr>
        </a:solidFill>
      </a:fillStyleLst>
      <a:lnStyleLst>
        <a:ln w="9525">
          <a:solidFill>
            <a:schemeClr val="phClr"/>
          </a:solidFill>
          <a:prstDash val="solid"/>
        </a:ln>
        <a:ln w="10795">
          <a:solidFill>
            <a:schemeClr val="phClr"/>
          </a:solidFill>
          <a:prstDash val="solid"/>
        </a:ln>
        <a:ln w="17145">
          <a:solidFill>
            <a:schemeClr val="phClr">
              <a:shade val="95000"/>
              <a:satMod val="150000"/>
              <a:alpha val="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e0c7d24eb24304" /><Relationship Type="http://schemas.openxmlformats.org/officeDocument/2006/relationships/notesMaster" Target="/ppt/notesMasters/notesMaster1.xml" Id="Rab3ae66cf863429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18a87e8c9e49e4" /><Relationship Type="http://schemas.openxmlformats.org/officeDocument/2006/relationships/notesMaster" Target="/ppt/notesMasters/notesMaster1.xml" Id="R668439eb709140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6c41e425d74e0b" /><Relationship Type="http://schemas.openxmlformats.org/officeDocument/2006/relationships/notesMaster" Target="/ppt/notesMasters/notesMaster1.xml" Id="R0d4078f8bc1546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9d548a855b4b0d" /><Relationship Type="http://schemas.openxmlformats.org/officeDocument/2006/relationships/notesMaster" Target="/ppt/notesMasters/notesMaster1.xml" Id="Rb01c5ff5b4dc45ce" /></Relationships>
</file>

<file path=ppt/notesSlides/_rels/notesSlide5.xml.rels>&#65279;<?xml version="1.0" encoding="utf-8"?><Relationships xmlns="http://schemas.openxmlformats.org/package/2006/relationships"><Relationship Type="http://schemas.openxmlformats.org/officeDocument/2006/relationships/slide" Target="/ppt/slides/slide5.xml" Id="R1415be930ce440ef" /><Relationship Type="http://schemas.openxmlformats.org/officeDocument/2006/relationships/notesMaster" Target="/ppt/notesMasters/notesMaster1.xml" Id="Rbc80c71db59143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d08cb2dff94ccb" /><Relationship Type="http://schemas.openxmlformats.org/officeDocument/2006/relationships/notesMaster" Target="/ppt/notesMasters/notesMaster1.xml" Id="Rb79fe96d2e13403f" /></Relationships>
</file>

<file path=ppt/notesSlides/_rels/notesSlide7.xml.rels>&#65279;<?xml version="1.0" encoding="utf-8"?><Relationships xmlns="http://schemas.openxmlformats.org/package/2006/relationships"><Relationship Type="http://schemas.openxmlformats.org/officeDocument/2006/relationships/slide" Target="/ppt/slides/slide7.xml" Id="Rc6506fbd42ac4ebb" /><Relationship Type="http://schemas.openxmlformats.org/officeDocument/2006/relationships/notesMaster" Target="/ppt/notesMasters/notesMaster1.xml" Id="R17d2fc13d8ff47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3baca8536e484b" /><Relationship Type="http://schemas.openxmlformats.org/officeDocument/2006/relationships/notesMaster" Target="/ppt/notesMasters/notesMaster1.xml" Id="Ra9a952b7fa2d4d56"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b1b73c0e834032" /><Relationship Type="http://schemas.openxmlformats.org/officeDocument/2006/relationships/notesMaster" Target="/ppt/notesMasters/notesMaster1.xml" Id="R4fb1d8f45ce24c0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07fba7299fc47d0" /><Relationship Type="http://schemas.openxmlformats.org/officeDocument/2006/relationships/notesMaster" Target="/ppt/notesMasters/notesMaster1.xml" Id="R4501d3922510438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978648a020a4af1" /><Relationship Type="http://schemas.openxmlformats.org/officeDocument/2006/relationships/notesMaster" Target="/ppt/notesMasters/notesMaster1.xml" Id="Rdb1cb49b4e42455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0f1ebada2b34f8b" /><Relationship Type="http://schemas.openxmlformats.org/officeDocument/2006/relationships/notesMaster" Target="/ppt/notesMasters/notesMaster1.xml" Id="R605a88a946a542b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1dd01caf3d2420e" /><Relationship Type="http://schemas.openxmlformats.org/officeDocument/2006/relationships/notesMaster" Target="/ppt/notesMasters/notesMaster1.xml" Id="R907e7e4604384fd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854ca695a5a4121" /><Relationship Type="http://schemas.openxmlformats.org/officeDocument/2006/relationships/notesMaster" Target="/ppt/notesMasters/notesMaster1.xml" Id="R0563f41455ff4c7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d95782480d345a5" /><Relationship Type="http://schemas.openxmlformats.org/officeDocument/2006/relationships/notesMaster" Target="/ppt/notesMasters/notesMaster1.xml" Id="R604c988c884e445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50da81c0aa84ee4" /><Relationship Type="http://schemas.openxmlformats.org/officeDocument/2006/relationships/notesMaster" Target="/ppt/notesMasters/notesMaster1.xml" Id="Rd42d28376b2045f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eea15735aa24086" /><Relationship Type="http://schemas.openxmlformats.org/officeDocument/2006/relationships/notesMaster" Target="/ppt/notesMasters/notesMaster1.xml" Id="R8ed61fc388df43e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8d4623728254bc6" /><Relationship Type="http://schemas.openxmlformats.org/officeDocument/2006/relationships/notesMaster" Target="/ppt/notesMasters/notesMaster1.xml" Id="R6f264a58d2b5423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cbbf270f1d84ea4" /><Relationship Type="http://schemas.openxmlformats.org/officeDocument/2006/relationships/notesMaster" Target="/ppt/notesMasters/notesMaster1.xml" Id="R1eaafc05ef3f41e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2fe5cb2f27241c8" /><Relationship Type="http://schemas.openxmlformats.org/officeDocument/2006/relationships/notesMaster" Target="/ppt/notesMasters/notesMaster1.xml" Id="Rb61d1a5500e847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technical presentation. Lab executed 25 October 2026 using Azure/apiops-cli 1.0.5 at commit 129fb326e6878c2bedd45e8ae4ccb8526de688a4. The linked technology is APIOps: API configuration delivery through Git. No AI model or autonomous operations capability was tested.</a:t>
            </a:r>
          </a:p>
          <a:p xmlns:a="http://schemas.openxmlformats.org/drawingml/2006/main">
            <a:r>
              <a:t>Design reference: Microsoft Ignite 16:9 Template Dark, Microsoft 2019 Brand Templates font scheme. Template binary distributed at https://github.com/olohmann/dark-theme-pptx/blob/main/assets/template.pptx . Only the APIOps content is authored for this lab; this is not a Microsoft event session. Azure icons: https://learn.microsoft.com/en-us/azure/architecture/icons/ .</a:t>
            </a:r>
          </a:p>
          <a:p xmlns:a="http://schemas.openxmlformats.org/drawingml/2006/main">
            <a:r>
              <a:t>APIOps is the repository name for API configuration as code. GitHub Copilot prompt files assist configuration. This demo does not test model operations or autonomous incident remediation. CLI version 1.0.5, source commit 129fb326e6878c2bedd45e8ae4ccb8526de688a4.</a:t>
            </a:r>
          </a:p>
          <a:p xmlns:a="http://schemas.openxmlformats.org/drawingml/2006/main">
            <a:r>
              <a:t>Official sources at the tested revision (repository HEAD verified 25 October 2026):</a:t>
            </a:r>
          </a:p>
          <a:p xmlns:a="http://schemas.openxmlformats.org/drawingml/2006/main">
            <a:r>
              <a:t>https://github.com/Azure/apiops-cli/blob/129fb326e6878c2bedd45e8ae4ccb8526de688a4/README.md</a:t>
            </a:r>
          </a:p>
          <a:p xmlns:a="http://schemas.openxmlformats.org/drawingml/2006/main">
            <a:r>
              <a:t>https://github.com/Azure/apiops-cli/blob/129fb326e6878c2bedd45e8ae4ccb8526de688a4/docs/guides/prompt-files.md</a:t>
            </a:r>
          </a:p>
          <a:p xmlns:a="http://schemas.openxmlformats.org/drawingml/2006/main">
            <a:r>
              <a:t>Official repository: https://github.com/Azure/apiops-cli/blob/129fb326e6878c2bedd45e8ae4ccb8526de688a4/README.md</a:t>
            </a:r>
          </a:p>
          <a:p xmlns:a="http://schemas.openxmlformats.org/drawingml/2006/main">
            <a:r>
              <a:t>Customer workshop: https://github.com/msftse-org/apim-apiops-workshop</a:t>
            </a:r>
          </a:p>
          <a:p xmlns:a="http://schemas.openxmlformats.org/drawingml/2006/main">
            <a:r>
              <a:t>Each customer supplies their own tenant, subscription and Azure login.</a:t>
            </a:r>
          </a:p>
          <a:p xmlns:a="http://schemas.openxmlformats.org/drawingml/2006/main">
            <a:r>
              <a:t>Microsoft dark theme source: https://github.com/olohmann/dark-theme-pptx/blob/main/assets/template.pptx . Azure icons: https://learn.microsoft.com/en-us/azure/architecture/icons/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https://learn.microsoft.com/en-us/azure/api-management/how-to-manage-apiops-cli</a:t>
            </a:r>
          </a:p>
          <a:p xmlns:a="http://schemas.openxmlformats.org/drawingml/2006/main">
            <a:r>
              <a:t>https://github.com/Azure/apiops-cli/blob/129fb326e6878c2bedd45e8ae4ccb8526de688a4/README.md</a:t>
            </a:r>
          </a:p>
          <a:p xmlns:a="http://schemas.openxmlformats.org/drawingml/2006/main">
            <a:r>
              <a:t>Design reference: Microsoft Ignite 16:9 Template Dark, Microsoft 2019 Brand Templates font scheme. Template binary distributed at https://github.com/olohmann/dark-theme-pptx/blob/main/assets/template.pptx . Only the APIOps content is authored for this lab; this is not a Microsoft event session. Azure icons: https://learn.microsoft.com/en-us/azure/architecture/icons/ .</a:t>
            </a:r>
          </a:p>
          <a:p xmlns:a="http://schemas.openxmlformats.org/drawingml/2006/main">
            <a:r>
              <a:t>Official repository: https://github.com/Azure/apiops-cli/blob/129fb326e6878c2bedd45e8ae4ccb8526de688a4/README.md</a:t>
            </a:r>
          </a:p>
          <a:p xmlns:a="http://schemas.openxmlformats.org/drawingml/2006/main">
            <a:r>
              <a:t>Customer workshop: https://github.com/msftse-org/apim-apiops-workshop</a:t>
            </a:r>
          </a:p>
          <a:p xmlns:a="http://schemas.openxmlformats.org/drawingml/2006/main">
            <a:r>
              <a:t>Each customer supplies their own tenant, subscription and Azure login.</a:t>
            </a:r>
          </a:p>
          <a:p xmlns:a="http://schemas.openxmlformats.org/drawingml/2006/main">
            <a:r>
              <a:t>Microsoft dark theme source: https://github.com/olohmann/dark-theme-pptx/blob/main/assets/template.pptx . Azure icons: https://learn.microsoft.com/en-us/azure/architecture/icons/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https://learn.microsoft.com/en-us/azure/api-management/how-to-manage-apiops-cli</a:t>
            </a:r>
          </a:p>
          <a:p xmlns:a="http://schemas.openxmlformats.org/drawingml/2006/main">
            <a:r>
              <a:t>https://github.com/Azure/apiops-cli/blob/129fb326e6878c2bedd45e8ae4ccb8526de688a4/docs/getting-started.md</a:t>
            </a:r>
          </a:p>
          <a:p xmlns:a="http://schemas.openxmlformats.org/drawingml/2006/main">
            <a:r>
              <a:t>Both portal-first and code-first approaches are supported. A dry-run previews deployment actions and cannot prove all server-side validations will pass.</a:t>
            </a:r>
          </a:p>
          <a:p xmlns:a="http://schemas.openxmlformats.org/drawingml/2006/main">
            <a:r>
              <a:t>Design reference: Microsoft Ignite 16:9 Template Dark, Microsoft 2019 Brand Templates font scheme. Template binary distributed at https://github.com/olohmann/dark-theme-pptx/blob/main/assets/template.pptx . Only the APIOps content is authored for this lab; this is not a Microsoft event session. Azure icons: https://learn.microsoft.com/en-us/azure/architecture/icons/ .</a:t>
            </a:r>
          </a:p>
          <a:p xmlns:a="http://schemas.openxmlformats.org/drawingml/2006/main">
            <a:r>
              <a:t>Official repository: https://github.com/Azure/apiops-cli/blob/129fb326e6878c2bedd45e8ae4ccb8526de688a4/README.md</a:t>
            </a:r>
          </a:p>
          <a:p xmlns:a="http://schemas.openxmlformats.org/drawingml/2006/main">
            <a:r>
              <a:t>Customer workshop: https://github.com/msftse-org/apim-apiops-workshop</a:t>
            </a:r>
          </a:p>
          <a:p xmlns:a="http://schemas.openxmlformats.org/drawingml/2006/main">
            <a:r>
              <a:t>Each customer supplies their own tenant, subscription and Azure login.</a:t>
            </a:r>
          </a:p>
          <a:p xmlns:a="http://schemas.openxmlformats.org/drawingml/2006/main">
            <a:r>
              <a:t>Microsoft dark theme source: https://github.com/olohmann/dark-theme-pptx/blob/main/assets/template.pptx . Azure icons: https://learn.microsoft.com/en-us/azure/architecture/icons/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https://github.com/Azure/apiops-cli/blob/129fb326e6878c2bedd45e8ae4ccb8526de688a4/docs/reference/resource-types.md</a:t>
            </a:r>
          </a:p>
          <a:p xmlns:a="http://schemas.openxmlformats.org/drawingml/2006/main">
            <a:r>
              <a:t>Live published artifacts: API, operations, API and operation policies, backend, named values, policy fragment, product, product/API association, tag and API/tag association. This is a representative subset of the supported resource types.</a:t>
            </a:r>
          </a:p>
          <a:p xmlns:a="http://schemas.openxmlformats.org/drawingml/2006/main">
            <a:r>
              <a:t>Design reference: Microsoft Ignite 16:9 Template Dark, Microsoft 2019 Brand Templates font scheme. Template binary distributed at https://github.com/olohmann/dark-theme-pptx/blob/main/assets/template.pptx . Only the APIOps content is authored for this lab; this is not a Microsoft event session. Azure icons: https://learn.microsoft.com/en-us/azure/architecture/icons/ .</a:t>
            </a:r>
          </a:p>
          <a:p xmlns:a="http://schemas.openxmlformats.org/drawingml/2006/main">
            <a:r>
              <a:t>The main list covers the hands-on lab. The footer identifies additional repository capabilities that were not exercised. Resource support depends on the APIM tier. Workspace behavior was not tested on the Consumption demo.</a:t>
            </a:r>
          </a:p>
          <a:p xmlns:a="http://schemas.openxmlformats.org/drawingml/2006/main">
            <a:r>
              <a:t>Official sources at the tested revision (repository HEAD verified 25 October 2026):</a:t>
            </a:r>
          </a:p>
          <a:p xmlns:a="http://schemas.openxmlformats.org/drawingml/2006/main">
            <a:r>
              <a:t>https://github.com/Azure/apiops-cli/blob/129fb326e6878c2bedd45e8ae4ccb8526de688a4/README.md</a:t>
            </a:r>
          </a:p>
          <a:p xmlns:a="http://schemas.openxmlformats.org/drawingml/2006/main">
            <a:r>
              <a:t>https://github.com/Azure/apiops-cli/blob/129fb326e6878c2bedd45e8ae4ccb8526de688a4/docs/guides/filtering-resources.md</a:t>
            </a:r>
          </a:p>
          <a:p xmlns:a="http://schemas.openxmlformats.org/drawingml/2006/main">
            <a:r>
              <a:t>https://github.com/Azure/apiops-cli/blob/129fb326e6878c2bedd45e8ae4ccb8526de688a4/docs/guides/environment-overrides.md</a:t>
            </a:r>
          </a:p>
          <a:p xmlns:a="http://schemas.openxmlformats.org/drawingml/2006/main">
            <a:r>
              <a:t>Official repository: https://github.com/Azure/apiops-cli/blob/129fb326e6878c2bedd45e8ae4ccb8526de688a4/README.md</a:t>
            </a:r>
          </a:p>
          <a:p xmlns:a="http://schemas.openxmlformats.org/drawingml/2006/main">
            <a:r>
              <a:t>Customer workshop: https://github.com/msftse-org/apim-apiops-workshop</a:t>
            </a:r>
          </a:p>
          <a:p xmlns:a="http://schemas.openxmlformats.org/drawingml/2006/main">
            <a:r>
              <a:t>Each customer supplies their own tenant, subscription and Azure login.</a:t>
            </a:r>
          </a:p>
          <a:p xmlns:a="http://schemas.openxmlformats.org/drawingml/2006/main">
            <a:r>
              <a:t>Microsoft dark theme source: https://github.com/olohmann/dark-theme-pptx/blob/main/assets/template.pptx . Azure icons: https://learn.microsoft.com/en-us/azure/architecture/icons/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https://github.com/Azure/apiops-cli/blob/129fb326e6878c2bedd45e8ae4ccb8526de688a4/docs/guides/scenarios-and-workflows.md</a:t>
            </a:r>
          </a:p>
          <a:p xmlns:a="http://schemas.openxmlformats.org/drawingml/2006/main">
            <a:r>
              <a:t>The lab exercised these mechanisms. Shared dev/QA paths demonstrate environment configuration, not production isolation.</a:t>
            </a:r>
          </a:p>
          <a:p xmlns:a="http://schemas.openxmlformats.org/drawingml/2006/main">
            <a:r>
              <a:t>Design reference: Microsoft Ignite 16:9 Template Dark, Microsoft 2019 Brand Templates font scheme. Template binary distributed at https://github.com/olohmann/dark-theme-pptx/blob/main/assets/template.pptx . Only the APIOps content is authored for this lab; this is not a Microsoft event session. Azure icons: https://learn.microsoft.com/en-us/azure/architecture/icons/ .</a:t>
            </a:r>
          </a:p>
          <a:p xmlns:a="http://schemas.openxmlformats.org/drawingml/2006/main">
            <a:r>
              <a:t>Official repository: https://github.com/Azure/apiops-cli/blob/129fb326e6878c2bedd45e8ae4ccb8526de688a4/README.md</a:t>
            </a:r>
          </a:p>
          <a:p xmlns:a="http://schemas.openxmlformats.org/drawingml/2006/main">
            <a:r>
              <a:t>Customer workshop: https://github.com/msftse-org/apim-apiops-workshop</a:t>
            </a:r>
          </a:p>
          <a:p xmlns:a="http://schemas.openxmlformats.org/drawingml/2006/main">
            <a:r>
              <a:t>Each customer supplies their own tenant, subscription and Azure login.</a:t>
            </a:r>
          </a:p>
          <a:p xmlns:a="http://schemas.openxmlformats.org/drawingml/2006/main">
            <a:r>
              <a:t>Microsoft dark theme source: https://github.com/olohmann/dark-theme-pptx/blob/main/assets/template.pptx . Azure icons: https://learn.microsoft.com/en-us/azure/architecture/icons/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reference tests used an APIM Consumption gateway with dev and QA namespaces. Customers deploy this same configuration in their own tenant and subscription. Expected state: dev v1 after rollback and QA v2. The gateway uses synthetic data without subscription authentication. See https://github.com/msftse-org/apim-apiops-workshop/blob/main/docs/labs/02-deploy.md</a:t>
            </a:r>
          </a:p>
          <a:p xmlns:a="http://schemas.openxmlformats.org/drawingml/2006/main">
            <a:r>
              <a:t>Official repository: https://github.com/Azure/apiops-cli/blob/129fb326e6878c2bedd45e8ae4ccb8526de688a4/README.md</a:t>
            </a:r>
          </a:p>
          <a:p xmlns:a="http://schemas.openxmlformats.org/drawingml/2006/main">
            <a:r>
              <a:t>Customer workshop: https://github.com/msftse-org/apim-apiops-workshop</a:t>
            </a:r>
          </a:p>
          <a:p xmlns:a="http://schemas.openxmlformats.org/drawingml/2006/main">
            <a:r>
              <a:t>Each customer supplies their own tenant, subscription and Azure login.</a:t>
            </a:r>
          </a:p>
          <a:p xmlns:a="http://schemas.openxmlformats.org/drawingml/2006/main">
            <a:r>
              <a:t>Microsoft dark theme source: https://github.com/olohmann/dark-theme-pptx/blob/main/assets/template.pptx . Azure icons: https://learn.microsoft.com/en-us/azure/architecture/icons/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Observed evidence: smoke-dev-initial.json, smoke-dev-v2.json, smoke-dev-rollback.json. Incremental publish and rollback each selected one NamedValue PUT. Evidence labels 09, 10, 15, 16. Source: https://github.com/Azure/apiops-cli/blob/129fb326e6878c2bedd45e8ae4ccb8526de688a4/docs/guides/incremental-publish.md</a:t>
            </a:r>
          </a:p>
          <a:p xmlns:a="http://schemas.openxmlformats.org/drawingml/2006/main">
            <a:r>
              <a:t>A Git revert alone does not alter APIM. Publish the revert to apply it.</a:t>
            </a:r>
          </a:p>
          <a:p xmlns:a="http://schemas.openxmlformats.org/drawingml/2006/main">
            <a:r>
              <a:t>Design reference: Microsoft Ignite 16:9 Template Dark, Microsoft 2019 Brand Templates font scheme. Template binary distributed at https://github.com/olohmann/dark-theme-pptx/blob/main/assets/template.pptx . Only the APIOps content is authored for this lab; this is not a Microsoft event session. Azure icons: https://learn.microsoft.com/en-us/azure/architecture/icons/ .</a:t>
            </a:r>
          </a:p>
          <a:p xmlns:a="http://schemas.openxmlformats.org/drawingml/2006/main">
            <a:r>
              <a:t>Official repository: https://github.com/Azure/apiops-cli/blob/129fb326e6878c2bedd45e8ae4ccb8526de688a4/README.md</a:t>
            </a:r>
          </a:p>
          <a:p xmlns:a="http://schemas.openxmlformats.org/drawingml/2006/main">
            <a:r>
              <a:t>Customer workshop: https://github.com/msftse-org/apim-apiops-workshop</a:t>
            </a:r>
          </a:p>
          <a:p xmlns:a="http://schemas.openxmlformats.org/drawingml/2006/main">
            <a:r>
              <a:t>Each customer supplies their own tenant, subscription and Azure login.</a:t>
            </a:r>
          </a:p>
          <a:p xmlns:a="http://schemas.openxmlformats.org/drawingml/2006/main">
            <a:r>
              <a:t>Microsoft dark theme source: https://github.com/olohmann/dark-theme-pptx/blob/main/assets/template.pptx . Azure icons: https://learn.microsoft.com/en-us/azure/architecture/icons/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Excerpt from the tested QA override file. The full file also sets distinct API/product/tag display names and release v2. Source: https://github.com/Azure/apiops-cli/blob/129fb326e6878c2bedd45e8ae4ccb8526de688a4/docs/guides/environment-overrides.md</a:t>
            </a:r>
          </a:p>
          <a:p xmlns:a="http://schemas.openxmlformats.org/drawingml/2006/main">
            <a:r>
              <a:t>https://github.com/Azure/apiops-cli/blob/129fb326e6878c2bedd45e8ae4ccb8526de688a4/docs/guides/multi-environment-shared-apim.md</a:t>
            </a:r>
          </a:p>
          <a:p xmlns:a="http://schemas.openxmlformats.org/drawingml/2006/main">
            <a:r>
              <a:t>Evidence: 14-publish-qa-corrected and smoke-qa-v2.json.</a:t>
            </a:r>
          </a:p>
          <a:p xmlns:a="http://schemas.openxmlformats.org/drawingml/2006/main">
            <a:r>
              <a:t>Design reference: Microsoft Ignite 16:9 Template Dark, Microsoft 2019 Brand Templates font scheme. Template binary distributed at https://github.com/olohmann/dark-theme-pptx/blob/main/assets/template.pptx . Only the APIOps content is authored for this lab; this is not a Microsoft event session. Azure icons: https://learn.microsoft.com/en-us/azure/architecture/icons/ .</a:t>
            </a:r>
          </a:p>
          <a:p xmlns:a="http://schemas.openxmlformats.org/drawingml/2006/main">
            <a:r>
              <a:t>Official repository: https://github.com/Azure/apiops-cli/blob/129fb326e6878c2bedd45e8ae4ccb8526de688a4/README.md</a:t>
            </a:r>
          </a:p>
          <a:p xmlns:a="http://schemas.openxmlformats.org/drawingml/2006/main">
            <a:r>
              <a:t>Customer workshop: https://github.com/msftse-org/apim-apiops-workshop</a:t>
            </a:r>
          </a:p>
          <a:p xmlns:a="http://schemas.openxmlformats.org/drawingml/2006/main">
            <a:r>
              <a:t>Each customer supplies their own tenant, subscription and Azure login.</a:t>
            </a:r>
          </a:p>
          <a:p xmlns:a="http://schemas.openxmlformats.org/drawingml/2006/main">
            <a:r>
              <a:t>Microsoft dark theme source: https://github.com/olohmann/dark-theme-pptx/blob/main/assets/template.pptx . Azure icons: https://learn.microsoft.com/en-us/azure/architecture/icons/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https://github.com/Azure/apiops-cli/blob/129fb326e6878c2bedd45e8ae4ccb8526de688a4/docs/commands/init.md</a:t>
            </a:r>
          </a:p>
          <a:p xmlns:a="http://schemas.openxmlformats.org/drawingml/2006/main">
            <a:r>
              <a:t>https://github.com/Azure/apiops-cli/blob/129fb326e6878c2bedd45e8ae4ccb8526de688a4/docs/commands/extract.md</a:t>
            </a:r>
          </a:p>
          <a:p xmlns:a="http://schemas.openxmlformats.org/drawingml/2006/main">
            <a:r>
              <a:t>https://github.com/Azure/apiops-cli/blob/129fb326e6878c2bedd45e8ae4ccb8526de688a4/docs/commands/publish.md</a:t>
            </a:r>
          </a:p>
          <a:p xmlns:a="http://schemas.openxmlformats.org/drawingml/2006/main">
            <a:r>
              <a:t>The dry-run flag is a publish option, not a separate command. Lab 08 generates both pipeline examples under .work/. Exact commands are in the public customer labs.</a:t>
            </a:r>
          </a:p>
          <a:p xmlns:a="http://schemas.openxmlformats.org/drawingml/2006/main">
            <a:r>
              <a:t>Design reference: Microsoft Ignite 16:9 Template Dark, Microsoft 2019 Brand Templates font scheme. Template binary distributed at https://github.com/olohmann/dark-theme-pptx/blob/main/assets/template.pptx . Only the APIOps content is authored for this lab; this is not a Microsoft event session. Azure icons: https://learn.microsoft.com/en-us/azure/architecture/icons/ .</a:t>
            </a:r>
          </a:p>
          <a:p xmlns:a="http://schemas.openxmlformats.org/drawingml/2006/main">
            <a:r>
              <a:t>Install with npm install -g @azure-tools/apiops-cli. The CLI uses DefaultAzureCredential. The lab used Azure CLI authentication locally. Command excerpts omit subscription, resource-group and service-name arguments for readability.</a:t>
            </a:r>
          </a:p>
          <a:p xmlns:a="http://schemas.openxmlformats.org/drawingml/2006/main">
            <a:r>
              <a:t>Official sources at the tested revision (repository HEAD verified 25 October 2026):</a:t>
            </a:r>
          </a:p>
          <a:p xmlns:a="http://schemas.openxmlformats.org/drawingml/2006/main">
            <a:r>
              <a:t>https://github.com/Azure/apiops-cli/blob/129fb326e6878c2bedd45e8ae4ccb8526de688a4/README.md</a:t>
            </a:r>
          </a:p>
          <a:p xmlns:a="http://schemas.openxmlformats.org/drawingml/2006/main">
            <a:r>
              <a:t>https://github.com/Azure/apiops-cli/blob/129fb326e6878c2bedd45e8ae4ccb8526de688a4/docs/getting-started.md</a:t>
            </a:r>
          </a:p>
          <a:p xmlns:a="http://schemas.openxmlformats.org/drawingml/2006/main">
            <a:r>
              <a:t>Official repository: https://github.com/Azure/apiops-cli/blob/129fb326e6878c2bedd45e8ae4ccb8526de688a4/README.md</a:t>
            </a:r>
          </a:p>
          <a:p xmlns:a="http://schemas.openxmlformats.org/drawingml/2006/main">
            <a:r>
              <a:t>Customer workshop: https://github.com/msftse-org/apim-apiops-workshop</a:t>
            </a:r>
          </a:p>
          <a:p xmlns:a="http://schemas.openxmlformats.org/drawingml/2006/main">
            <a:r>
              <a:t>Each customer supplies their own tenant, subscription and Azure login.</a:t>
            </a:r>
          </a:p>
          <a:p xmlns:a="http://schemas.openxmlformats.org/drawingml/2006/main">
            <a:r>
              <a:t>Microsoft dark theme source: https://github.com/olohmann/dark-theme-pptx/blob/main/assets/template.pptx . Azure icons: https://learn.microsoft.com/en-us/azure/architecture/icons/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Design reference: Microsoft Ignite 16:9 Template Dark, Microsoft 2019 Brand Templates font scheme. Template binary distributed at https://github.com/olohmann/dark-theme-pptx/blob/main/assets/template.pptx . Only the APIOps content is authored for this lab; this is not a Microsoft event session. Azure icons: https://learn.microsoft.com/en-us/azure/architecture/icons/ .</a:t>
            </a:r>
          </a:p>
          <a:p xmlns:a="http://schemas.openxmlformats.org/drawingml/2006/main">
            <a:r>
              <a:t>Full publishing PUTs every selected artifact. Incremental mode diffs the selected commit against its parent, not an arbitrary range to HEAD. The generic publish reference has wording that differs from the specific incremental guide and implementation; this slide uses the specific guide and observed lab behavior. An override-only commit selected zero resources in the lab. Filtering supports names, wildcards and exclusions. Set unrelated type keys to [] to exclude them. Referenced named values, backends, policy fragments and version sets are included by default. --no-transitive disables that expansion. Lab: 11 extracted resources with dependencies versus 7 without, and corrected filtered publish succeeded. --dry-run can preview these modes.</a:t>
            </a:r>
          </a:p>
          <a:p xmlns:a="http://schemas.openxmlformats.org/drawingml/2006/main">
            <a:r>
              <a:t>Official sources at the tested revision (repository HEAD verified 25 October 2026):</a:t>
            </a:r>
          </a:p>
          <a:p xmlns:a="http://schemas.openxmlformats.org/drawingml/2006/main">
            <a:r>
              <a:t>https://github.com/Azure/apiops-cli/blob/129fb326e6878c2bedd45e8ae4ccb8526de688a4/docs/guides/incremental-publish.md</a:t>
            </a:r>
          </a:p>
          <a:p xmlns:a="http://schemas.openxmlformats.org/drawingml/2006/main">
            <a:r>
              <a:t>https://github.com/Azure/apiops-cli/blob/129fb326e6878c2bedd45e8ae4ccb8526de688a4/docs/guides/filtering-resources.md</a:t>
            </a:r>
          </a:p>
          <a:p xmlns:a="http://schemas.openxmlformats.org/drawingml/2006/main">
            <a:r>
              <a:t>https://github.com/Azure/apiops-cli/blob/129fb326e6878c2bedd45e8ae4ccb8526de688a4/docs/commands/publish.md</a:t>
            </a:r>
          </a:p>
          <a:p xmlns:a="http://schemas.openxmlformats.org/drawingml/2006/main">
            <a:r>
              <a:t>Official repository: https://github.com/Azure/apiops-cli/blob/129fb326e6878c2bedd45e8ae4ccb8526de688a4/README.md</a:t>
            </a:r>
          </a:p>
          <a:p xmlns:a="http://schemas.openxmlformats.org/drawingml/2006/main">
            <a:r>
              <a:t>Customer workshop: https://github.com/msftse-org/apim-apiops-workshop</a:t>
            </a:r>
          </a:p>
          <a:p xmlns:a="http://schemas.openxmlformats.org/drawingml/2006/main">
            <a:r>
              <a:t>Each customer supplies their own tenant, subscription and Azure login.</a:t>
            </a:r>
          </a:p>
          <a:p xmlns:a="http://schemas.openxmlformats.org/drawingml/2006/main">
            <a:r>
              <a:t>Microsoft dark theme source: https://github.com/olohmann/dark-theme-pptx/blob/main/assets/template.pptx . Azure icons: https://learn.microsoft.com/en-us/azure/architecture/icons/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apiops init generates GitHub Actions and Azure DevOps pipeline files, environment configuration, identity guides and Copilot prompts. The workshop verifies file generation, overwrite protection and --force. Connecting those generated examples to Azure is a separate customer-owned decision. No deployment identity or target is configured in this public repository. Interactive Copilot and hosted deployments are not part of the final validation. See https://github.com/msftse-org/apim-apiops-workshop/blob/main/docs/labs/08-cicd.md</a:t>
            </a:r>
          </a:p>
          <a:p xmlns:a="http://schemas.openxmlformats.org/drawingml/2006/main">
            <a:r>
              <a:t>Official repository: https://github.com/Azure/apiops-cli/blob/129fb326e6878c2bedd45e8ae4ccb8526de688a4/README.md</a:t>
            </a:r>
          </a:p>
          <a:p xmlns:a="http://schemas.openxmlformats.org/drawingml/2006/main">
            <a:r>
              <a:t>Customer workshop: https://github.com/msftse-org/apim-apiops-workshop</a:t>
            </a:r>
          </a:p>
          <a:p xmlns:a="http://schemas.openxmlformats.org/drawingml/2006/main">
            <a:r>
              <a:t>Each customer supplies their own tenant, subscription and Azure login.</a:t>
            </a:r>
          </a:p>
          <a:p xmlns:a="http://schemas.openxmlformats.org/drawingml/2006/main">
            <a:r>
              <a:t>Microsoft dark theme source: https://github.com/olohmann/dark-theme-pptx/blob/main/assets/template.pptx . Azure icons: https://learn.microsoft.com/en-us/azure/architecture/icons/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Design reference: Microsoft Ignite 16:9 Template Dark, Microsoft 2019 Brand Templates font scheme. Template binary distributed at https://github.com/olohmann/dark-theme-pptx/blob/main/assets/template.pptx . Only the APIOps content is authored for this lab; this is not a Microsoft event session. Azure icons: https://learn.microsoft.com/en-us/azure/architecture/icons/ .</a:t>
            </a:r>
          </a:p>
          <a:p xmlns:a="http://schemas.openxmlformats.org/drawingml/2006/main">
            <a:r>
              <a:t>Key Vault and pipeline token injection are documented options, not live-tested integrations in this lab. The APIM managed identity needs access to referenced Key Vault secrets. Extraction is not a substitute for reviewing all artifact content for secrets. The pinned secret-redaction guard aborts publishing if markers remain after overrides, before Azure calls. This matches the lab fatal exit code 2. The environment-overrides guide currently contains older text saying such values are skipped; use the guard implementation and tested behavior for this version. Deletion is opt-in in full and incremental publishing. Full cleanup can remove portal-created resources absent from the local source. --filter and --delete-unmatched are mutually exclusive. The lab exercised deletion only for a synthetic named value removed by a pinned commit. It did not test a broad unmatched-resource cleanup.</a:t>
            </a:r>
          </a:p>
          <a:p xmlns:a="http://schemas.openxmlformats.org/drawingml/2006/main">
            <a:r>
              <a:t>Official sources at the tested revision (repository HEAD verified 25 October 2026):</a:t>
            </a:r>
          </a:p>
          <a:p xmlns:a="http://schemas.openxmlformats.org/drawingml/2006/main">
            <a:r>
              <a:t>https://github.com/Azure/apiops-cli/blob/129fb326e6878c2bedd45e8ae4ccb8526de688a4/docs/commands/publish.md</a:t>
            </a:r>
          </a:p>
          <a:p xmlns:a="http://schemas.openxmlformats.org/drawingml/2006/main">
            <a:r>
              <a:t>https://github.com/Azure/apiops-cli/blob/129fb326e6878c2bedd45e8ae4ccb8526de688a4/docs/guides/incremental-publish.md</a:t>
            </a:r>
          </a:p>
          <a:p xmlns:a="http://schemas.openxmlformats.org/drawingml/2006/main">
            <a:r>
              <a:t>https://github.com/Azure/apiops-cli/blob/129fb326e6878c2bedd45e8ae4ccb8526de688a4/docs/guides/environment-overrides.md</a:t>
            </a:r>
          </a:p>
          <a:p xmlns:a="http://schemas.openxmlformats.org/drawingml/2006/main">
            <a:r>
              <a:t>https://github.com/Azure/apiops-cli/blob/129fb326e6878c2bedd45e8ae4ccb8526de688a4/docs/guides/token-substitution.md</a:t>
            </a:r>
          </a:p>
          <a:p xmlns:a="http://schemas.openxmlformats.org/drawingml/2006/main">
            <a:r>
              <a:t>https://github.com/Azure/apiops-cli/blob/129fb326e6878c2bedd45e8ae4ccb8526de688a4/src/services/secret-redaction-guard.ts</a:t>
            </a:r>
          </a:p>
          <a:p xmlns:a="http://schemas.openxmlformats.org/drawingml/2006/main">
            <a:r>
              <a:t>Official repository: https://github.com/Azure/apiops-cli/blob/129fb326e6878c2bedd45e8ae4ccb8526de688a4/README.md</a:t>
            </a:r>
          </a:p>
          <a:p xmlns:a="http://schemas.openxmlformats.org/drawingml/2006/main">
            <a:r>
              <a:t>Customer workshop: https://github.com/msftse-org/apim-apiops-workshop</a:t>
            </a:r>
          </a:p>
          <a:p xmlns:a="http://schemas.openxmlformats.org/drawingml/2006/main">
            <a:r>
              <a:t>Each customer supplies their own tenant, subscription and Azure login.</a:t>
            </a:r>
          </a:p>
          <a:p xmlns:a="http://schemas.openxmlformats.org/drawingml/2006/main">
            <a:r>
              <a:t>Microsoft dark theme source: https://github.com/olohmann/dark-theme-pptx/blob/main/assets/template.pptx . Azure icons: https://learn.microsoft.com/en-us/azure/architecture/icons/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https://github.com/Azure/apiops-cli/blob/129fb326e6878c2bedd45e8ae4ccb8526de688a4/docs/commands/apic.md</a:t>
            </a:r>
          </a:p>
          <a:p xmlns:a="http://schemas.openxmlformats.org/drawingml/2006/main">
            <a:r>
              <a:t>Evidence: 21-apic-publish, 22-apic-extract, 24-apic-restore. Same-service replay in a newly provisioned API Center Free instance. This does not validate cross-region disaster recovery or all API Center resource families.</a:t>
            </a:r>
          </a:p>
          <a:p xmlns:a="http://schemas.openxmlformats.org/drawingml/2006/main">
            <a:r>
              <a:t>Design reference: Microsoft Ignite 16:9 Template Dark, Microsoft 2019 Brand Templates font scheme. Template binary distributed at https://github.com/olohmann/dark-theme-pptx/blob/main/assets/template.pptx . Only the APIOps content is authored for this lab; this is not a Microsoft event session. Azure icons: https://learn.microsoft.com/en-us/azure/architecture/icons/ .</a:t>
            </a:r>
          </a:p>
          <a:p xmlns:a="http://schemas.openxmlformats.org/drawingml/2006/main">
            <a:r>
              <a:t>Official repository: https://github.com/Azure/apiops-cli/blob/129fb326e6878c2bedd45e8ae4ccb8526de688a4/README.md</a:t>
            </a:r>
          </a:p>
          <a:p xmlns:a="http://schemas.openxmlformats.org/drawingml/2006/main">
            <a:r>
              <a:t>Customer workshop: https://github.com/msftse-org/apim-apiops-workshop</a:t>
            </a:r>
          </a:p>
          <a:p xmlns:a="http://schemas.openxmlformats.org/drawingml/2006/main">
            <a:r>
              <a:t>Each customer supplies their own tenant, subscription and Azure login.</a:t>
            </a:r>
          </a:p>
          <a:p xmlns:a="http://schemas.openxmlformats.org/drawingml/2006/main">
            <a:r>
              <a:t>Microsoft dark theme source: https://github.com/olohmann/dark-theme-pptx/blob/main/assets/template.pptx . Azure icons: https://learn.microsoft.com/en-us/azure/architecture/icons/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live tests exposed Azure property validation after dry-run, QA display-name collisions, and filters that include omitted resource types. The native customer workshop also demonstrates gateway propagation and explicit checks. Coverage and actual results: https://github.com/msftse-org/apim-apiops-workshop/tree/main/validation . Private networks, AI/MCP policies, every resource type and all APIM tiers are outside the measured scope.</a:t>
            </a:r>
          </a:p>
          <a:p xmlns:a="http://schemas.openxmlformats.org/drawingml/2006/main">
            <a:r>
              <a:t>Official repository: https://github.com/Azure/apiops-cli/blob/129fb326e6878c2bedd45e8ae4ccb8526de688a4/README.md</a:t>
            </a:r>
          </a:p>
          <a:p xmlns:a="http://schemas.openxmlformats.org/drawingml/2006/main">
            <a:r>
              <a:t>Customer workshop: https://github.com/msftse-org/apim-apiops-workshop</a:t>
            </a:r>
          </a:p>
          <a:p xmlns:a="http://schemas.openxmlformats.org/drawingml/2006/main">
            <a:r>
              <a:t>Each customer supplies their own tenant, subscription and Azure login.</a:t>
            </a:r>
          </a:p>
          <a:p xmlns:a="http://schemas.openxmlformats.org/drawingml/2006/main">
            <a:r>
              <a:t>Microsoft dark theme source: https://github.com/olohmann/dark-theme-pptx/blob/main/assets/template.pptx . Azure icons: https://learn.microsoft.com/en-us/azure/architecture/icons/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Workshop entry point: https://github.com/msftse-org/apim-apiops-workshop</a:t>
            </a:r>
          </a:p>
          <a:p xmlns:a="http://schemas.openxmlformats.org/drawingml/2006/main">
            <a:r>
              <a:t>Start with README.md and follow labs 00–11. Every lab includes concrete commands and expected outcomes. The public source excludes private subscription configuration and raw local logs. Each participant configures their own sandbox or uses instructor-authorized resources.</a:t>
            </a:r>
          </a:p>
          <a:p xmlns:a="http://schemas.openxmlformats.org/drawingml/2006/main">
            <a:r>
              <a:t>https://github.com/msftse-org/apim-apiops-workshop/blob/main/docs/coverage.md</a:t>
            </a:r>
          </a:p>
          <a:p xmlns:a="http://schemas.openxmlformats.org/drawingml/2006/main">
            <a:r>
              <a:t>Official repository: https://github.com/Azure/apiops-cli/blob/129fb326e6878c2bedd45e8ae4ccb8526de688a4/README.md</a:t>
            </a:r>
          </a:p>
          <a:p xmlns:a="http://schemas.openxmlformats.org/drawingml/2006/main">
            <a:r>
              <a:t>Customer workshop: https://github.com/msftse-org/apim-apiops-workshop</a:t>
            </a:r>
          </a:p>
          <a:p xmlns:a="http://schemas.openxmlformats.org/drawingml/2006/main">
            <a:r>
              <a:t>Each customer supplies their own tenant, subscription and Azure login.</a:t>
            </a:r>
          </a:p>
          <a:p xmlns:a="http://schemas.openxmlformats.org/drawingml/2006/main">
            <a:r>
              <a:t>Microsoft dark theme source: https://github.com/olohmann/dark-theme-pptx/blob/main/assets/template.pptx . Azure icons: https://learn.microsoft.com/en-us/azure/architecture/icons/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https://github.com/msftse-org/apim-apiops-workshop/blob/main/docs/labs/00-setup.md</a:t>
            </a:r>
          </a:p>
          <a:p xmlns:a="http://schemas.openxmlformats.org/drawingml/2006/main">
            <a:r>
              <a:t>https://github.com/msftse-org/apim-apiops-workshop/blob/main/docs/labs/01-resources.md</a:t>
            </a:r>
          </a:p>
          <a:p xmlns:a="http://schemas.openxmlformats.org/drawingml/2006/main">
            <a:r>
              <a:t>https://github.com/msftse-org/apim-apiops-workshop/blob/main/docs/labs/02-deploy.md</a:t>
            </a:r>
          </a:p>
          <a:p xmlns:a="http://schemas.openxmlformats.org/drawingml/2006/main">
            <a:r>
              <a:t>Clone the public repository. Copy .env.example to .env and edit every placeholder with customer-owned settings, then source .env. AZURE_SUBSCRIPTION_ID is read by the CLI. Provision or select APIM Consumption and API Center using the native Azure CLI commands in Lab 01. Remove --dry-run to publish. Repeat with configuration.qa.yaml, then call both status routes with curl. No Python wrapper, GitHub identity or author subscription is required.</a:t>
            </a:r>
          </a:p>
          <a:p xmlns:a="http://schemas.openxmlformats.org/drawingml/2006/main">
            <a:r>
              <a:t>Official repository: https://github.com/Azure/apiops-cli/blob/129fb326e6878c2bedd45e8ae4ccb8526de688a4/README.md</a:t>
            </a:r>
          </a:p>
          <a:p xmlns:a="http://schemas.openxmlformats.org/drawingml/2006/main">
            <a:r>
              <a:t>Customer workshop: https://github.com/msftse-org/apim-apiops-workshop</a:t>
            </a:r>
          </a:p>
          <a:p xmlns:a="http://schemas.openxmlformats.org/drawingml/2006/main">
            <a:r>
              <a:t>Each customer supplies their own tenant, subscription and Azure login.</a:t>
            </a:r>
          </a:p>
          <a:p xmlns:a="http://schemas.openxmlformats.org/drawingml/2006/main">
            <a:r>
              <a:t>Microsoft dark theme source: https://github.com/olohmann/dark-theme-pptx/blob/main/assets/template.pptx . Azure icons: https://learn.microsoft.com/en-us/azure/architecture/icons/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https://github.com/msftse-org/apim-apiops-workshop/blob/main/docs/labs/03-release.md</a:t>
            </a:r>
          </a:p>
          <a:p xmlns:a="http://schemas.openxmlformats.org/drawingml/2006/main">
            <a:r>
              <a:t>https://github.com/msftse-org/apim-apiops-workshop/blob/main/docs/labs/04-overrides.md</a:t>
            </a:r>
          </a:p>
          <a:p xmlns:a="http://schemas.openxmlformats.org/drawingml/2006/main">
            <a:r>
              <a:t>https://github.com/msftse-org/apim-apiops-workshop/blob/main/docs/labs/05-filtering.md</a:t>
            </a:r>
          </a:p>
          <a:p xmlns:a="http://schemas.openxmlformats.org/drawingml/2006/main">
            <a:r>
              <a:t>Follow Lab 03 to create an isolated local Git exercise, edit demo-release with jq and stage the changed artifact before committing. The CLI source defaults to ./apim-artifacts. Preview the selected commit and confirm one PUT. Allow gateway propagation with the native Bash/curl loop in the lab before asserting v2. Revert the change, publish the revert and verify v1. Lab 04 demonstrates zero incremental PUTs for an override-only commit, then full publish. Lab 05 shows actual apiops extract and publish commands with --filter, --no-transitive, wildcard exclusions and full extraction.</a:t>
            </a:r>
          </a:p>
          <a:p xmlns:a="http://schemas.openxmlformats.org/drawingml/2006/main">
            <a:r>
              <a:t>Official repository: https://github.com/Azure/apiops-cli/blob/129fb326e6878c2bedd45e8ae4ccb8526de688a4/README.md</a:t>
            </a:r>
          </a:p>
          <a:p xmlns:a="http://schemas.openxmlformats.org/drawingml/2006/main">
            <a:r>
              <a:t>Customer workshop: https://github.com/msftse-org/apim-apiops-workshop</a:t>
            </a:r>
          </a:p>
          <a:p xmlns:a="http://schemas.openxmlformats.org/drawingml/2006/main">
            <a:r>
              <a:t>Each customer supplies their own tenant, subscription and Azure login.</a:t>
            </a:r>
          </a:p>
          <a:p xmlns:a="http://schemas.openxmlformats.org/drawingml/2006/main">
            <a:r>
              <a:t>Microsoft dark theme source: https://github.com/olohmann/dark-theme-pptx/blob/main/assets/template.pptx . Azure icons: https://learn.microsoft.com/en-us/azure/architecture/icons/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https://github.com/msftse-org/apim-apiops-workshop/blob/main/docs/labs/06-guards.md</a:t>
            </a:r>
          </a:p>
          <a:p xmlns:a="http://schemas.openxmlformats.org/drawingml/2006/main">
            <a:r>
              <a:t>https://github.com/msftse-org/apim-apiops-workshop/blob/main/docs/labs/07-api-center.md</a:t>
            </a:r>
          </a:p>
          <a:p xmlns:a="http://schemas.openxmlformats.org/drawingml/2006/main">
            <a:r>
              <a:t>https://github.com/msftse-org/apim-apiops-workshop/blob/main/docs/labs/08-cicd.md</a:t>
            </a:r>
          </a:p>
          <a:p xmlns:a="http://schemas.openxmlformats.org/drawingml/2006/main">
            <a:r>
              <a:t>Lab 06 uses native publish/extract commands to create a synthetic secret, verify redaction, expect publish rejection, and review exactly one NamedValue DELETE before executing --commit-id with --delete-unmatched. --remove-stale removes the obsolete local extraction. Lab 07 includes API Center seed publish, extract, same-instance replay and --no-specifications variants. Lab 08 runs init in separate temporary folders, inspects prompts/configuration, tests overwrite conflict and --force. Generated deployment files remain local. No Azure deployment workflow is configured in the customer workshop repository.</a:t>
            </a:r>
          </a:p>
          <a:p xmlns:a="http://schemas.openxmlformats.org/drawingml/2006/main">
            <a:r>
              <a:t>Official repository: https://github.com/Azure/apiops-cli/blob/129fb326e6878c2bedd45e8ae4ccb8526de688a4/README.md</a:t>
            </a:r>
          </a:p>
          <a:p xmlns:a="http://schemas.openxmlformats.org/drawingml/2006/main">
            <a:r>
              <a:t>Customer workshop: https://github.com/msftse-org/apim-apiops-workshop</a:t>
            </a:r>
          </a:p>
          <a:p xmlns:a="http://schemas.openxmlformats.org/drawingml/2006/main">
            <a:r>
              <a:t>Each customer supplies their own tenant, subscription and Azure login.</a:t>
            </a:r>
          </a:p>
          <a:p xmlns:a="http://schemas.openxmlformats.org/drawingml/2006/main">
            <a:r>
              <a:t>Microsoft dark theme source: https://github.com/olohmann/dark-theme-pptx/blob/main/assets/template.pptx . Azure icons: https://learn.microsoft.com/en-us/azure/architecture/icons/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https://github.com/msftse-org/apim-apiops-workshop/blob/main/docs/labs/09-cli-utilities.md</a:t>
            </a:r>
          </a:p>
          <a:p xmlns:a="http://schemas.openxmlformats.org/drawingml/2006/main">
            <a:r>
              <a:t>https://github.com/msftse-org/apim-apiops-workshop/blob/main/docs/labs/10-validation.md</a:t>
            </a:r>
          </a:p>
          <a:p xmlns:a="http://schemas.openxmlformats.org/drawingml/2006/main">
            <a:r>
              <a:t>https://github.com/msftse-org/apim-apiops-workshop/blob/main/docs/labs/11-cleanup.md</a:t>
            </a:r>
          </a:p>
          <a:p xmlns:a="http://schemas.openxmlformats.org/drawingml/2006/main">
            <a:r>
              <a:t>Lab 09 demonstrates --format json and --log-level debug with separate stdout/stderr. Lab 10 verifies response headers, synthetic JSON, extraction counts and the exact deletion plan using curl/jq. Lab 11 reviews the active Azure account and every resource, then uses az group delete with its confirmation prompt. Group deletion is not executed in reference validation because the demo remains deployed. The only repository workflow performs offline content checks. Customers use their own az login session and obtain the permissions their sandbox requires.</a:t>
            </a:r>
          </a:p>
          <a:p xmlns:a="http://schemas.openxmlformats.org/drawingml/2006/main">
            <a:r>
              <a:t>Official repository: https://github.com/Azure/apiops-cli/blob/129fb326e6878c2bedd45e8ae4ccb8526de688a4/README.md</a:t>
            </a:r>
          </a:p>
          <a:p xmlns:a="http://schemas.openxmlformats.org/drawingml/2006/main">
            <a:r>
              <a:t>Customer workshop: https://github.com/msftse-org/apim-apiops-workshop</a:t>
            </a:r>
          </a:p>
          <a:p xmlns:a="http://schemas.openxmlformats.org/drawingml/2006/main">
            <a:r>
              <a:t>Each customer supplies their own tenant, subscription and Azure login.</a:t>
            </a:r>
          </a:p>
          <a:p xmlns:a="http://schemas.openxmlformats.org/drawingml/2006/main">
            <a:r>
              <a:t>Microsoft dark theme source: https://github.com/olohmann/dark-theme-pptx/blob/main/assets/template.pptx . Azure icons: https://learn.microsoft.com/en-us/azure/architecture/icons/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Recorded native CLI results: https://github.com/msftse-org/apim-apiops-workshop/tree/main/validation</a:t>
            </a:r>
          </a:p>
          <a:p xmlns:a="http://schemas.openxmlformats.org/drawingml/2006/main">
            <a:r>
              <a:t>Coverage: https://github.com/msftse-org/apim-apiops-workshop/blob/main/docs/coverage.md</a:t>
            </a:r>
          </a:p>
          <a:p xmlns:a="http://schemas.openxmlformats.org/drawingml/2006/main">
            <a:r>
              <a:t>The complete local suite executes all core modules. Repository CI validates content offline. Customers perform Azure operations through their own local sign-in. The existing-resource provisioning path is tested. Whole-group deletion is intentionally not executed because the reference lab remains in use. Interactive Copilot, hosted Azure DevOps, Key Vault integration, private networks and every supported resource type are outside the measured coverage.</a:t>
            </a:r>
          </a:p>
          <a:p xmlns:a="http://schemas.openxmlformats.org/drawingml/2006/main">
            <a:r>
              <a:t>Official repository: https://github.com/Azure/apiops-cli/blob/129fb326e6878c2bedd45e8ae4ccb8526de688a4/README.md</a:t>
            </a:r>
          </a:p>
          <a:p xmlns:a="http://schemas.openxmlformats.org/drawingml/2006/main">
            <a:r>
              <a:t>Customer workshop: https://github.com/msftse-org/apim-apiops-workshop</a:t>
            </a:r>
          </a:p>
          <a:p xmlns:a="http://schemas.openxmlformats.org/drawingml/2006/main">
            <a:r>
              <a:t>Each customer supplies their own tenant, subscription and Azure login.</a:t>
            </a:r>
          </a:p>
          <a:p xmlns:a="http://schemas.openxmlformats.org/drawingml/2006/main">
            <a:r>
              <a:t>Microsoft dark theme source: https://github.com/olohmann/dark-theme-pptx/blob/main/assets/template.pptx . Azure icons: https://learn.microsoft.com/en-us/azure/architecture/icons/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3686e10b0a4289" /><Relationship Type="http://schemas.openxmlformats.org/officeDocument/2006/relationships/image" Target="/ppt/media/image.jpeg" Id="R7d1acb7fcfb8442b" /><Relationship Type="http://schemas.openxmlformats.org/officeDocument/2006/relationships/image" Target="/ppt/media/image.emf" Id="R98420d231d3e4ba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17068b9505743fb" /><Relationship Type="http://schemas.openxmlformats.org/officeDocument/2006/relationships/image" Target="/ppt/media/image.jpeg" Id="Rac995d91a9c548a4" /><Relationship Type="http://schemas.openxmlformats.org/officeDocument/2006/relationships/image" Target="/ppt/media/image.emf" Id="R9bc4806e1cf1471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68e131b4e4c424a" /><Relationship Type="http://schemas.openxmlformats.org/officeDocument/2006/relationships/image" Target="/ppt/media/image.emf" Id="Ra292a6a7cb7e485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6cc757e2a454d5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0ef16c5fdc94e7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da9a711d140493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b9d12322a7542c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b494949a3674e0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8bc399f69ce46b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9d564a6055f4ac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0db5754f880492a"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10c52ca6c27b46a2"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be435cacda9540cb"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dedf70473b154fc8"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d18a24bccf384521"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9cfd8b0f394f4bbd" /><Relationship Type="http://schemas.openxmlformats.org/officeDocument/2006/relationships/image" Target="/ppt/media/image2.jpeg" Id="R2b256603f9764e53"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23edbfb1994b4c0c" /><Relationship Type="http://schemas.openxmlformats.org/officeDocument/2006/relationships/image" Target="/ppt/media/image2.jpeg" Id="Rf9d0fbc434ce4151"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4e65072003ab4089" /><Relationship Type="http://schemas.openxmlformats.org/officeDocument/2006/relationships/image" Target="/ppt/media/image2.jpeg" Id="Ra8476bdde16e4e9b"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d11e3381603a4ac7" /><Relationship Type="http://schemas.openxmlformats.org/officeDocument/2006/relationships/image" Target="/ppt/media/image3.jpeg" Id="R8abe5c988d524a50"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38eeee917de34104" /><Relationship Type="http://schemas.openxmlformats.org/officeDocument/2006/relationships/image" Target="/ppt/media/image3.jpeg" Id="Ref4742532f1f4153"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ac668f98231a48a8" /><Relationship Type="http://schemas.openxmlformats.org/officeDocument/2006/relationships/image" Target="/ppt/media/image3.jpeg" Id="Rbc11370370084ba2"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5105a18b07704971" /><Relationship Type="http://schemas.openxmlformats.org/officeDocument/2006/relationships/image" Target="/ppt/media/image4.jpeg" Id="R5ac58dd72b384585"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1c02e099b4444657" /><Relationship Type="http://schemas.openxmlformats.org/officeDocument/2006/relationships/image" Target="/ppt/media/image4.jpeg" Id="Rb1ec5f478ef34317"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1.xml" Id="Rf3ee508cabc64e3a" /><Relationship Type="http://schemas.openxmlformats.org/officeDocument/2006/relationships/image" Target="/ppt/media/image5.jpeg" Id="R94d3a029ab244e02" /><Relationship Type="http://schemas.openxmlformats.org/officeDocument/2006/relationships/image" Target="/ppt/media/image6.jpeg" Id="R38af30ad210d43b2"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1.xml" Id="Rd0a01fd41bc145c8" /><Relationship Type="http://schemas.openxmlformats.org/officeDocument/2006/relationships/image" Target="/ppt/media/image2.jpeg" Id="R704538d47d64435f" /><Relationship Type="http://schemas.openxmlformats.org/officeDocument/2006/relationships/image" Target="/ppt/media/image7.jpeg" Id="R0f0cc11cedfe42e6" /><Relationship Type="http://schemas.openxmlformats.org/officeDocument/2006/relationships/image" Target="/ppt/media/image8.jpeg" Id="R3345d79247564c0b"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1.xml" Id="Rebfd51960df64e2f" /><Relationship Type="http://schemas.openxmlformats.org/officeDocument/2006/relationships/image" Target="/ppt/media/image2.jpeg" Id="Rb8195d15db024f84" /><Relationship Type="http://schemas.openxmlformats.org/officeDocument/2006/relationships/image" Target="/ppt/media/image7.jpeg" Id="R430f3aacb2104cac" /><Relationship Type="http://schemas.openxmlformats.org/officeDocument/2006/relationships/image" Target="/ppt/media/image8.jpeg" Id="R71de70e5d7bb401e" /><Relationship Type="http://schemas.openxmlformats.org/officeDocument/2006/relationships/image" Target="/ppt/media/image9.jpeg" Id="Rc38090245d944e48"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1.xml" Id="R7eda41e64a8c4ceb" /><Relationship Type="http://schemas.openxmlformats.org/officeDocument/2006/relationships/image" Target="/ppt/media/image10.jpeg" Id="R05ee68cfc4b64942" /><Relationship Type="http://schemas.openxmlformats.org/officeDocument/2006/relationships/image" Target="/ppt/media/image11.jpeg" Id="R5b62da7022c74a41"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1.xml" Id="R4e46a0527cf6445d" /><Relationship Type="http://schemas.openxmlformats.org/officeDocument/2006/relationships/image" Target="/ppt/media/image12.jpeg" Id="R367c01c851954d36" /><Relationship Type="http://schemas.openxmlformats.org/officeDocument/2006/relationships/image" Target="/ppt/media/image13.jpeg" Id="R65d3056f9a9745be" /><Relationship Type="http://schemas.openxmlformats.org/officeDocument/2006/relationships/image" Target="/ppt/media/image14.jpeg" Id="Ra4c4c78a4ae44c1a"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1.xml" Id="R5ed8c543168b4fa5" /><Relationship Type="http://schemas.openxmlformats.org/officeDocument/2006/relationships/image" Target="/ppt/media/image15.jpeg" Id="R5a028fa01a1f4341" /><Relationship Type="http://schemas.openxmlformats.org/officeDocument/2006/relationships/image" Target="/ppt/media/image16.jpeg" Id="R86058733791e49d9" /><Relationship Type="http://schemas.openxmlformats.org/officeDocument/2006/relationships/image" Target="/ppt/media/image17.jpeg" Id="R34532ea0482d4abc" /><Relationship Type="http://schemas.openxmlformats.org/officeDocument/2006/relationships/image" Target="/ppt/media/image18.jpeg" Id="R394ccb9b71f64a33"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1.xml" Id="R51fb102a9af54b82" /><Relationship Type="http://schemas.openxmlformats.org/officeDocument/2006/relationships/image" Target="/ppt/media/image2.jpeg" Id="R41ee719492804e2c" /><Relationship Type="http://schemas.openxmlformats.org/officeDocument/2006/relationships/image" Target="/ppt/media/image7.jpeg" Id="R6ea5c9f5f67847db" /><Relationship Type="http://schemas.openxmlformats.org/officeDocument/2006/relationships/image" Target="/ppt/media/image8.jpeg" Id="Rb2a82022d197454b" /><Relationship Type="http://schemas.openxmlformats.org/officeDocument/2006/relationships/image" Target="/ppt/media/image9.jpeg" Id="R5528721d897a4a36" /><Relationship Type="http://schemas.openxmlformats.org/officeDocument/2006/relationships/image" Target="/ppt/media/image19.jpeg" Id="R9e3d7f6ba2ee4abe"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1.xml" Id="Rf2128e61d30e43d3" /><Relationship Type="http://schemas.openxmlformats.org/officeDocument/2006/relationships/image" Target="/ppt/media/image2.jpeg" Id="R04e7695382b84800" /><Relationship Type="http://schemas.openxmlformats.org/officeDocument/2006/relationships/image" Target="/ppt/media/image7.jpeg" Id="R507c67cf8aee4a8c" /><Relationship Type="http://schemas.openxmlformats.org/officeDocument/2006/relationships/image" Target="/ppt/media/image8.jpeg" Id="R873a2a51978643e5"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1.xml" Id="Rab8721b1d9aa4d2a" /><Relationship Type="http://schemas.openxmlformats.org/officeDocument/2006/relationships/image" Target="/ppt/media/image2.jpeg" Id="R6d4cb21afecb40e9" /><Relationship Type="http://schemas.openxmlformats.org/officeDocument/2006/relationships/image" Target="/ppt/media/image7.jpeg" Id="Rae624d2368ce4603" /><Relationship Type="http://schemas.openxmlformats.org/officeDocument/2006/relationships/image" Target="/ppt/media/image8.jpeg" Id="R42f9aad49d124ff6" /><Relationship Type="http://schemas.openxmlformats.org/officeDocument/2006/relationships/image" Target="/ppt/media/image9.jpeg" Id="R8279397fc5924513"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1.xml" Id="R3fb8afbce12545eb" /><Relationship Type="http://schemas.openxmlformats.org/officeDocument/2006/relationships/image" Target="/ppt/media/image20.jpeg" Id="Rc60383ca95964a54" /><Relationship Type="http://schemas.openxmlformats.org/officeDocument/2006/relationships/image" Target="/ppt/media/image21.jpeg" Id="R8f4f1585975e4b71" /><Relationship Type="http://schemas.openxmlformats.org/officeDocument/2006/relationships/image" Target="/ppt/media/image22.jpeg" Id="Rd45cc0ba76244ed0" /><Relationship Type="http://schemas.openxmlformats.org/officeDocument/2006/relationships/image" Target="/ppt/media/image23.jpeg" Id="Rd0c31f619a844d16" /><Relationship Type="http://schemas.openxmlformats.org/officeDocument/2006/relationships/image" Target="/ppt/media/image24.jpeg" Id="Ra3b2976921d44d83"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1.xml" Id="Re09480b470054557" /></Relationships>
</file>

<file path=ppt/slideLayouts/_rels/slideLayout35.xml.rels>&#65279;<?xml version="1.0" encoding="utf-8"?><Relationships xmlns="http://schemas.openxmlformats.org/package/2006/relationships"><Relationship Type="http://schemas.openxmlformats.org/officeDocument/2006/relationships/slideMaster" Target="/ppt/slideMasters/slideMaster1.xml" Id="R12774271c4e944de" /></Relationships>
</file>

<file path=ppt/slideLayouts/_rels/slideLayout36.xml.rels>&#65279;<?xml version="1.0" encoding="utf-8"?><Relationships xmlns="http://schemas.openxmlformats.org/package/2006/relationships"><Relationship Type="http://schemas.openxmlformats.org/officeDocument/2006/relationships/slideMaster" Target="/ppt/slideMasters/slideMaster1.xml" Id="Rf8ff5f37c69646ff" /></Relationships>
</file>

<file path=ppt/slideLayouts/_rels/slideLayout37.xml.rels>&#65279;<?xml version="1.0" encoding="utf-8"?><Relationships xmlns="http://schemas.openxmlformats.org/package/2006/relationships"><Relationship Type="http://schemas.openxmlformats.org/officeDocument/2006/relationships/slideMaster" Target="/ppt/slideMasters/slideMaster1.xml" Id="R1a4edaf803c241a5" /></Relationships>
</file>

<file path=ppt/slideLayouts/_rels/slideLayout38.xml.rels>&#65279;<?xml version="1.0" encoding="utf-8"?><Relationships xmlns="http://schemas.openxmlformats.org/package/2006/relationships"><Relationship Type="http://schemas.openxmlformats.org/officeDocument/2006/relationships/slideMaster" Target="/ppt/slideMasters/slideMaster1.xml" Id="Rec728e35dbe742cf" /></Relationships>
</file>

<file path=ppt/slideLayouts/_rels/slideLayout39.xml.rels>&#65279;<?xml version="1.0" encoding="utf-8"?><Relationships xmlns="http://schemas.openxmlformats.org/package/2006/relationships"><Relationship Type="http://schemas.openxmlformats.org/officeDocument/2006/relationships/slideMaster" Target="/ppt/slideMasters/slideMaster1.xml" Id="R90f36cbf01894100" /></Relationships>
</file>

<file path=ppt/slideLayouts/_rels/slideLayout40.xml.rels>&#65279;<?xml version="1.0" encoding="utf-8"?><Relationships xmlns="http://schemas.openxmlformats.org/package/2006/relationships"><Relationship Type="http://schemas.openxmlformats.org/officeDocument/2006/relationships/slideMaster" Target="/ppt/slideMasters/slideMaster1.xml" Id="R28b8b4ba3210447e" /></Relationships>
</file>

<file path=ppt/slideLayouts/_rels/slideLayout41.xml.rels>&#65279;<?xml version="1.0" encoding="utf-8"?><Relationships xmlns="http://schemas.openxmlformats.org/package/2006/relationships"><Relationship Type="http://schemas.openxmlformats.org/officeDocument/2006/relationships/slideMaster" Target="/ppt/slideMasters/slideMaster1.xml" Id="Re7a7754eac4e4a52" /><Relationship Type="http://schemas.openxmlformats.org/officeDocument/2006/relationships/image" Target="/ppt/media/image25.jpeg" Id="R1c273b043e8b4bea" /></Relationships>
</file>

<file path=ppt/slideLayouts/_rels/slideLayout42.xml.rels>&#65279;<?xml version="1.0" encoding="utf-8"?><Relationships xmlns="http://schemas.openxmlformats.org/package/2006/relationships"><Relationship Type="http://schemas.openxmlformats.org/officeDocument/2006/relationships/slideMaster" Target="/ppt/slideMasters/slideMaster1.xml" Id="Rc3f937b12311473e" /></Relationships>
</file>

<file path=ppt/slideLayouts/_rels/slideLayout43.xml.rels>&#65279;<?xml version="1.0" encoding="utf-8"?><Relationships xmlns="http://schemas.openxmlformats.org/package/2006/relationships"><Relationship Type="http://schemas.openxmlformats.org/officeDocument/2006/relationships/slideMaster" Target="/ppt/slideMasters/slideMaster1.xml" Id="R6326ce32eff74a44" /><Relationship Type="http://schemas.openxmlformats.org/officeDocument/2006/relationships/image" Target="/ppt/media/image26.jpeg" Id="R840762c7424648d2" /></Relationships>
</file>

<file path=ppt/slideLayouts/_rels/slideLayout44.xml.rels>&#65279;<?xml version="1.0" encoding="utf-8"?><Relationships xmlns="http://schemas.openxmlformats.org/package/2006/relationships"><Relationship Type="http://schemas.openxmlformats.org/officeDocument/2006/relationships/slideMaster" Target="/ppt/slideMasters/slideMaster1.xml" Id="R392af7986e3a4281" /></Relationships>
</file>

<file path=ppt/slideLayouts/_rels/slideLayout45.xml.rels>&#65279;<?xml version="1.0" encoding="utf-8"?><Relationships xmlns="http://schemas.openxmlformats.org/package/2006/relationships"><Relationship Type="http://schemas.openxmlformats.org/officeDocument/2006/relationships/slideMaster" Target="/ppt/slideMasters/slideMaster1.xml" Id="R2b8a758586614c51" /></Relationships>
</file>

<file path=ppt/slideLayouts/_rels/slideLayout46.xml.rels>&#65279;<?xml version="1.0" encoding="utf-8"?><Relationships xmlns="http://schemas.openxmlformats.org/package/2006/relationships"><Relationship Type="http://schemas.openxmlformats.org/officeDocument/2006/relationships/slideMaster" Target="/ppt/slideMasters/slideMaster1.xml" Id="Rdfb951d6abcd4da7" /></Relationships>
</file>

<file path=ppt/slideLayouts/_rels/slideLayout47.xml.rels>&#65279;<?xml version="1.0" encoding="utf-8"?><Relationships xmlns="http://schemas.openxmlformats.org/package/2006/relationships"><Relationship Type="http://schemas.openxmlformats.org/officeDocument/2006/relationships/slideMaster" Target="/ppt/slideMasters/slideMaster1.xml" Id="R5ac9f0d229ce47d6" /><Relationship Type="http://schemas.openxmlformats.org/officeDocument/2006/relationships/image" Target="/ppt/media/image.emf" Id="R11a94fdd4fb44187" /></Relationships>
</file>

<file path=ppt/slideLayouts/_rels/slideLayout48.xml.rels>&#65279;<?xml version="1.0" encoding="utf-8"?><Relationships xmlns="http://schemas.openxmlformats.org/package/2006/relationships"><Relationship Type="http://schemas.openxmlformats.org/officeDocument/2006/relationships/slideMaster" Target="/ppt/slideMasters/slideMaster1.xml" Id="Rf428f843d0fb456f" /></Relationships>
</file>

<file path=ppt/slideLayouts/_rels/slideLayout49.xml.rels>&#65279;<?xml version="1.0" encoding="utf-8"?><Relationships xmlns="http://schemas.openxmlformats.org/package/2006/relationships"><Relationship Type="http://schemas.openxmlformats.org/officeDocument/2006/relationships/slideMaster" Target="/ppt/slideMasters/slideMaster1.xml" Id="Rb39c75cd973641f3" /><Relationship Type="http://schemas.openxmlformats.org/officeDocument/2006/relationships/image" Target="/ppt/media/image27.jpeg" Id="R6b61f05529ab49f4" /></Relationships>
</file>

<file path=ppt/slideLayouts/_rels/slideLayout50.xml.rels>&#65279;<?xml version="1.0" encoding="utf-8"?><Relationships xmlns="http://schemas.openxmlformats.org/package/2006/relationships"><Relationship Type="http://schemas.openxmlformats.org/officeDocument/2006/relationships/slideMaster" Target="/ppt/slideMasters/slideMaster1.xml" Id="R57875f4178764ea3" /></Relationships>
</file>

<file path=ppt/slideLayouts/_rels/slideLayout51.xml.rels>&#65279;<?xml version="1.0" encoding="utf-8"?><Relationships xmlns="http://schemas.openxmlformats.org/package/2006/relationships"><Relationship Type="http://schemas.openxmlformats.org/officeDocument/2006/relationships/slideMaster" Target="/ppt/slideMasters/slideMaster1.xml" Id="R0f9080158dc6458a" /></Relationships>
</file>

<file path=ppt/slideLayouts/_rels/slideLayout52.xml.rels>&#65279;<?xml version="1.0" encoding="utf-8"?><Relationships xmlns="http://schemas.openxmlformats.org/package/2006/relationships"><Relationship Type="http://schemas.openxmlformats.org/officeDocument/2006/relationships/slideMaster" Target="/ppt/slideMasters/slideMaster1.xml" Id="R5ee2b68eb49d41aa" /></Relationships>
</file>

<file path=ppt/slideLayouts/_rels/slideLayout53.xml.rels>&#65279;<?xml version="1.0" encoding="utf-8"?><Relationships xmlns="http://schemas.openxmlformats.org/package/2006/relationships"><Relationship Type="http://schemas.openxmlformats.org/officeDocument/2006/relationships/slideMaster" Target="/ppt/slideMasters/slideMaster1.xml" Id="Ra832915c0cc74144" /><Relationship Type="http://schemas.openxmlformats.org/officeDocument/2006/relationships/image" Target="/ppt/media/image2.png" Id="R637655d593b04a0e" /><Relationship Type="http://schemas.openxmlformats.org/officeDocument/2006/relationships/image" Target="/ppt/media/image2.emf" Id="R2b25dbeff13c4375" /></Relationships>
</file>

<file path=ppt/slideLayouts/_rels/slideLayout54.xml.rels>&#65279;<?xml version="1.0" encoding="utf-8"?><Relationships xmlns="http://schemas.openxmlformats.org/package/2006/relationships"><Relationship Type="http://schemas.openxmlformats.org/officeDocument/2006/relationships/slideMaster" Target="/ppt/slideMasters/slideMaster1.xml" Id="R699fe909b082437c" /></Relationships>
</file>

<file path=ppt/slideLayouts/_rels/slideLayout55.xml.rels>&#65279;<?xml version="1.0" encoding="utf-8"?><Relationships xmlns="http://schemas.openxmlformats.org/package/2006/relationships"><Relationship Type="http://schemas.openxmlformats.org/officeDocument/2006/relationships/slideMaster" Target="/ppt/slideMasters/slideMaster2.xml" Id="Rb8023ffecb734250" /><Relationship Type="http://schemas.openxmlformats.org/officeDocument/2006/relationships/image" Target="/ppt/media/image28.jpeg" Id="Rbb9db8bb605e43e1" /><Relationship Type="http://schemas.openxmlformats.org/officeDocument/2006/relationships/image" Target="/ppt/media/image.emf" Id="R66ebc82c059e4e34" /><Relationship Type="http://schemas.openxmlformats.org/officeDocument/2006/relationships/image" Target="/ppt/media/image3.png" Id="R71026ead9f2945cb" /></Relationships>
</file>

<file path=ppt/slideLayouts/_rels/slideLayout56.xml.rels>&#65279;<?xml version="1.0" encoding="utf-8"?><Relationships xmlns="http://schemas.openxmlformats.org/package/2006/relationships"><Relationship Type="http://schemas.openxmlformats.org/officeDocument/2006/relationships/slideMaster" Target="/ppt/slideMasters/slideMaster2.xml" Id="R3f45b0849fc44f1c" /><Relationship Type="http://schemas.openxmlformats.org/officeDocument/2006/relationships/image" Target="/ppt/media/image4.png" Id="R054ad78feb7c4f72" /><Relationship Type="http://schemas.openxmlformats.org/officeDocument/2006/relationships/image" Target="/ppt/media/image.emf" Id="R2d9308820fd94b1a" /></Relationships>
</file>

<file path=ppt/slideLayouts/_rels/slideLayout57.xml.rels>&#65279;<?xml version="1.0" encoding="utf-8"?><Relationships xmlns="http://schemas.openxmlformats.org/package/2006/relationships"><Relationship Type="http://schemas.openxmlformats.org/officeDocument/2006/relationships/slideMaster" Target="/ppt/slideMasters/slideMaster2.xml" Id="Re5c19f0382d14a07" /><Relationship Type="http://schemas.openxmlformats.org/officeDocument/2006/relationships/image" Target="/ppt/media/image.emf" Id="R5b0e26636eae4614" /></Relationships>
</file>

<file path=ppt/slideLayouts/_rels/slideLayout58.xml.rels>&#65279;<?xml version="1.0" encoding="utf-8"?><Relationships xmlns="http://schemas.openxmlformats.org/package/2006/relationships"><Relationship Type="http://schemas.openxmlformats.org/officeDocument/2006/relationships/slideMaster" Target="/ppt/slideMasters/slideMaster2.xml" Id="Rf69d81df33904d44" /></Relationships>
</file>

<file path=ppt/slideLayouts/_rels/slideLayout59.xml.rels>&#65279;<?xml version="1.0" encoding="utf-8"?><Relationships xmlns="http://schemas.openxmlformats.org/package/2006/relationships"><Relationship Type="http://schemas.openxmlformats.org/officeDocument/2006/relationships/slideMaster" Target="/ppt/slideMasters/slideMaster2.xml" Id="R23e57bde7d2b4c56" /></Relationships>
</file>

<file path=ppt/slideLayouts/_rels/slideLayout60.xml.rels>&#65279;<?xml version="1.0" encoding="utf-8"?><Relationships xmlns="http://schemas.openxmlformats.org/package/2006/relationships"><Relationship Type="http://schemas.openxmlformats.org/officeDocument/2006/relationships/slideMaster" Target="/ppt/slideMasters/slideMaster2.xml" Id="R3e6048b781244015" /></Relationships>
</file>

<file path=ppt/slideLayouts/_rels/slideLayout61.xml.rels>&#65279;<?xml version="1.0" encoding="utf-8"?><Relationships xmlns="http://schemas.openxmlformats.org/package/2006/relationships"><Relationship Type="http://schemas.openxmlformats.org/officeDocument/2006/relationships/slideMaster" Target="/ppt/slideMasters/slideMaster2.xml" Id="R50cfd17d0415449d" /></Relationships>
</file>

<file path=ppt/slideLayouts/_rels/slideLayout62.xml.rels>&#65279;<?xml version="1.0" encoding="utf-8"?><Relationships xmlns="http://schemas.openxmlformats.org/package/2006/relationships"><Relationship Type="http://schemas.openxmlformats.org/officeDocument/2006/relationships/slideMaster" Target="/ppt/slideMasters/slideMaster2.xml" Id="Rddffe0a376c24013" /></Relationships>
</file>

<file path=ppt/slideLayouts/_rels/slideLayout63.xml.rels>&#65279;<?xml version="1.0" encoding="utf-8"?><Relationships xmlns="http://schemas.openxmlformats.org/package/2006/relationships"><Relationship Type="http://schemas.openxmlformats.org/officeDocument/2006/relationships/slideMaster" Target="/ppt/slideMasters/slideMaster2.xml" Id="Rfa308d29bc8b4d65" /></Relationships>
</file>

<file path=ppt/slideLayouts/_rels/slideLayout64.xml.rels>&#65279;<?xml version="1.0" encoding="utf-8"?><Relationships xmlns="http://schemas.openxmlformats.org/package/2006/relationships"><Relationship Type="http://schemas.openxmlformats.org/officeDocument/2006/relationships/slideMaster" Target="/ppt/slideMasters/slideMaster2.xml" Id="Rbc31c1af98cd4f9f" /></Relationships>
</file>

<file path=ppt/slideLayouts/_rels/slideLayout65.xml.rels>&#65279;<?xml version="1.0" encoding="utf-8"?><Relationships xmlns="http://schemas.openxmlformats.org/package/2006/relationships"><Relationship Type="http://schemas.openxmlformats.org/officeDocument/2006/relationships/slideMaster" Target="/ppt/slideMasters/slideMaster2.xml" Id="Rc6b9a5c74ad040ff" /></Relationships>
</file>

<file path=ppt/slideLayouts/_rels/slideLayout66.xml.rels>&#65279;<?xml version="1.0" encoding="utf-8"?><Relationships xmlns="http://schemas.openxmlformats.org/package/2006/relationships"><Relationship Type="http://schemas.openxmlformats.org/officeDocument/2006/relationships/slideMaster" Target="/ppt/slideMasters/slideMaster2.xml" Id="R5d3f924836544e7a" /></Relationships>
</file>

<file path=ppt/slideLayouts/_rels/slideLayout67.xml.rels>&#65279;<?xml version="1.0" encoding="utf-8"?><Relationships xmlns="http://schemas.openxmlformats.org/package/2006/relationships"><Relationship Type="http://schemas.openxmlformats.org/officeDocument/2006/relationships/slideMaster" Target="/ppt/slideMasters/slideMaster2.xml" Id="R71597c772254491c" /></Relationships>
</file>

<file path=ppt/slideLayouts/_rels/slideLayout68.xml.rels>&#65279;<?xml version="1.0" encoding="utf-8"?><Relationships xmlns="http://schemas.openxmlformats.org/package/2006/relationships"><Relationship Type="http://schemas.openxmlformats.org/officeDocument/2006/relationships/slideMaster" Target="/ppt/slideMasters/slideMaster2.xml" Id="R89f6d1bce5014052" /></Relationships>
</file>

<file path=ppt/slideLayouts/_rels/slideLayout69.xml.rels>&#65279;<?xml version="1.0" encoding="utf-8"?><Relationships xmlns="http://schemas.openxmlformats.org/package/2006/relationships"><Relationship Type="http://schemas.openxmlformats.org/officeDocument/2006/relationships/slideMaster" Target="/ppt/slideMasters/slideMaster2.xml" Id="R65bb8034b2ce4d74" /></Relationships>
</file>

<file path=ppt/slideLayouts/_rels/slideLayout70.xml.rels>&#65279;<?xml version="1.0" encoding="utf-8"?><Relationships xmlns="http://schemas.openxmlformats.org/package/2006/relationships"><Relationship Type="http://schemas.openxmlformats.org/officeDocument/2006/relationships/slideMaster" Target="/ppt/slideMasters/slideMaster2.xml" Id="R58ceba08ff734262" /></Relationships>
</file>

<file path=ppt/slideLayouts/_rels/slideLayout71.xml.rels>&#65279;<?xml version="1.0" encoding="utf-8"?><Relationships xmlns="http://schemas.openxmlformats.org/package/2006/relationships"><Relationship Type="http://schemas.openxmlformats.org/officeDocument/2006/relationships/slideMaster" Target="/ppt/slideMasters/slideMaster3.xml" Id="Ra6d8b43ca3604399" /><Relationship Type="http://schemas.openxmlformats.org/officeDocument/2006/relationships/image" Target="/ppt/media/image28.jpeg" Id="Rabef8dea37294e96" /><Relationship Type="http://schemas.openxmlformats.org/officeDocument/2006/relationships/image" Target="/ppt/media/image.emf" Id="R4f8f351b28f64369" /><Relationship Type="http://schemas.openxmlformats.org/officeDocument/2006/relationships/image" Target="/ppt/media/image3.png" Id="R5be996299dff4448" /></Relationships>
</file>

<file path=ppt/slideLayouts/_rels/slideLayout72.xml.rels>&#65279;<?xml version="1.0" encoding="utf-8"?><Relationships xmlns="http://schemas.openxmlformats.org/package/2006/relationships"><Relationship Type="http://schemas.openxmlformats.org/officeDocument/2006/relationships/slideMaster" Target="/ppt/slideMasters/slideMaster3.xml" Id="Rbc69081883b643df" /><Relationship Type="http://schemas.openxmlformats.org/officeDocument/2006/relationships/image" Target="/ppt/media/image4.png" Id="Rdd8c3adbeea143aa" /><Relationship Type="http://schemas.openxmlformats.org/officeDocument/2006/relationships/image" Target="/ppt/media/image.emf" Id="Ra3e4d2838fd64772" /></Relationships>
</file>

<file path=ppt/slideLayouts/_rels/slideLayout73.xml.rels>&#65279;<?xml version="1.0" encoding="utf-8"?><Relationships xmlns="http://schemas.openxmlformats.org/package/2006/relationships"><Relationship Type="http://schemas.openxmlformats.org/officeDocument/2006/relationships/slideMaster" Target="/ppt/slideMasters/slideMaster3.xml" Id="Rd23fb0cefa4545ea" /><Relationship Type="http://schemas.openxmlformats.org/officeDocument/2006/relationships/image" Target="/ppt/media/image.emf" Id="Rc6a82b796bcf4ee9" /></Relationships>
</file>

<file path=ppt/slideLayouts/_rels/slideLayout74.xml.rels>&#65279;<?xml version="1.0" encoding="utf-8"?><Relationships xmlns="http://schemas.openxmlformats.org/package/2006/relationships"><Relationship Type="http://schemas.openxmlformats.org/officeDocument/2006/relationships/slideMaster" Target="/ppt/slideMasters/slideMaster3.xml" Id="Rf83d0b89f6934f30" /></Relationships>
</file>

<file path=ppt/slideLayouts/_rels/slideLayout75.xml.rels>&#65279;<?xml version="1.0" encoding="utf-8"?><Relationships xmlns="http://schemas.openxmlformats.org/package/2006/relationships"><Relationship Type="http://schemas.openxmlformats.org/officeDocument/2006/relationships/slideMaster" Target="/ppt/slideMasters/slideMaster3.xml" Id="R8ae243d531594465" /></Relationships>
</file>

<file path=ppt/slideLayouts/_rels/slideLayout76.xml.rels>&#65279;<?xml version="1.0" encoding="utf-8"?><Relationships xmlns="http://schemas.openxmlformats.org/package/2006/relationships"><Relationship Type="http://schemas.openxmlformats.org/officeDocument/2006/relationships/slideMaster" Target="/ppt/slideMasters/slideMaster3.xml" Id="Rd11624ceb57c40d2" /></Relationships>
</file>

<file path=ppt/slideLayouts/_rels/slideLayout77.xml.rels>&#65279;<?xml version="1.0" encoding="utf-8"?><Relationships xmlns="http://schemas.openxmlformats.org/package/2006/relationships"><Relationship Type="http://schemas.openxmlformats.org/officeDocument/2006/relationships/slideMaster" Target="/ppt/slideMasters/slideMaster3.xml" Id="Re78a73b53bc242fa" /></Relationships>
</file>

<file path=ppt/slideLayouts/_rels/slideLayout78.xml.rels>&#65279;<?xml version="1.0" encoding="utf-8"?><Relationships xmlns="http://schemas.openxmlformats.org/package/2006/relationships"><Relationship Type="http://schemas.openxmlformats.org/officeDocument/2006/relationships/slideMaster" Target="/ppt/slideMasters/slideMaster3.xml" Id="R3682c81bef0b4bb8" /></Relationships>
</file>

<file path=ppt/slideLayouts/_rels/slideLayout79.xml.rels>&#65279;<?xml version="1.0" encoding="utf-8"?><Relationships xmlns="http://schemas.openxmlformats.org/package/2006/relationships"><Relationship Type="http://schemas.openxmlformats.org/officeDocument/2006/relationships/slideMaster" Target="/ppt/slideMasters/slideMaster3.xml" Id="R68c69d3d373c441e" /></Relationships>
</file>

<file path=ppt/slideLayouts/_rels/slideLayout80.xml.rels>&#65279;<?xml version="1.0" encoding="utf-8"?><Relationships xmlns="http://schemas.openxmlformats.org/package/2006/relationships"><Relationship Type="http://schemas.openxmlformats.org/officeDocument/2006/relationships/slideMaster" Target="/ppt/slideMasters/slideMaster3.xml" Id="Rc98575d7b4084368" /></Relationships>
</file>

<file path=ppt/slideLayouts/_rels/slideLayout81.xml.rels>&#65279;<?xml version="1.0" encoding="utf-8"?><Relationships xmlns="http://schemas.openxmlformats.org/package/2006/relationships"><Relationship Type="http://schemas.openxmlformats.org/officeDocument/2006/relationships/slideMaster" Target="/ppt/slideMasters/slideMaster3.xml" Id="R177c10edf64f4c5b" /></Relationships>
</file>

<file path=ppt/slideLayouts/_rels/slideLayout82.xml.rels>&#65279;<?xml version="1.0" encoding="utf-8"?><Relationships xmlns="http://schemas.openxmlformats.org/package/2006/relationships"><Relationship Type="http://schemas.openxmlformats.org/officeDocument/2006/relationships/slideMaster" Target="/ppt/slideMasters/slideMaster3.xml" Id="Rf7bec1e1e47a431d" /></Relationships>
</file>

<file path=ppt/slideLayouts/_rels/slideLayout83.xml.rels>&#65279;<?xml version="1.0" encoding="utf-8"?><Relationships xmlns="http://schemas.openxmlformats.org/package/2006/relationships"><Relationship Type="http://schemas.openxmlformats.org/officeDocument/2006/relationships/slideMaster" Target="/ppt/slideMasters/slideMaster3.xml" Id="R4d10dd62530f4df3" /></Relationships>
</file>

<file path=ppt/slideLayouts/_rels/slideLayout84.xml.rels>&#65279;<?xml version="1.0" encoding="utf-8"?><Relationships xmlns="http://schemas.openxmlformats.org/package/2006/relationships"><Relationship Type="http://schemas.openxmlformats.org/officeDocument/2006/relationships/slideMaster" Target="/ppt/slideMasters/slideMaster3.xml" Id="R53c295ecfa2140a7" /></Relationships>
</file>

<file path=ppt/slideLayouts/_rels/slideLayout85.xml.rels>&#65279;<?xml version="1.0" encoding="utf-8"?><Relationships xmlns="http://schemas.openxmlformats.org/package/2006/relationships"><Relationship Type="http://schemas.openxmlformats.org/officeDocument/2006/relationships/slideMaster" Target="/ppt/slideMasters/slideMaster3.xml" Id="R6f57f3eac75645a4" /></Relationships>
</file>

<file path=ppt/slideLayouts/_rels/slideLayout86.xml.rels>&#65279;<?xml version="1.0" encoding="utf-8"?><Relationships xmlns="http://schemas.openxmlformats.org/package/2006/relationships"><Relationship Type="http://schemas.openxmlformats.org/officeDocument/2006/relationships/slideMaster" Target="/ppt/slideMasters/slideMaster3.xml" Id="R824dc1cdb4454d12" /><Relationship Type="http://schemas.openxmlformats.org/officeDocument/2006/relationships/image" Target="/ppt/media/image5.png" Id="Ra532d39ea47545af" /></Relationships>
</file>

<file path=ppt/slideLayouts/_rels/slideLayout87.xml.rels>&#65279;<?xml version="1.0" encoding="utf-8"?><Relationships xmlns="http://schemas.openxmlformats.org/package/2006/relationships"><Relationship Type="http://schemas.openxmlformats.org/officeDocument/2006/relationships/slideMaster" Target="/ppt/slideMasters/slideMaster3.xml" Id="R6f20a3e1fd7340a4" /></Relationships>
</file>

<file path=ppt/slideLayouts/_rels/slideLayout88.xml.rels>&#65279;<?xml version="1.0" encoding="utf-8"?><Relationships xmlns="http://schemas.openxmlformats.org/package/2006/relationships"><Relationship Type="http://schemas.openxmlformats.org/officeDocument/2006/relationships/slideMaster" Target="/ppt/slideMasters/slideMaster4.xml" Id="R2716af056557464e" /><Relationship Type="http://schemas.openxmlformats.org/officeDocument/2006/relationships/image" Target="/ppt/media/image28.jpeg" Id="Rea63b08f68c74c20" /><Relationship Type="http://schemas.openxmlformats.org/officeDocument/2006/relationships/image" Target="/ppt/media/image.emf" Id="R313b81bba20e4e96" /><Relationship Type="http://schemas.openxmlformats.org/officeDocument/2006/relationships/image" Target="/ppt/media/image6.png" Id="Rb2024a5c23134383" /></Relationships>
</file>

<file path=ppt/slideLayouts/_rels/slideLayout89.xml.rels>&#65279;<?xml version="1.0" encoding="utf-8"?><Relationships xmlns="http://schemas.openxmlformats.org/package/2006/relationships"><Relationship Type="http://schemas.openxmlformats.org/officeDocument/2006/relationships/slideMaster" Target="/ppt/slideMasters/slideMaster4.xml" Id="R5a90461f55ed431e" /><Relationship Type="http://schemas.openxmlformats.org/officeDocument/2006/relationships/image" Target="/ppt/media/image4.png" Id="R8e5bfe993ca54590" /><Relationship Type="http://schemas.openxmlformats.org/officeDocument/2006/relationships/image" Target="/ppt/media/image.emf" Id="R4746fcacf0f14110" /></Relationships>
</file>

<file path=ppt/slideLayouts/_rels/slideLayout90.xml.rels>&#65279;<?xml version="1.0" encoding="utf-8"?><Relationships xmlns="http://schemas.openxmlformats.org/package/2006/relationships"><Relationship Type="http://schemas.openxmlformats.org/officeDocument/2006/relationships/slideMaster" Target="/ppt/slideMasters/slideMaster4.xml" Id="Rb03dcad801c64e4f" /><Relationship Type="http://schemas.openxmlformats.org/officeDocument/2006/relationships/image" Target="/ppt/media/image.emf" Id="Ref6ade2c3e1047e5" /></Relationships>
</file>

<file path=ppt/slideLayouts/_rels/slideLayout91.xml.rels>&#65279;<?xml version="1.0" encoding="utf-8"?><Relationships xmlns="http://schemas.openxmlformats.org/package/2006/relationships"><Relationship Type="http://schemas.openxmlformats.org/officeDocument/2006/relationships/slideMaster" Target="/ppt/slideMasters/slideMaster4.xml" Id="Rb928de2ff0c94618" /></Relationships>
</file>

<file path=ppt/slideLayouts/_rels/slideLayout92.xml.rels>&#65279;<?xml version="1.0" encoding="utf-8"?><Relationships xmlns="http://schemas.openxmlformats.org/package/2006/relationships"><Relationship Type="http://schemas.openxmlformats.org/officeDocument/2006/relationships/slideMaster" Target="/ppt/slideMasters/slideMaster4.xml" Id="Rbcf78641c3784663" /></Relationships>
</file>

<file path=ppt/slideLayouts/_rels/slideLayout93.xml.rels>&#65279;<?xml version="1.0" encoding="utf-8"?><Relationships xmlns="http://schemas.openxmlformats.org/package/2006/relationships"><Relationship Type="http://schemas.openxmlformats.org/officeDocument/2006/relationships/slideMaster" Target="/ppt/slideMasters/slideMaster4.xml" Id="R0ea912240e2644d4" /></Relationships>
</file>

<file path=ppt/slideLayouts/_rels/slideLayout94.xml.rels>&#65279;<?xml version="1.0" encoding="utf-8"?><Relationships xmlns="http://schemas.openxmlformats.org/package/2006/relationships"><Relationship Type="http://schemas.openxmlformats.org/officeDocument/2006/relationships/slideMaster" Target="/ppt/slideMasters/slideMaster4.xml" Id="Rd920f01671824588" /></Relationships>
</file>

<file path=ppt/slideLayouts/_rels/slideLayout95.xml.rels>&#65279;<?xml version="1.0" encoding="utf-8"?><Relationships xmlns="http://schemas.openxmlformats.org/package/2006/relationships"><Relationship Type="http://schemas.openxmlformats.org/officeDocument/2006/relationships/slideMaster" Target="/ppt/slideMasters/slideMaster4.xml" Id="Rb2683e7bcf9e4679" /></Relationships>
</file>

<file path=ppt/slideLayouts/_rels/slideLayout96.xml.rels>&#65279;<?xml version="1.0" encoding="utf-8"?><Relationships xmlns="http://schemas.openxmlformats.org/package/2006/relationships"><Relationship Type="http://schemas.openxmlformats.org/officeDocument/2006/relationships/slideMaster" Target="/ppt/slideMasters/slideMaster4.xml" Id="R388d1a46a79e444f" /></Relationships>
</file>

<file path=ppt/slideLayouts/_rels/slideLayout97.xml.rels>&#65279;<?xml version="1.0" encoding="utf-8"?><Relationships xmlns="http://schemas.openxmlformats.org/package/2006/relationships"><Relationship Type="http://schemas.openxmlformats.org/officeDocument/2006/relationships/slideMaster" Target="/ppt/slideMasters/slideMaster4.xml" Id="Rb5810e90bf7a445c" /></Relationships>
</file>

<file path=ppt/slideLayouts/_rels/slideLayout98.xml.rels>&#65279;<?xml version="1.0" encoding="utf-8"?><Relationships xmlns="http://schemas.openxmlformats.org/package/2006/relationships"><Relationship Type="http://schemas.openxmlformats.org/officeDocument/2006/relationships/slideMaster" Target="/ppt/slideMasters/slideMaster4.xml" Id="R78fad4700b8b4bfd" /></Relationships>
</file>

<file path=ppt/slideLayouts/_rels/slideLayout99.xml.rels>&#65279;<?xml version="1.0" encoding="utf-8"?><Relationships xmlns="http://schemas.openxmlformats.org/package/2006/relationships"><Relationship Type="http://schemas.openxmlformats.org/officeDocument/2006/relationships/slideMaster" Target="/ppt/slideMasters/slideMaster4.xml" Id="R67d98ffa5e534a10" /></Relationships>
</file>

<file path=ppt/slideLayouts/_rels/slideLayout100.xml.rels>&#65279;<?xml version="1.0" encoding="utf-8"?><Relationships xmlns="http://schemas.openxmlformats.org/package/2006/relationships"><Relationship Type="http://schemas.openxmlformats.org/officeDocument/2006/relationships/slideMaster" Target="/ppt/slideMasters/slideMaster4.xml" Id="R384c671ec66d442e" /></Relationships>
</file>

<file path=ppt/slideLayouts/_rels/slideLayout101.xml.rels>&#65279;<?xml version="1.0" encoding="utf-8"?><Relationships xmlns="http://schemas.openxmlformats.org/package/2006/relationships"><Relationship Type="http://schemas.openxmlformats.org/officeDocument/2006/relationships/slideMaster" Target="/ppt/slideMasters/slideMaster4.xml" Id="R9dca2b6f41d34d69" /></Relationships>
</file>

<file path=ppt/slideLayouts/_rels/slideLayout102.xml.rels>&#65279;<?xml version="1.0" encoding="utf-8"?><Relationships xmlns="http://schemas.openxmlformats.org/package/2006/relationships"><Relationship Type="http://schemas.openxmlformats.org/officeDocument/2006/relationships/slideMaster" Target="/ppt/slideMasters/slideMaster4.xml" Id="R535f23485f3f46d7" /></Relationships>
</file>

<file path=ppt/slideLayouts/_rels/slideLayout103.xml.rels>&#65279;<?xml version="1.0" encoding="utf-8"?><Relationships xmlns="http://schemas.openxmlformats.org/package/2006/relationships"><Relationship Type="http://schemas.openxmlformats.org/officeDocument/2006/relationships/slideMaster" Target="/ppt/slideMasters/slideMaster4.xml" Id="Rb848a13aac8c4261" /><Relationship Type="http://schemas.openxmlformats.org/officeDocument/2006/relationships/image" Target="/ppt/media/image2.jpeg" Id="R5536ec5b101f431b" /></Relationships>
</file>

<file path=ppt/slideLayouts/_rels/slideLayout104.xml.rels>&#65279;<?xml version="1.0" encoding="utf-8"?><Relationships xmlns="http://schemas.openxmlformats.org/package/2006/relationships"><Relationship Type="http://schemas.openxmlformats.org/officeDocument/2006/relationships/slideMaster" Target="/ppt/slideMasters/slideMaster4.xml" Id="R1aa0e08ace4d4ca7" /><Relationship Type="http://schemas.openxmlformats.org/officeDocument/2006/relationships/image" Target="/ppt/media/image2.jpeg" Id="R2cde637e9c0a4611" /></Relationships>
</file>

<file path=ppt/slideLayouts/_rels/slideLayout105.xml.rels>&#65279;<?xml version="1.0" encoding="utf-8"?><Relationships xmlns="http://schemas.openxmlformats.org/package/2006/relationships"><Relationship Type="http://schemas.openxmlformats.org/officeDocument/2006/relationships/slideMaster" Target="/ppt/slideMasters/slideMaster4.xml" Id="R93b478b656ea4e9b" /><Relationship Type="http://schemas.openxmlformats.org/officeDocument/2006/relationships/image" Target="/ppt/media/image2.jpeg" Id="R1ec610dd97cc4172" /></Relationships>
</file>

<file path=ppt/slideLayouts/_rels/slideLayout106.xml.rels>&#65279;<?xml version="1.0" encoding="utf-8"?><Relationships xmlns="http://schemas.openxmlformats.org/package/2006/relationships"><Relationship Type="http://schemas.openxmlformats.org/officeDocument/2006/relationships/slideMaster" Target="/ppt/slideMasters/slideMaster4.xml" Id="R04d75eaeec024b97" /><Relationship Type="http://schemas.openxmlformats.org/officeDocument/2006/relationships/image" Target="/ppt/media/image3.jpeg" Id="Rad6f4af165df40a5" /></Relationships>
</file>

<file path=ppt/slideLayouts/_rels/slideLayout107.xml.rels>&#65279;<?xml version="1.0" encoding="utf-8"?><Relationships xmlns="http://schemas.openxmlformats.org/package/2006/relationships"><Relationship Type="http://schemas.openxmlformats.org/officeDocument/2006/relationships/slideMaster" Target="/ppt/slideMasters/slideMaster4.xml" Id="R7dc93999980840cd" /><Relationship Type="http://schemas.openxmlformats.org/officeDocument/2006/relationships/image" Target="/ppt/media/image3.jpeg" Id="R178ede0ac6054c2c" /></Relationships>
</file>

<file path=ppt/slideLayouts/_rels/slideLayout108.xml.rels>&#65279;<?xml version="1.0" encoding="utf-8"?><Relationships xmlns="http://schemas.openxmlformats.org/package/2006/relationships"><Relationship Type="http://schemas.openxmlformats.org/officeDocument/2006/relationships/slideMaster" Target="/ppt/slideMasters/slideMaster4.xml" Id="R0f9912acb5254653" /><Relationship Type="http://schemas.openxmlformats.org/officeDocument/2006/relationships/image" Target="/ppt/media/image3.jpeg" Id="Rbd50032e783e46a6" /></Relationships>
</file>

<file path=ppt/slideLayouts/_rels/slideLayout109.xml.rels>&#65279;<?xml version="1.0" encoding="utf-8"?><Relationships xmlns="http://schemas.openxmlformats.org/package/2006/relationships"><Relationship Type="http://schemas.openxmlformats.org/officeDocument/2006/relationships/slideMaster" Target="/ppt/slideMasters/slideMaster4.xml" Id="Ra83e1ae849a74b9c" /><Relationship Type="http://schemas.openxmlformats.org/officeDocument/2006/relationships/image" Target="/ppt/media/image4.jpeg" Id="R697a549b843a4964" /></Relationships>
</file>

<file path=ppt/slideLayouts/_rels/slideLayout110.xml.rels>&#65279;<?xml version="1.0" encoding="utf-8"?><Relationships xmlns="http://schemas.openxmlformats.org/package/2006/relationships"><Relationship Type="http://schemas.openxmlformats.org/officeDocument/2006/relationships/slideMaster" Target="/ppt/slideMasters/slideMaster4.xml" Id="Rc497c312a9d14620" /><Relationship Type="http://schemas.openxmlformats.org/officeDocument/2006/relationships/image" Target="/ppt/media/image4.jpeg" Id="R6a8d8bd42bb54fef" /></Relationships>
</file>

<file path=ppt/slideLayouts/_rels/slideLayout111.xml.rels>&#65279;<?xml version="1.0" encoding="utf-8"?><Relationships xmlns="http://schemas.openxmlformats.org/package/2006/relationships"><Relationship Type="http://schemas.openxmlformats.org/officeDocument/2006/relationships/slideMaster" Target="/ppt/slideMasters/slideMaster4.xml" Id="R8f6e8b72a5304f84" /><Relationship Type="http://schemas.openxmlformats.org/officeDocument/2006/relationships/image" Target="/ppt/media/image5.jpeg" Id="R186c1bd44dd749ef" /><Relationship Type="http://schemas.openxmlformats.org/officeDocument/2006/relationships/image" Target="/ppt/media/image6.jpeg" Id="Ra4e369cab09b47b1" /></Relationships>
</file>

<file path=ppt/slideLayouts/_rels/slideLayout112.xml.rels>&#65279;<?xml version="1.0" encoding="utf-8"?><Relationships xmlns="http://schemas.openxmlformats.org/package/2006/relationships"><Relationship Type="http://schemas.openxmlformats.org/officeDocument/2006/relationships/slideMaster" Target="/ppt/slideMasters/slideMaster4.xml" Id="Rc3b14c6c19c1491e" /><Relationship Type="http://schemas.openxmlformats.org/officeDocument/2006/relationships/image" Target="/ppt/media/image2.jpeg" Id="R332976c682834b9e" /><Relationship Type="http://schemas.openxmlformats.org/officeDocument/2006/relationships/image" Target="/ppt/media/image7.jpeg" Id="Rd3669389955b47d2" /><Relationship Type="http://schemas.openxmlformats.org/officeDocument/2006/relationships/image" Target="/ppt/media/image8.jpeg" Id="Rb096d971fa604927" /></Relationships>
</file>

<file path=ppt/slideLayouts/_rels/slideLayout113.xml.rels>&#65279;<?xml version="1.0" encoding="utf-8"?><Relationships xmlns="http://schemas.openxmlformats.org/package/2006/relationships"><Relationship Type="http://schemas.openxmlformats.org/officeDocument/2006/relationships/slideMaster" Target="/ppt/slideMasters/slideMaster4.xml" Id="Ra4768626a4824374" /><Relationship Type="http://schemas.openxmlformats.org/officeDocument/2006/relationships/image" Target="/ppt/media/image2.jpeg" Id="R6826371eb78747d6" /><Relationship Type="http://schemas.openxmlformats.org/officeDocument/2006/relationships/image" Target="/ppt/media/image7.jpeg" Id="R0e393651a2a34993" /><Relationship Type="http://schemas.openxmlformats.org/officeDocument/2006/relationships/image" Target="/ppt/media/image8.jpeg" Id="Ra42fc8971b8c43cf" /><Relationship Type="http://schemas.openxmlformats.org/officeDocument/2006/relationships/image" Target="/ppt/media/image9.jpeg" Id="R4310a53430b54a71" /></Relationships>
</file>

<file path=ppt/slideLayouts/_rels/slideLayout114.xml.rels>&#65279;<?xml version="1.0" encoding="utf-8"?><Relationships xmlns="http://schemas.openxmlformats.org/package/2006/relationships"><Relationship Type="http://schemas.openxmlformats.org/officeDocument/2006/relationships/slideMaster" Target="/ppt/slideMasters/slideMaster4.xml" Id="Rcbbdb678f81a427e" /><Relationship Type="http://schemas.openxmlformats.org/officeDocument/2006/relationships/image" Target="/ppt/media/image10.jpeg" Id="R5b0cf9ba01cc4799" /><Relationship Type="http://schemas.openxmlformats.org/officeDocument/2006/relationships/image" Target="/ppt/media/image11.jpeg" Id="R70ee164a28c744c2" /></Relationships>
</file>

<file path=ppt/slideLayouts/_rels/slideLayout115.xml.rels>&#65279;<?xml version="1.0" encoding="utf-8"?><Relationships xmlns="http://schemas.openxmlformats.org/package/2006/relationships"><Relationship Type="http://schemas.openxmlformats.org/officeDocument/2006/relationships/slideMaster" Target="/ppt/slideMasters/slideMaster4.xml" Id="R3e52f3aa422e49d4" /><Relationship Type="http://schemas.openxmlformats.org/officeDocument/2006/relationships/image" Target="/ppt/media/image12.jpeg" Id="R22618e8392a94d6b" /><Relationship Type="http://schemas.openxmlformats.org/officeDocument/2006/relationships/image" Target="/ppt/media/image13.jpeg" Id="Rd4cb02d62c534ec3" /><Relationship Type="http://schemas.openxmlformats.org/officeDocument/2006/relationships/image" Target="/ppt/media/image14.jpeg" Id="R90afdfedb6274926" /></Relationships>
</file>

<file path=ppt/slideLayouts/_rels/slideLayout116.xml.rels>&#65279;<?xml version="1.0" encoding="utf-8"?><Relationships xmlns="http://schemas.openxmlformats.org/package/2006/relationships"><Relationship Type="http://schemas.openxmlformats.org/officeDocument/2006/relationships/slideMaster" Target="/ppt/slideMasters/slideMaster4.xml" Id="Reb8b2553a9aa4a12" /><Relationship Type="http://schemas.openxmlformats.org/officeDocument/2006/relationships/image" Target="/ppt/media/image15.jpeg" Id="Rd8aaf52eb6094ff5" /><Relationship Type="http://schemas.openxmlformats.org/officeDocument/2006/relationships/image" Target="/ppt/media/image16.jpeg" Id="Rd5d3f9f0fa384b41" /><Relationship Type="http://schemas.openxmlformats.org/officeDocument/2006/relationships/image" Target="/ppt/media/image17.jpeg" Id="R9f7346948f8c4f13" /><Relationship Type="http://schemas.openxmlformats.org/officeDocument/2006/relationships/image" Target="/ppt/media/image18.jpeg" Id="Rd66c6e8745844658" /></Relationships>
</file>

<file path=ppt/slideLayouts/_rels/slideLayout117.xml.rels>&#65279;<?xml version="1.0" encoding="utf-8"?><Relationships xmlns="http://schemas.openxmlformats.org/package/2006/relationships"><Relationship Type="http://schemas.openxmlformats.org/officeDocument/2006/relationships/slideMaster" Target="/ppt/slideMasters/slideMaster4.xml" Id="R079b26ac6b914e8f" /><Relationship Type="http://schemas.openxmlformats.org/officeDocument/2006/relationships/image" Target="/ppt/media/image2.jpeg" Id="Rebbbf087c6dd4139" /><Relationship Type="http://schemas.openxmlformats.org/officeDocument/2006/relationships/image" Target="/ppt/media/image7.jpeg" Id="Rc1e42588cf0047ad" /><Relationship Type="http://schemas.openxmlformats.org/officeDocument/2006/relationships/image" Target="/ppt/media/image8.jpeg" Id="R71774cf9d6804357" /><Relationship Type="http://schemas.openxmlformats.org/officeDocument/2006/relationships/image" Target="/ppt/media/image9.jpeg" Id="Rc391ff6ac37e4414" /><Relationship Type="http://schemas.openxmlformats.org/officeDocument/2006/relationships/image" Target="/ppt/media/image19.jpeg" Id="R6a75e8c65ff04bec" /></Relationships>
</file>

<file path=ppt/slideLayouts/_rels/slideLayout118.xml.rels>&#65279;<?xml version="1.0" encoding="utf-8"?><Relationships xmlns="http://schemas.openxmlformats.org/package/2006/relationships"><Relationship Type="http://schemas.openxmlformats.org/officeDocument/2006/relationships/slideMaster" Target="/ppt/slideMasters/slideMaster4.xml" Id="R2e9c08d543ad4f37" /><Relationship Type="http://schemas.openxmlformats.org/officeDocument/2006/relationships/image" Target="/ppt/media/image2.jpeg" Id="Rf30d42c1814e402b" /><Relationship Type="http://schemas.openxmlformats.org/officeDocument/2006/relationships/image" Target="/ppt/media/image7.jpeg" Id="R1c5eabc53e9742e1" /><Relationship Type="http://schemas.openxmlformats.org/officeDocument/2006/relationships/image" Target="/ppt/media/image8.jpeg" Id="R0599af56340c427e" /></Relationships>
</file>

<file path=ppt/slideLayouts/_rels/slideLayout119.xml.rels>&#65279;<?xml version="1.0" encoding="utf-8"?><Relationships xmlns="http://schemas.openxmlformats.org/package/2006/relationships"><Relationship Type="http://schemas.openxmlformats.org/officeDocument/2006/relationships/slideMaster" Target="/ppt/slideMasters/slideMaster4.xml" Id="R62e3f9444bd64d1e" /><Relationship Type="http://schemas.openxmlformats.org/officeDocument/2006/relationships/image" Target="/ppt/media/image2.jpeg" Id="Recc1657c211a4118" /><Relationship Type="http://schemas.openxmlformats.org/officeDocument/2006/relationships/image" Target="/ppt/media/image7.jpeg" Id="Rf15b460a53e64557" /><Relationship Type="http://schemas.openxmlformats.org/officeDocument/2006/relationships/image" Target="/ppt/media/image8.jpeg" Id="Rdc4e2cfa1d6b4d53" /><Relationship Type="http://schemas.openxmlformats.org/officeDocument/2006/relationships/image" Target="/ppt/media/image9.jpeg" Id="Refb738734a874816" /></Relationships>
</file>

<file path=ppt/slideLayouts/_rels/slideLayout120.xml.rels>&#65279;<?xml version="1.0" encoding="utf-8"?><Relationships xmlns="http://schemas.openxmlformats.org/package/2006/relationships"><Relationship Type="http://schemas.openxmlformats.org/officeDocument/2006/relationships/slideMaster" Target="/ppt/slideMasters/slideMaster4.xml" Id="R7feee1037c0c4410" /><Relationship Type="http://schemas.openxmlformats.org/officeDocument/2006/relationships/image" Target="/ppt/media/image20.jpeg" Id="R245fe998fddc4846" /><Relationship Type="http://schemas.openxmlformats.org/officeDocument/2006/relationships/image" Target="/ppt/media/image21.jpeg" Id="Rf75073a0348749b9" /><Relationship Type="http://schemas.openxmlformats.org/officeDocument/2006/relationships/image" Target="/ppt/media/image22.jpeg" Id="R14ce0a37b1b84c4c" /><Relationship Type="http://schemas.openxmlformats.org/officeDocument/2006/relationships/image" Target="/ppt/media/image23.jpeg" Id="R09c95f9275264330" /><Relationship Type="http://schemas.openxmlformats.org/officeDocument/2006/relationships/image" Target="/ppt/media/image24.jpeg" Id="R7046291f2b714428" /></Relationships>
</file>

<file path=ppt/slideLayouts/_rels/slideLayout121.xml.rels>&#65279;<?xml version="1.0" encoding="utf-8"?><Relationships xmlns="http://schemas.openxmlformats.org/package/2006/relationships"><Relationship Type="http://schemas.openxmlformats.org/officeDocument/2006/relationships/slideMaster" Target="/ppt/slideMasters/slideMaster4.xml" Id="Re828beda41ca4e92" /></Relationships>
</file>

<file path=ppt/slideLayouts/_rels/slideLayout122.xml.rels>&#65279;<?xml version="1.0" encoding="utf-8"?><Relationships xmlns="http://schemas.openxmlformats.org/package/2006/relationships"><Relationship Type="http://schemas.openxmlformats.org/officeDocument/2006/relationships/slideMaster" Target="/ppt/slideMasters/slideMaster4.xml" Id="R151e50e6015a4149" /></Relationships>
</file>

<file path=ppt/slideLayouts/_rels/slideLayout123.xml.rels>&#65279;<?xml version="1.0" encoding="utf-8"?><Relationships xmlns="http://schemas.openxmlformats.org/package/2006/relationships"><Relationship Type="http://schemas.openxmlformats.org/officeDocument/2006/relationships/slideMaster" Target="/ppt/slideMasters/slideMaster4.xml" Id="Rc620417c52394ddd" /></Relationships>
</file>

<file path=ppt/slideLayouts/_rels/slideLayout124.xml.rels>&#65279;<?xml version="1.0" encoding="utf-8"?><Relationships xmlns="http://schemas.openxmlformats.org/package/2006/relationships"><Relationship Type="http://schemas.openxmlformats.org/officeDocument/2006/relationships/slideMaster" Target="/ppt/slideMasters/slideMaster4.xml" Id="R5f3cc316a34c4bf5" /></Relationships>
</file>

<file path=ppt/slideLayouts/_rels/slideLayout125.xml.rels>&#65279;<?xml version="1.0" encoding="utf-8"?><Relationships xmlns="http://schemas.openxmlformats.org/package/2006/relationships"><Relationship Type="http://schemas.openxmlformats.org/officeDocument/2006/relationships/slideMaster" Target="/ppt/slideMasters/slideMaster4.xml" Id="Ra98aa10cefdb4183" /></Relationships>
</file>

<file path=ppt/slideLayouts/_rels/slideLayout126.xml.rels>&#65279;<?xml version="1.0" encoding="utf-8"?><Relationships xmlns="http://schemas.openxmlformats.org/package/2006/relationships"><Relationship Type="http://schemas.openxmlformats.org/officeDocument/2006/relationships/slideMaster" Target="/ppt/slideMasters/slideMaster4.xml" Id="R3d73f164ba89420a" /></Relationships>
</file>

<file path=ppt/slideLayouts/_rels/slideLayout127.xml.rels>&#65279;<?xml version="1.0" encoding="utf-8"?><Relationships xmlns="http://schemas.openxmlformats.org/package/2006/relationships"><Relationship Type="http://schemas.openxmlformats.org/officeDocument/2006/relationships/slideMaster" Target="/ppt/slideMasters/slideMaster4.xml" Id="Rd435bea0b0304861" /></Relationships>
</file>

<file path=ppt/slideLayouts/_rels/slideLayout128.xml.rels>&#65279;<?xml version="1.0" encoding="utf-8"?><Relationships xmlns="http://schemas.openxmlformats.org/package/2006/relationships"><Relationship Type="http://schemas.openxmlformats.org/officeDocument/2006/relationships/slideMaster" Target="/ppt/slideMasters/slideMaster4.xml" Id="R484f1e0fd7ff457e" /><Relationship Type="http://schemas.openxmlformats.org/officeDocument/2006/relationships/image" Target="/ppt/media/image29.jpeg" Id="Re5365645dc3741fd" /></Relationships>
</file>

<file path=ppt/slideLayouts/_rels/slideLayout129.xml.rels>&#65279;<?xml version="1.0" encoding="utf-8"?><Relationships xmlns="http://schemas.openxmlformats.org/package/2006/relationships"><Relationship Type="http://schemas.openxmlformats.org/officeDocument/2006/relationships/slideMaster" Target="/ppt/slideMasters/slideMaster4.xml" Id="Re3bfd8e6cb634498" /></Relationships>
</file>

<file path=ppt/slideLayouts/_rels/slideLayout130.xml.rels>&#65279;<?xml version="1.0" encoding="utf-8"?><Relationships xmlns="http://schemas.openxmlformats.org/package/2006/relationships"><Relationship Type="http://schemas.openxmlformats.org/officeDocument/2006/relationships/slideMaster" Target="/ppt/slideMasters/slideMaster4.xml" Id="R37d78d712d6f49c3" /><Relationship Type="http://schemas.openxmlformats.org/officeDocument/2006/relationships/image" Target="/ppt/media/image5.png" Id="Rda559fb520d3451d" /></Relationships>
</file>

<file path=ppt/slideLayouts/_rels/slideLayout131.xml.rels>&#65279;<?xml version="1.0" encoding="utf-8"?><Relationships xmlns="http://schemas.openxmlformats.org/package/2006/relationships"><Relationship Type="http://schemas.openxmlformats.org/officeDocument/2006/relationships/slideMaster" Target="/ppt/slideMasters/slideMaster4.xml" Id="R78b31c7d1d824be3" /></Relationships>
</file>

<file path=ppt/slideLayouts/_rels/slideLayout132.xml.rels>&#65279;<?xml version="1.0" encoding="utf-8"?><Relationships xmlns="http://schemas.openxmlformats.org/package/2006/relationships"><Relationship Type="http://schemas.openxmlformats.org/officeDocument/2006/relationships/slideMaster" Target="/ppt/slideMasters/slideMaster4.xml" Id="R7dc4f9456e3b46d7" /></Relationships>
</file>

<file path=ppt/slideLayouts/_rels/slideLayout133.xml.rels>&#65279;<?xml version="1.0" encoding="utf-8"?><Relationships xmlns="http://schemas.openxmlformats.org/package/2006/relationships"><Relationship Type="http://schemas.openxmlformats.org/officeDocument/2006/relationships/slideMaster" Target="/ppt/slideMasters/slideMaster4.xml" Id="R11294ed261344fe3" /></Relationships>
</file>

<file path=ppt/slideLayouts/_rels/slideLayout134.xml.rels>&#65279;<?xml version="1.0" encoding="utf-8"?><Relationships xmlns="http://schemas.openxmlformats.org/package/2006/relationships"><Relationship Type="http://schemas.openxmlformats.org/officeDocument/2006/relationships/slideMaster" Target="/ppt/slideMasters/slideMaster4.xml" Id="R02c7a0adcee5418e" /><Relationship Type="http://schemas.openxmlformats.org/officeDocument/2006/relationships/image" Target="/ppt/media/image.emf" Id="R2667b28dedd441c1" /></Relationships>
</file>

<file path=ppt/slideLayouts/_rels/slideLayout135.xml.rels>&#65279;<?xml version="1.0" encoding="utf-8"?><Relationships xmlns="http://schemas.openxmlformats.org/package/2006/relationships"><Relationship Type="http://schemas.openxmlformats.org/officeDocument/2006/relationships/slideMaster" Target="/ppt/slideMasters/slideMaster4.xml" Id="R8f624d92e7464805" /></Relationships>
</file>

<file path=ppt/slideLayouts/_rels/slideLayout136.xml.rels>&#65279;<?xml version="1.0" encoding="utf-8"?><Relationships xmlns="http://schemas.openxmlformats.org/package/2006/relationships"><Relationship Type="http://schemas.openxmlformats.org/officeDocument/2006/relationships/slideMaster" Target="/ppt/slideMasters/slideMaster4.xml" Id="Ra4b2af5c8c194fad" /><Relationship Type="http://schemas.openxmlformats.org/officeDocument/2006/relationships/image" Target="/ppt/media/image27.jpeg" Id="Rd3505f1a51e04359" /></Relationships>
</file>

<file path=ppt/slideLayouts/slideLayout1.xml><?xml version="1.0" encoding="utf-8"?>
<p:sldLayout xmlns:p="http://schemas.openxmlformats.org/presentationml/2006/main" preserve="1" userDrawn="1">
  <p:cSld name="Walkin">
    <p:spTree>
      <p:nvGrpSpPr>
        <p:cNvPr id="1" name=""/>
        <p:cNvGrpSpPr/>
        <p:nvPr/>
      </p:nvGrpSpPr>
      <p:grpSpPr>
        <a:xfrm xmlns:a="http://schemas.openxmlformats.org/drawingml/2006/main"/>
      </p:grpSpPr>
      <p:pic>
        <p:nvPicPr>
          <p:cNvPr id="7" name="Picture 6">
            <a:extLst xmlns:a="http://schemas.openxmlformats.org/drawingml/2006/main">
              <a:ext uri="{FF2B5EF4-FFF2-40B4-BE49-F238E27FC236}">
                <a16:creationId xmlns:a16="http://schemas.microsoft.com/office/drawing/2014/main" id="{7874A461-3E6E-47C1-8F22-0F496552E65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d1acb7fcfb8442b"/>
          <a:srcRect xmlns:a="http://schemas.openxmlformats.org/drawingml/2006/main" l="0" t="70" r="0" b="24"/>
          <a:stretch xmlns:a="http://schemas.openxmlformats.org/drawingml/2006/main"/>
        </p:blipFill>
        <p:spPr>
          <a:xfrm xmlns:a="http://schemas.openxmlformats.org/drawingml/2006/main">
            <a:off x="0" y="0"/>
            <a:ext cx="9144000" cy="5143500"/>
          </a:xfrm>
          <a:prstGeom xmlns:a="http://schemas.openxmlformats.org/drawingml/2006/main" prst="rect">
            <a:avLst/>
          </a:prstGeom>
        </p:spPr>
      </p:pic>
      <p:pic>
        <p:nvPicPr>
          <p:cNvPr id="3" name="MS logo white - EMF">
            <a:extLst xmlns:a="http://schemas.openxmlformats.org/drawingml/2006/main">
              <a:ext uri="{FF2B5EF4-FFF2-40B4-BE49-F238E27FC236}">
                <a16:creationId xmlns:a16="http://schemas.microsoft.com/office/drawing/2014/main" id="{D4ADAEE1-ECF3-4A1C-AD94-304EDCDA7496}"/>
              </a:ext>
            </a:extLst>
          </p:cNvPr>
          <p:cNvPicPr>
            <a:picLocks xmlns:a="http://schemas.openxmlformats.org/drawingml/2006/main" noChangeAspect="1"/>
          </p:cNvPicPr>
          <p:nvPr/>
        </p:nvPicPr>
        <p:blipFill>
          <a:blip xmlns:r="http://schemas.openxmlformats.org/officeDocument/2006/relationships" xmlns:a="http://schemas.openxmlformats.org/drawingml/2006/main" r:embed="R98420d231d3e4ba2"/>
          <a:stretch xmlns:a="http://schemas.openxmlformats.org/drawingml/2006/main">
            <a:fillRect l="0" t="0" r="0" b="0"/>
          </a:stretch>
        </p:blipFill>
        <p:spPr>
          <a:xfrm xmlns:a="http://schemas.openxmlformats.org/drawingml/2006/main">
            <a:off x="438150" y="439341"/>
            <a:ext cx="1024684" cy="219456"/>
          </a:xfrm>
          <a:prstGeom xmlns:a="http://schemas.openxmlformats.org/drawingml/2006/main" prst="rect">
            <a:avLst/>
          </a:prstGeom>
        </p:spPr>
      </p:pic>
      <p:sp>
        <p:nvSpPr>
          <p:cNvPr id="4" name="Graphic 2">
            <a:extLst xmlns:a="http://schemas.openxmlformats.org/drawingml/2006/main">
              <a:ext uri="{FF2B5EF4-FFF2-40B4-BE49-F238E27FC236}">
                <a16:creationId xmlns:a16="http://schemas.microsoft.com/office/drawing/2014/main" id="{220B550E-97E1-0E02-F2DC-A8FC17FE76CC}"/>
              </a:ext>
            </a:extLst>
          </p:cNvPr>
          <p:cNvSpPr>
            <a:spLocks xmlns:a="http://schemas.openxmlformats.org/drawingml/2006/main" noGrp="1"/>
          </p:cNvSpPr>
          <p:nvPr/>
        </p:nvSpPr>
        <p:spPr>
          <a:xfrm xmlns:a="http://schemas.openxmlformats.org/drawingml/2006/main">
            <a:off x="438547" y="1888274"/>
            <a:ext cx="2725274" cy="1366954"/>
          </a:xfrm>
          <a:custGeom xmlns:a="http://schemas.openxmlformats.org/drawingml/2006/main">
            <a:gdLst>
              <a:gd name="connsiteX0" fmla="*/ 452057 w 3246882"/>
              <a:gd name="connsiteY0" fmla="*/ 39338 h 1628584"/>
              <a:gd name="connsiteX1" fmla="*/ 576739 w 3246882"/>
              <a:gd name="connsiteY1" fmla="*/ 39338 h 1628584"/>
              <a:gd name="connsiteX2" fmla="*/ 576739 w 3246882"/>
              <a:gd name="connsiteY2" fmla="*/ 572929 h 1628584"/>
              <a:gd name="connsiteX3" fmla="*/ 486347 w 3246882"/>
              <a:gd name="connsiteY3" fmla="*/ 572929 h 1628584"/>
              <a:gd name="connsiteX4" fmla="*/ 486347 w 3246882"/>
              <a:gd name="connsiteY4" fmla="*/ 234315 h 1628584"/>
              <a:gd name="connsiteX5" fmla="*/ 486918 w 3246882"/>
              <a:gd name="connsiteY5" fmla="*/ 193548 h 1628584"/>
              <a:gd name="connsiteX6" fmla="*/ 487871 w 3246882"/>
              <a:gd name="connsiteY6" fmla="*/ 149066 h 1628584"/>
              <a:gd name="connsiteX7" fmla="*/ 485680 w 3246882"/>
              <a:gd name="connsiteY7" fmla="*/ 149066 h 1628584"/>
              <a:gd name="connsiteX8" fmla="*/ 479393 w 3246882"/>
              <a:gd name="connsiteY8" fmla="*/ 168593 h 1628584"/>
              <a:gd name="connsiteX9" fmla="*/ 472726 w 3246882"/>
              <a:gd name="connsiteY9" fmla="*/ 186309 h 1628584"/>
              <a:gd name="connsiteX10" fmla="*/ 319088 w 3246882"/>
              <a:gd name="connsiteY10" fmla="*/ 572929 h 1628584"/>
              <a:gd name="connsiteX11" fmla="*/ 254699 w 3246882"/>
              <a:gd name="connsiteY11" fmla="*/ 572929 h 1628584"/>
              <a:gd name="connsiteX12" fmla="*/ 99727 w 3246882"/>
              <a:gd name="connsiteY12" fmla="*/ 189643 h 1628584"/>
              <a:gd name="connsiteX13" fmla="*/ 93631 w 3246882"/>
              <a:gd name="connsiteY13" fmla="*/ 172307 h 1628584"/>
              <a:gd name="connsiteX14" fmla="*/ 85630 w 3246882"/>
              <a:gd name="connsiteY14" fmla="*/ 149066 h 1628584"/>
              <a:gd name="connsiteX15" fmla="*/ 83439 w 3246882"/>
              <a:gd name="connsiteY15" fmla="*/ 149066 h 1628584"/>
              <a:gd name="connsiteX16" fmla="*/ 84582 w 3246882"/>
              <a:gd name="connsiteY16" fmla="*/ 195739 h 1628584"/>
              <a:gd name="connsiteX17" fmla="*/ 84963 w 3246882"/>
              <a:gd name="connsiteY17" fmla="*/ 246507 h 1628584"/>
              <a:gd name="connsiteX18" fmla="*/ 84963 w 3246882"/>
              <a:gd name="connsiteY18" fmla="*/ 572834 h 1628584"/>
              <a:gd name="connsiteX19" fmla="*/ 0 w 3246882"/>
              <a:gd name="connsiteY19" fmla="*/ 572834 h 1628584"/>
              <a:gd name="connsiteX20" fmla="*/ 0 w 3246882"/>
              <a:gd name="connsiteY20" fmla="*/ 39338 h 1628584"/>
              <a:gd name="connsiteX21" fmla="*/ 129826 w 3246882"/>
              <a:gd name="connsiteY21" fmla="*/ 39338 h 1628584"/>
              <a:gd name="connsiteX22" fmla="*/ 266414 w 3246882"/>
              <a:gd name="connsiteY22" fmla="*/ 383477 h 1628584"/>
              <a:gd name="connsiteX23" fmla="*/ 278892 w 3246882"/>
              <a:gd name="connsiteY23" fmla="*/ 415671 h 1628584"/>
              <a:gd name="connsiteX24" fmla="*/ 288036 w 3246882"/>
              <a:gd name="connsiteY24" fmla="*/ 444913 h 1628584"/>
              <a:gd name="connsiteX25" fmla="*/ 290227 w 3246882"/>
              <a:gd name="connsiteY25" fmla="*/ 444913 h 1628584"/>
              <a:gd name="connsiteX26" fmla="*/ 302324 w 3246882"/>
              <a:gd name="connsiteY26" fmla="*/ 412528 h 1628584"/>
              <a:gd name="connsiteX27" fmla="*/ 313658 w 3246882"/>
              <a:gd name="connsiteY27" fmla="*/ 382429 h 1628584"/>
              <a:gd name="connsiteX28" fmla="*/ 452057 w 3246882"/>
              <a:gd name="connsiteY28" fmla="*/ 39338 h 1628584"/>
              <a:gd name="connsiteX29" fmla="*/ 712375 w 3246882"/>
              <a:gd name="connsiteY29" fmla="*/ 120872 h 1628584"/>
              <a:gd name="connsiteX30" fmla="*/ 752570 w 3246882"/>
              <a:gd name="connsiteY30" fmla="*/ 105632 h 1628584"/>
              <a:gd name="connsiteX31" fmla="*/ 767810 w 3246882"/>
              <a:gd name="connsiteY31" fmla="*/ 67723 h 1628584"/>
              <a:gd name="connsiteX32" fmla="*/ 752570 w 3246882"/>
              <a:gd name="connsiteY32" fmla="*/ 29813 h 1628584"/>
              <a:gd name="connsiteX33" fmla="*/ 712375 w 3246882"/>
              <a:gd name="connsiteY33" fmla="*/ 14573 h 1628584"/>
              <a:gd name="connsiteX34" fmla="*/ 672941 w 3246882"/>
              <a:gd name="connsiteY34" fmla="*/ 29813 h 1628584"/>
              <a:gd name="connsiteX35" fmla="*/ 657701 w 3246882"/>
              <a:gd name="connsiteY35" fmla="*/ 67437 h 1628584"/>
              <a:gd name="connsiteX36" fmla="*/ 672941 w 3246882"/>
              <a:gd name="connsiteY36" fmla="*/ 105156 h 1628584"/>
              <a:gd name="connsiteX37" fmla="*/ 712375 w 3246882"/>
              <a:gd name="connsiteY37" fmla="*/ 120968 h 1628584"/>
              <a:gd name="connsiteX38" fmla="*/ 667703 w 3246882"/>
              <a:gd name="connsiteY38" fmla="*/ 572929 h 1628584"/>
              <a:gd name="connsiteX39" fmla="*/ 756666 w 3246882"/>
              <a:gd name="connsiteY39" fmla="*/ 572929 h 1628584"/>
              <a:gd name="connsiteX40" fmla="*/ 756666 w 3246882"/>
              <a:gd name="connsiteY40" fmla="*/ 191929 h 1628584"/>
              <a:gd name="connsiteX41" fmla="*/ 667703 w 3246882"/>
              <a:gd name="connsiteY41" fmla="*/ 191929 h 1628584"/>
              <a:gd name="connsiteX42" fmla="*/ 667703 w 3246882"/>
              <a:gd name="connsiteY42" fmla="*/ 572929 h 1628584"/>
              <a:gd name="connsiteX43" fmla="*/ 1179100 w 3246882"/>
              <a:gd name="connsiteY43" fmla="*/ 500348 h 1628584"/>
              <a:gd name="connsiteX44" fmla="*/ 1110234 w 3246882"/>
              <a:gd name="connsiteY44" fmla="*/ 461677 h 1628584"/>
              <a:gd name="connsiteX45" fmla="*/ 1072325 w 3246882"/>
              <a:gd name="connsiteY45" fmla="*/ 497205 h 1628584"/>
              <a:gd name="connsiteX46" fmla="*/ 1025843 w 3246882"/>
              <a:gd name="connsiteY46" fmla="*/ 507778 h 1628584"/>
              <a:gd name="connsiteX47" fmla="*/ 948500 w 3246882"/>
              <a:gd name="connsiteY47" fmla="*/ 475393 h 1628584"/>
              <a:gd name="connsiteX48" fmla="*/ 919448 w 3246882"/>
              <a:gd name="connsiteY48" fmla="*/ 383096 h 1628584"/>
              <a:gd name="connsiteX49" fmla="*/ 948881 w 3246882"/>
              <a:gd name="connsiteY49" fmla="*/ 288608 h 1628584"/>
              <a:gd name="connsiteX50" fmla="*/ 1023652 w 3246882"/>
              <a:gd name="connsiteY50" fmla="*/ 254794 h 1628584"/>
              <a:gd name="connsiteX51" fmla="*/ 1069753 w 3246882"/>
              <a:gd name="connsiteY51" fmla="*/ 265557 h 1628584"/>
              <a:gd name="connsiteX52" fmla="*/ 1106996 w 3246882"/>
              <a:gd name="connsiteY52" fmla="*/ 302038 h 1628584"/>
              <a:gd name="connsiteX53" fmla="*/ 1176909 w 3246882"/>
              <a:gd name="connsiteY53" fmla="*/ 267462 h 1628584"/>
              <a:gd name="connsiteX54" fmla="*/ 1116806 w 3246882"/>
              <a:gd name="connsiteY54" fmla="*/ 204407 h 1628584"/>
              <a:gd name="connsiteX55" fmla="*/ 1026605 w 3246882"/>
              <a:gd name="connsiteY55" fmla="*/ 182975 h 1628584"/>
              <a:gd name="connsiteX56" fmla="*/ 883730 w 3246882"/>
              <a:gd name="connsiteY56" fmla="*/ 238220 h 1628584"/>
              <a:gd name="connsiteX57" fmla="*/ 828675 w 3246882"/>
              <a:gd name="connsiteY57" fmla="*/ 389096 h 1628584"/>
              <a:gd name="connsiteX58" fmla="*/ 880396 w 3246882"/>
              <a:gd name="connsiteY58" fmla="*/ 529019 h 1628584"/>
              <a:gd name="connsiteX59" fmla="*/ 1023652 w 3246882"/>
              <a:gd name="connsiteY59" fmla="*/ 581882 h 1628584"/>
              <a:gd name="connsiteX60" fmla="*/ 1113473 w 3246882"/>
              <a:gd name="connsiteY60" fmla="*/ 561785 h 1628584"/>
              <a:gd name="connsiteX61" fmla="*/ 1179100 w 3246882"/>
              <a:gd name="connsiteY61" fmla="*/ 500348 h 1628584"/>
              <a:gd name="connsiteX62" fmla="*/ 1438656 w 3246882"/>
              <a:gd name="connsiteY62" fmla="*/ 185166 h 1628584"/>
              <a:gd name="connsiteX63" fmla="*/ 1378363 w 3246882"/>
              <a:gd name="connsiteY63" fmla="*/ 204692 h 1628584"/>
              <a:gd name="connsiteX64" fmla="*/ 1338929 w 3246882"/>
              <a:gd name="connsiteY64" fmla="*/ 260699 h 1628584"/>
              <a:gd name="connsiteX65" fmla="*/ 1337405 w 3246882"/>
              <a:gd name="connsiteY65" fmla="*/ 260699 h 1628584"/>
              <a:gd name="connsiteX66" fmla="*/ 1337405 w 3246882"/>
              <a:gd name="connsiteY66" fmla="*/ 191834 h 1628584"/>
              <a:gd name="connsiteX67" fmla="*/ 1248442 w 3246882"/>
              <a:gd name="connsiteY67" fmla="*/ 191834 h 1628584"/>
              <a:gd name="connsiteX68" fmla="*/ 1248442 w 3246882"/>
              <a:gd name="connsiteY68" fmla="*/ 572834 h 1628584"/>
              <a:gd name="connsiteX69" fmla="*/ 1337405 w 3246882"/>
              <a:gd name="connsiteY69" fmla="*/ 572834 h 1628584"/>
              <a:gd name="connsiteX70" fmla="*/ 1337405 w 3246882"/>
              <a:gd name="connsiteY70" fmla="*/ 384524 h 1628584"/>
              <a:gd name="connsiteX71" fmla="*/ 1361027 w 3246882"/>
              <a:gd name="connsiteY71" fmla="*/ 296323 h 1628584"/>
              <a:gd name="connsiteX72" fmla="*/ 1422940 w 3246882"/>
              <a:gd name="connsiteY72" fmla="*/ 262795 h 1628584"/>
              <a:gd name="connsiteX73" fmla="*/ 1446181 w 3246882"/>
              <a:gd name="connsiteY73" fmla="*/ 265176 h 1628584"/>
              <a:gd name="connsiteX74" fmla="*/ 1467993 w 3246882"/>
              <a:gd name="connsiteY74" fmla="*/ 271653 h 1628584"/>
              <a:gd name="connsiteX75" fmla="*/ 1491806 w 3246882"/>
              <a:gd name="connsiteY75" fmla="*/ 195739 h 1628584"/>
              <a:gd name="connsiteX76" fmla="*/ 1465421 w 3246882"/>
              <a:gd name="connsiteY76" fmla="*/ 187166 h 1628584"/>
              <a:gd name="connsiteX77" fmla="*/ 1438656 w 3246882"/>
              <a:gd name="connsiteY77" fmla="*/ 184976 h 1628584"/>
              <a:gd name="connsiteX78" fmla="*/ 1855375 w 3246882"/>
              <a:gd name="connsiteY78" fmla="*/ 237649 h 1628584"/>
              <a:gd name="connsiteX79" fmla="*/ 1907667 w 3246882"/>
              <a:gd name="connsiteY79" fmla="*/ 379000 h 1628584"/>
              <a:gd name="connsiteX80" fmla="*/ 1852613 w 3246882"/>
              <a:gd name="connsiteY80" fmla="*/ 524637 h 1628584"/>
              <a:gd name="connsiteX81" fmla="*/ 1707166 w 3246882"/>
              <a:gd name="connsiteY81" fmla="*/ 581787 h 1628584"/>
              <a:gd name="connsiteX82" fmla="*/ 1562957 w 3246882"/>
              <a:gd name="connsiteY82" fmla="*/ 528542 h 1628584"/>
              <a:gd name="connsiteX83" fmla="*/ 1509522 w 3246882"/>
              <a:gd name="connsiteY83" fmla="*/ 385286 h 1628584"/>
              <a:gd name="connsiteX84" fmla="*/ 1566101 w 3246882"/>
              <a:gd name="connsiteY84" fmla="*/ 238506 h 1628584"/>
              <a:gd name="connsiteX85" fmla="*/ 1712309 w 3246882"/>
              <a:gd name="connsiteY85" fmla="*/ 182880 h 1628584"/>
              <a:gd name="connsiteX86" fmla="*/ 1855375 w 3246882"/>
              <a:gd name="connsiteY86" fmla="*/ 237554 h 1628584"/>
              <a:gd name="connsiteX87" fmla="*/ 1816513 w 3246882"/>
              <a:gd name="connsiteY87" fmla="*/ 381286 h 1628584"/>
              <a:gd name="connsiteX88" fmla="*/ 1788605 w 3246882"/>
              <a:gd name="connsiteY88" fmla="*/ 289751 h 1628584"/>
              <a:gd name="connsiteX89" fmla="*/ 1710118 w 3246882"/>
              <a:gd name="connsiteY89" fmla="*/ 255175 h 1628584"/>
              <a:gd name="connsiteX90" fmla="*/ 1630299 w 3246882"/>
              <a:gd name="connsiteY90" fmla="*/ 290894 h 1628584"/>
              <a:gd name="connsiteX91" fmla="*/ 1600391 w 3246882"/>
              <a:gd name="connsiteY91" fmla="*/ 383572 h 1628584"/>
              <a:gd name="connsiteX92" fmla="*/ 1630013 w 3246882"/>
              <a:gd name="connsiteY92" fmla="*/ 476250 h 1628584"/>
              <a:gd name="connsiteX93" fmla="*/ 1710595 w 3246882"/>
              <a:gd name="connsiteY93" fmla="*/ 510064 h 1628584"/>
              <a:gd name="connsiteX94" fmla="*/ 1788890 w 3246882"/>
              <a:gd name="connsiteY94" fmla="*/ 475107 h 1628584"/>
              <a:gd name="connsiteX95" fmla="*/ 1816608 w 3246882"/>
              <a:gd name="connsiteY95" fmla="*/ 381381 h 1628584"/>
              <a:gd name="connsiteX96" fmla="*/ 2123313 w 3246882"/>
              <a:gd name="connsiteY96" fmla="*/ 339566 h 1628584"/>
              <a:gd name="connsiteX97" fmla="*/ 2068068 w 3246882"/>
              <a:gd name="connsiteY97" fmla="*/ 321374 h 1628584"/>
              <a:gd name="connsiteX98" fmla="*/ 2053400 w 3246882"/>
              <a:gd name="connsiteY98" fmla="*/ 292322 h 1628584"/>
              <a:gd name="connsiteX99" fmla="*/ 2067497 w 3246882"/>
              <a:gd name="connsiteY99" fmla="*/ 261461 h 1628584"/>
              <a:gd name="connsiteX100" fmla="*/ 2108835 w 3246882"/>
              <a:gd name="connsiteY100" fmla="*/ 249555 h 1628584"/>
              <a:gd name="connsiteX101" fmla="*/ 2152555 w 3246882"/>
              <a:gd name="connsiteY101" fmla="*/ 258509 h 1628584"/>
              <a:gd name="connsiteX102" fmla="*/ 2188083 w 3246882"/>
              <a:gd name="connsiteY102" fmla="*/ 285274 h 1628584"/>
              <a:gd name="connsiteX103" fmla="*/ 2239804 w 3246882"/>
              <a:gd name="connsiteY103" fmla="*/ 238411 h 1628584"/>
              <a:gd name="connsiteX104" fmla="*/ 2184368 w 3246882"/>
              <a:gd name="connsiteY104" fmla="*/ 196691 h 1628584"/>
              <a:gd name="connsiteX105" fmla="*/ 2111407 w 3246882"/>
              <a:gd name="connsiteY105" fmla="*/ 182880 h 1628584"/>
              <a:gd name="connsiteX106" fmla="*/ 2010251 w 3246882"/>
              <a:gd name="connsiteY106" fmla="*/ 214694 h 1628584"/>
              <a:gd name="connsiteX107" fmla="*/ 1970056 w 3246882"/>
              <a:gd name="connsiteY107" fmla="*/ 302324 h 1628584"/>
              <a:gd name="connsiteX108" fmla="*/ 1999679 w 3246882"/>
              <a:gd name="connsiteY108" fmla="*/ 375476 h 1628584"/>
              <a:gd name="connsiteX109" fmla="*/ 2104073 w 3246882"/>
              <a:gd name="connsiteY109" fmla="*/ 418052 h 1628584"/>
              <a:gd name="connsiteX110" fmla="*/ 2149983 w 3246882"/>
              <a:gd name="connsiteY110" fmla="*/ 436055 h 1628584"/>
              <a:gd name="connsiteX111" fmla="*/ 2165414 w 3246882"/>
              <a:gd name="connsiteY111" fmla="*/ 467106 h 1628584"/>
              <a:gd name="connsiteX112" fmla="*/ 2149031 w 3246882"/>
              <a:gd name="connsiteY112" fmla="*/ 502253 h 1628584"/>
              <a:gd name="connsiteX113" fmla="*/ 2103311 w 3246882"/>
              <a:gd name="connsiteY113" fmla="*/ 514731 h 1628584"/>
              <a:gd name="connsiteX114" fmla="*/ 2053685 w 3246882"/>
              <a:gd name="connsiteY114" fmla="*/ 503015 h 1628584"/>
              <a:gd name="connsiteX115" fmla="*/ 2009204 w 3246882"/>
              <a:gd name="connsiteY115" fmla="*/ 463772 h 1628584"/>
              <a:gd name="connsiteX116" fmla="*/ 1955673 w 3246882"/>
              <a:gd name="connsiteY116" fmla="*/ 511778 h 1628584"/>
              <a:gd name="connsiteX117" fmla="*/ 2015966 w 3246882"/>
              <a:gd name="connsiteY117" fmla="*/ 563880 h 1628584"/>
              <a:gd name="connsiteX118" fmla="*/ 2102644 w 3246882"/>
              <a:gd name="connsiteY118" fmla="*/ 581787 h 1628584"/>
              <a:gd name="connsiteX119" fmla="*/ 2208657 w 3246882"/>
              <a:gd name="connsiteY119" fmla="*/ 547973 h 1628584"/>
              <a:gd name="connsiteX120" fmla="*/ 2249234 w 3246882"/>
              <a:gd name="connsiteY120" fmla="*/ 459010 h 1628584"/>
              <a:gd name="connsiteX121" fmla="*/ 2217992 w 3246882"/>
              <a:gd name="connsiteY121" fmla="*/ 380143 h 1628584"/>
              <a:gd name="connsiteX122" fmla="*/ 2123504 w 3246882"/>
              <a:gd name="connsiteY122" fmla="*/ 339566 h 1628584"/>
              <a:gd name="connsiteX123" fmla="*/ 2658332 w 3246882"/>
              <a:gd name="connsiteY123" fmla="*/ 237649 h 1628584"/>
              <a:gd name="connsiteX124" fmla="*/ 2710624 w 3246882"/>
              <a:gd name="connsiteY124" fmla="*/ 379000 h 1628584"/>
              <a:gd name="connsiteX125" fmla="*/ 2655570 w 3246882"/>
              <a:gd name="connsiteY125" fmla="*/ 524637 h 1628584"/>
              <a:gd name="connsiteX126" fmla="*/ 2510123 w 3246882"/>
              <a:gd name="connsiteY126" fmla="*/ 581787 h 1628584"/>
              <a:gd name="connsiteX127" fmla="*/ 2365915 w 3246882"/>
              <a:gd name="connsiteY127" fmla="*/ 528542 h 1628584"/>
              <a:gd name="connsiteX128" fmla="*/ 2312480 w 3246882"/>
              <a:gd name="connsiteY128" fmla="*/ 385286 h 1628584"/>
              <a:gd name="connsiteX129" fmla="*/ 2369058 w 3246882"/>
              <a:gd name="connsiteY129" fmla="*/ 238506 h 1628584"/>
              <a:gd name="connsiteX130" fmla="*/ 2515267 w 3246882"/>
              <a:gd name="connsiteY130" fmla="*/ 182880 h 1628584"/>
              <a:gd name="connsiteX131" fmla="*/ 2658332 w 3246882"/>
              <a:gd name="connsiteY131" fmla="*/ 237554 h 1628584"/>
              <a:gd name="connsiteX132" fmla="*/ 2619375 w 3246882"/>
              <a:gd name="connsiteY132" fmla="*/ 381286 h 1628584"/>
              <a:gd name="connsiteX133" fmla="*/ 2591467 w 3246882"/>
              <a:gd name="connsiteY133" fmla="*/ 289751 h 1628584"/>
              <a:gd name="connsiteX134" fmla="*/ 2512981 w 3246882"/>
              <a:gd name="connsiteY134" fmla="*/ 255175 h 1628584"/>
              <a:gd name="connsiteX135" fmla="*/ 2433161 w 3246882"/>
              <a:gd name="connsiteY135" fmla="*/ 290894 h 1628584"/>
              <a:gd name="connsiteX136" fmla="*/ 2403253 w 3246882"/>
              <a:gd name="connsiteY136" fmla="*/ 383572 h 1628584"/>
              <a:gd name="connsiteX137" fmla="*/ 2432876 w 3246882"/>
              <a:gd name="connsiteY137" fmla="*/ 476250 h 1628584"/>
              <a:gd name="connsiteX138" fmla="*/ 2513457 w 3246882"/>
              <a:gd name="connsiteY138" fmla="*/ 510064 h 1628584"/>
              <a:gd name="connsiteX139" fmla="*/ 2591753 w 3246882"/>
              <a:gd name="connsiteY139" fmla="*/ 475107 h 1628584"/>
              <a:gd name="connsiteX140" fmla="*/ 2619470 w 3246882"/>
              <a:gd name="connsiteY140" fmla="*/ 381381 h 1628584"/>
              <a:gd name="connsiteX141" fmla="*/ 3219260 w 3246882"/>
              <a:gd name="connsiteY141" fmla="*/ 494729 h 1628584"/>
              <a:gd name="connsiteX142" fmla="*/ 3196209 w 3246882"/>
              <a:gd name="connsiteY142" fmla="*/ 507397 h 1628584"/>
              <a:gd name="connsiteX143" fmla="*/ 3175349 w 3246882"/>
              <a:gd name="connsiteY143" fmla="*/ 511112 h 1628584"/>
              <a:gd name="connsiteX144" fmla="*/ 3144107 w 3246882"/>
              <a:gd name="connsiteY144" fmla="*/ 497872 h 1628584"/>
              <a:gd name="connsiteX145" fmla="*/ 3132963 w 3246882"/>
              <a:gd name="connsiteY145" fmla="*/ 456724 h 1628584"/>
              <a:gd name="connsiteX146" fmla="*/ 3132963 w 3246882"/>
              <a:gd name="connsiteY146" fmla="*/ 260985 h 1628584"/>
              <a:gd name="connsiteX147" fmla="*/ 3230118 w 3246882"/>
              <a:gd name="connsiteY147" fmla="*/ 260985 h 1628584"/>
              <a:gd name="connsiteX148" fmla="*/ 3230118 w 3246882"/>
              <a:gd name="connsiteY148" fmla="*/ 191738 h 1628584"/>
              <a:gd name="connsiteX149" fmla="*/ 3132963 w 3246882"/>
              <a:gd name="connsiteY149" fmla="*/ 191738 h 1628584"/>
              <a:gd name="connsiteX150" fmla="*/ 3132963 w 3246882"/>
              <a:gd name="connsiteY150" fmla="*/ 82677 h 1628584"/>
              <a:gd name="connsiteX151" fmla="*/ 3043999 w 3246882"/>
              <a:gd name="connsiteY151" fmla="*/ 98298 h 1628584"/>
              <a:gd name="connsiteX152" fmla="*/ 3043999 w 3246882"/>
              <a:gd name="connsiteY152" fmla="*/ 191643 h 1628584"/>
              <a:gd name="connsiteX153" fmla="*/ 2893028 w 3246882"/>
              <a:gd name="connsiteY153" fmla="*/ 191643 h 1628584"/>
              <a:gd name="connsiteX154" fmla="*/ 2893028 w 3246882"/>
              <a:gd name="connsiteY154" fmla="*/ 130969 h 1628584"/>
              <a:gd name="connsiteX155" fmla="*/ 2905887 w 3246882"/>
              <a:gd name="connsiteY155" fmla="*/ 86297 h 1628584"/>
              <a:gd name="connsiteX156" fmla="*/ 2942558 w 3246882"/>
              <a:gd name="connsiteY156" fmla="*/ 71438 h 1628584"/>
              <a:gd name="connsiteX157" fmla="*/ 2965037 w 3246882"/>
              <a:gd name="connsiteY157" fmla="*/ 74962 h 1628584"/>
              <a:gd name="connsiteX158" fmla="*/ 2984945 w 3246882"/>
              <a:gd name="connsiteY158" fmla="*/ 84868 h 1628584"/>
              <a:gd name="connsiteX159" fmla="*/ 3021425 w 3246882"/>
              <a:gd name="connsiteY159" fmla="*/ 20479 h 1628584"/>
              <a:gd name="connsiteX160" fmla="*/ 2981230 w 3246882"/>
              <a:gd name="connsiteY160" fmla="*/ 5048 h 1628584"/>
              <a:gd name="connsiteX161" fmla="*/ 2938844 w 3246882"/>
              <a:gd name="connsiteY161" fmla="*/ 0 h 1628584"/>
              <a:gd name="connsiteX162" fmla="*/ 2839688 w 3246882"/>
              <a:gd name="connsiteY162" fmla="*/ 34957 h 1628584"/>
              <a:gd name="connsiteX163" fmla="*/ 2804541 w 3246882"/>
              <a:gd name="connsiteY163" fmla="*/ 130207 h 1628584"/>
              <a:gd name="connsiteX164" fmla="*/ 2804541 w 3246882"/>
              <a:gd name="connsiteY164" fmla="*/ 191643 h 1628584"/>
              <a:gd name="connsiteX165" fmla="*/ 2739771 w 3246882"/>
              <a:gd name="connsiteY165" fmla="*/ 191643 h 1628584"/>
              <a:gd name="connsiteX166" fmla="*/ 2739771 w 3246882"/>
              <a:gd name="connsiteY166" fmla="*/ 260890 h 1628584"/>
              <a:gd name="connsiteX167" fmla="*/ 2804541 w 3246882"/>
              <a:gd name="connsiteY167" fmla="*/ 260890 h 1628584"/>
              <a:gd name="connsiteX168" fmla="*/ 2804541 w 3246882"/>
              <a:gd name="connsiteY168" fmla="*/ 572643 h 1628584"/>
              <a:gd name="connsiteX169" fmla="*/ 2893124 w 3246882"/>
              <a:gd name="connsiteY169" fmla="*/ 572643 h 1628584"/>
              <a:gd name="connsiteX170" fmla="*/ 2893124 w 3246882"/>
              <a:gd name="connsiteY170" fmla="*/ 261080 h 1628584"/>
              <a:gd name="connsiteX171" fmla="*/ 3044095 w 3246882"/>
              <a:gd name="connsiteY171" fmla="*/ 261080 h 1628584"/>
              <a:gd name="connsiteX172" fmla="*/ 3044095 w 3246882"/>
              <a:gd name="connsiteY172" fmla="*/ 469487 h 1628584"/>
              <a:gd name="connsiteX173" fmla="*/ 3072384 w 3246882"/>
              <a:gd name="connsiteY173" fmla="*/ 553212 h 1628584"/>
              <a:gd name="connsiteX174" fmla="*/ 3156871 w 3246882"/>
              <a:gd name="connsiteY174" fmla="*/ 581882 h 1628584"/>
              <a:gd name="connsiteX175" fmla="*/ 3208020 w 3246882"/>
              <a:gd name="connsiteY175" fmla="*/ 574643 h 1628584"/>
              <a:gd name="connsiteX176" fmla="*/ 3246882 w 3246882"/>
              <a:gd name="connsiteY176" fmla="*/ 555117 h 1628584"/>
              <a:gd name="connsiteX177" fmla="*/ 3219355 w 3246882"/>
              <a:gd name="connsiteY177" fmla="*/ 494824 h 1628584"/>
              <a:gd name="connsiteX178" fmla="*/ 0 w 3246882"/>
              <a:gd name="connsiteY178" fmla="*/ 1449229 h 1628584"/>
              <a:gd name="connsiteX179" fmla="*/ 91154 w 3246882"/>
              <a:gd name="connsiteY179" fmla="*/ 1449229 h 1628584"/>
              <a:gd name="connsiteX180" fmla="*/ 91154 w 3246882"/>
              <a:gd name="connsiteY180" fmla="*/ 915638 h 1628584"/>
              <a:gd name="connsiteX181" fmla="*/ 0 w 3246882"/>
              <a:gd name="connsiteY181" fmla="*/ 915638 h 1628584"/>
              <a:gd name="connsiteX182" fmla="*/ 0 w 3246882"/>
              <a:gd name="connsiteY182" fmla="*/ 1449229 h 1628584"/>
              <a:gd name="connsiteX183" fmla="*/ 463391 w 3246882"/>
              <a:gd name="connsiteY183" fmla="*/ 1068229 h 1628584"/>
              <a:gd name="connsiteX184" fmla="*/ 552355 w 3246882"/>
              <a:gd name="connsiteY184" fmla="*/ 1068229 h 1628584"/>
              <a:gd name="connsiteX185" fmla="*/ 552355 w 3246882"/>
              <a:gd name="connsiteY185" fmla="*/ 1426559 h 1628584"/>
              <a:gd name="connsiteX186" fmla="*/ 499682 w 3246882"/>
              <a:gd name="connsiteY186" fmla="*/ 1575721 h 1628584"/>
              <a:gd name="connsiteX187" fmla="*/ 354806 w 3246882"/>
              <a:gd name="connsiteY187" fmla="*/ 1628585 h 1628584"/>
              <a:gd name="connsiteX188" fmla="*/ 254318 w 3246882"/>
              <a:gd name="connsiteY188" fmla="*/ 1608677 h 1628584"/>
              <a:gd name="connsiteX189" fmla="*/ 176213 w 3246882"/>
              <a:gd name="connsiteY189" fmla="*/ 1547431 h 1628584"/>
              <a:gd name="connsiteX190" fmla="*/ 240983 w 3246882"/>
              <a:gd name="connsiteY190" fmla="*/ 1499426 h 1628584"/>
              <a:gd name="connsiteX191" fmla="*/ 290322 w 3246882"/>
              <a:gd name="connsiteY191" fmla="*/ 1543907 h 1628584"/>
              <a:gd name="connsiteX192" fmla="*/ 356330 w 3246882"/>
              <a:gd name="connsiteY192" fmla="*/ 1558576 h 1628584"/>
              <a:gd name="connsiteX193" fmla="*/ 434816 w 3246882"/>
              <a:gd name="connsiteY193" fmla="*/ 1529144 h 1628584"/>
              <a:gd name="connsiteX194" fmla="*/ 463487 w 3246882"/>
              <a:gd name="connsiteY194" fmla="*/ 1441704 h 1628584"/>
              <a:gd name="connsiteX195" fmla="*/ 463487 w 3246882"/>
              <a:gd name="connsiteY195" fmla="*/ 1398175 h 1628584"/>
              <a:gd name="connsiteX196" fmla="*/ 461963 w 3246882"/>
              <a:gd name="connsiteY196" fmla="*/ 1398175 h 1628584"/>
              <a:gd name="connsiteX197" fmla="*/ 411194 w 3246882"/>
              <a:gd name="connsiteY197" fmla="*/ 1442847 h 1628584"/>
              <a:gd name="connsiteX198" fmla="*/ 336995 w 3246882"/>
              <a:gd name="connsiteY198" fmla="*/ 1458087 h 1628584"/>
              <a:gd name="connsiteX199" fmla="*/ 217932 w 3246882"/>
              <a:gd name="connsiteY199" fmla="*/ 1408081 h 1628584"/>
              <a:gd name="connsiteX200" fmla="*/ 172879 w 3246882"/>
              <a:gd name="connsiteY200" fmla="*/ 1268730 h 1628584"/>
              <a:gd name="connsiteX201" fmla="*/ 224790 w 3246882"/>
              <a:gd name="connsiteY201" fmla="*/ 1114520 h 1628584"/>
              <a:gd name="connsiteX202" fmla="*/ 353759 w 3246882"/>
              <a:gd name="connsiteY202" fmla="*/ 1059275 h 1628584"/>
              <a:gd name="connsiteX203" fmla="*/ 416052 w 3246882"/>
              <a:gd name="connsiteY203" fmla="*/ 1071944 h 1628584"/>
              <a:gd name="connsiteX204" fmla="*/ 461963 w 3246882"/>
              <a:gd name="connsiteY204" fmla="*/ 1108043 h 1628584"/>
              <a:gd name="connsiteX205" fmla="*/ 463487 w 3246882"/>
              <a:gd name="connsiteY205" fmla="*/ 1108043 h 1628584"/>
              <a:gd name="connsiteX206" fmla="*/ 463487 w 3246882"/>
              <a:gd name="connsiteY206" fmla="*/ 1068229 h 1628584"/>
              <a:gd name="connsiteX207" fmla="*/ 464153 w 3246882"/>
              <a:gd name="connsiteY207" fmla="*/ 1228154 h 1628584"/>
              <a:gd name="connsiteX208" fmla="*/ 437007 w 3246882"/>
              <a:gd name="connsiteY208" fmla="*/ 1159478 h 1628584"/>
              <a:gd name="connsiteX209" fmla="*/ 367094 w 3246882"/>
              <a:gd name="connsiteY209" fmla="*/ 1130999 h 1628584"/>
              <a:gd name="connsiteX210" fmla="*/ 291560 w 3246882"/>
              <a:gd name="connsiteY210" fmla="*/ 1165765 h 1628584"/>
              <a:gd name="connsiteX211" fmla="*/ 263652 w 3246882"/>
              <a:gd name="connsiteY211" fmla="*/ 1263777 h 1628584"/>
              <a:gd name="connsiteX212" fmla="*/ 289465 w 3246882"/>
              <a:gd name="connsiteY212" fmla="*/ 1353407 h 1628584"/>
              <a:gd name="connsiteX213" fmla="*/ 361093 w 3246882"/>
              <a:gd name="connsiteY213" fmla="*/ 1386173 h 1628584"/>
              <a:gd name="connsiteX214" fmla="*/ 435483 w 3246882"/>
              <a:gd name="connsiteY214" fmla="*/ 1354360 h 1628584"/>
              <a:gd name="connsiteX215" fmla="*/ 464153 w 3246882"/>
              <a:gd name="connsiteY215" fmla="*/ 1271588 h 1628584"/>
              <a:gd name="connsiteX216" fmla="*/ 464153 w 3246882"/>
              <a:gd name="connsiteY216" fmla="*/ 1228058 h 1628584"/>
              <a:gd name="connsiteX217" fmla="*/ 860965 w 3246882"/>
              <a:gd name="connsiteY217" fmla="*/ 1059275 h 1628584"/>
              <a:gd name="connsiteX218" fmla="*/ 791432 w 3246882"/>
              <a:gd name="connsiteY218" fmla="*/ 1075087 h 1628584"/>
              <a:gd name="connsiteX219" fmla="*/ 738950 w 3246882"/>
              <a:gd name="connsiteY219" fmla="*/ 1119950 h 1628584"/>
              <a:gd name="connsiteX220" fmla="*/ 737426 w 3246882"/>
              <a:gd name="connsiteY220" fmla="*/ 1119950 h 1628584"/>
              <a:gd name="connsiteX221" fmla="*/ 737426 w 3246882"/>
              <a:gd name="connsiteY221" fmla="*/ 1068229 h 1628584"/>
              <a:gd name="connsiteX222" fmla="*/ 648462 w 3246882"/>
              <a:gd name="connsiteY222" fmla="*/ 1068229 h 1628584"/>
              <a:gd name="connsiteX223" fmla="*/ 648462 w 3246882"/>
              <a:gd name="connsiteY223" fmla="*/ 1449229 h 1628584"/>
              <a:gd name="connsiteX224" fmla="*/ 737426 w 3246882"/>
              <a:gd name="connsiteY224" fmla="*/ 1449229 h 1628584"/>
              <a:gd name="connsiteX225" fmla="*/ 737426 w 3246882"/>
              <a:gd name="connsiteY225" fmla="*/ 1231964 h 1628584"/>
              <a:gd name="connsiteX226" fmla="*/ 762572 w 3246882"/>
              <a:gd name="connsiteY226" fmla="*/ 1159764 h 1628584"/>
              <a:gd name="connsiteX227" fmla="*/ 827151 w 3246882"/>
              <a:gd name="connsiteY227" fmla="*/ 1131094 h 1628584"/>
              <a:gd name="connsiteX228" fmla="*/ 882968 w 3246882"/>
              <a:gd name="connsiteY228" fmla="*/ 1155668 h 1628584"/>
              <a:gd name="connsiteX229" fmla="*/ 901541 w 3246882"/>
              <a:gd name="connsiteY229" fmla="*/ 1226725 h 1628584"/>
              <a:gd name="connsiteX230" fmla="*/ 901541 w 3246882"/>
              <a:gd name="connsiteY230" fmla="*/ 1449229 h 1628584"/>
              <a:gd name="connsiteX231" fmla="*/ 990505 w 3246882"/>
              <a:gd name="connsiteY231" fmla="*/ 1449229 h 1628584"/>
              <a:gd name="connsiteX232" fmla="*/ 990505 w 3246882"/>
              <a:gd name="connsiteY232" fmla="*/ 1214819 h 1628584"/>
              <a:gd name="connsiteX233" fmla="*/ 957358 w 3246882"/>
              <a:gd name="connsiteY233" fmla="*/ 1099661 h 1628584"/>
              <a:gd name="connsiteX234" fmla="*/ 860965 w 3246882"/>
              <a:gd name="connsiteY234" fmla="*/ 1059275 h 1628584"/>
              <a:gd name="connsiteX235" fmla="*/ 1124236 w 3246882"/>
              <a:gd name="connsiteY235" fmla="*/ 890683 h 1628584"/>
              <a:gd name="connsiteX236" fmla="*/ 1084802 w 3246882"/>
              <a:gd name="connsiteY236" fmla="*/ 905923 h 1628584"/>
              <a:gd name="connsiteX237" fmla="*/ 1069562 w 3246882"/>
              <a:gd name="connsiteY237" fmla="*/ 943547 h 1628584"/>
              <a:gd name="connsiteX238" fmla="*/ 1084802 w 3246882"/>
              <a:gd name="connsiteY238" fmla="*/ 981266 h 1628584"/>
              <a:gd name="connsiteX239" fmla="*/ 1124236 w 3246882"/>
              <a:gd name="connsiteY239" fmla="*/ 997077 h 1628584"/>
              <a:gd name="connsiteX240" fmla="*/ 1164431 w 3246882"/>
              <a:gd name="connsiteY240" fmla="*/ 981837 h 1628584"/>
              <a:gd name="connsiteX241" fmla="*/ 1179671 w 3246882"/>
              <a:gd name="connsiteY241" fmla="*/ 943928 h 1628584"/>
              <a:gd name="connsiteX242" fmla="*/ 1164431 w 3246882"/>
              <a:gd name="connsiteY242" fmla="*/ 906018 h 1628584"/>
              <a:gd name="connsiteX243" fmla="*/ 1124236 w 3246882"/>
              <a:gd name="connsiteY243" fmla="*/ 890778 h 1628584"/>
              <a:gd name="connsiteX244" fmla="*/ 1079564 w 3246882"/>
              <a:gd name="connsiteY244" fmla="*/ 1449229 h 1628584"/>
              <a:gd name="connsiteX245" fmla="*/ 1168527 w 3246882"/>
              <a:gd name="connsiteY245" fmla="*/ 1449229 h 1628584"/>
              <a:gd name="connsiteX246" fmla="*/ 1168527 w 3246882"/>
              <a:gd name="connsiteY246" fmla="*/ 1068229 h 1628584"/>
              <a:gd name="connsiteX247" fmla="*/ 1079564 w 3246882"/>
              <a:gd name="connsiteY247" fmla="*/ 1068229 h 1628584"/>
              <a:gd name="connsiteX248" fmla="*/ 1079564 w 3246882"/>
              <a:gd name="connsiteY248" fmla="*/ 1449229 h 1628584"/>
              <a:gd name="connsiteX249" fmla="*/ 1440656 w 3246882"/>
              <a:gd name="connsiteY249" fmla="*/ 1383697 h 1628584"/>
              <a:gd name="connsiteX250" fmla="*/ 1419797 w 3246882"/>
              <a:gd name="connsiteY250" fmla="*/ 1387412 h 1628584"/>
              <a:gd name="connsiteX251" fmla="*/ 1388555 w 3246882"/>
              <a:gd name="connsiteY251" fmla="*/ 1374172 h 1628584"/>
              <a:gd name="connsiteX252" fmla="*/ 1377410 w 3246882"/>
              <a:gd name="connsiteY252" fmla="*/ 1333024 h 1628584"/>
              <a:gd name="connsiteX253" fmla="*/ 1377410 w 3246882"/>
              <a:gd name="connsiteY253" fmla="*/ 1137285 h 1628584"/>
              <a:gd name="connsiteX254" fmla="*/ 1474565 w 3246882"/>
              <a:gd name="connsiteY254" fmla="*/ 1137285 h 1628584"/>
              <a:gd name="connsiteX255" fmla="*/ 1474565 w 3246882"/>
              <a:gd name="connsiteY255" fmla="*/ 1068038 h 1628584"/>
              <a:gd name="connsiteX256" fmla="*/ 1377410 w 3246882"/>
              <a:gd name="connsiteY256" fmla="*/ 1068038 h 1628584"/>
              <a:gd name="connsiteX257" fmla="*/ 1377410 w 3246882"/>
              <a:gd name="connsiteY257" fmla="*/ 958977 h 1628584"/>
              <a:gd name="connsiteX258" fmla="*/ 1288447 w 3246882"/>
              <a:gd name="connsiteY258" fmla="*/ 974598 h 1628584"/>
              <a:gd name="connsiteX259" fmla="*/ 1288447 w 3246882"/>
              <a:gd name="connsiteY259" fmla="*/ 1067943 h 1628584"/>
              <a:gd name="connsiteX260" fmla="*/ 1224820 w 3246882"/>
              <a:gd name="connsiteY260" fmla="*/ 1067943 h 1628584"/>
              <a:gd name="connsiteX261" fmla="*/ 1224820 w 3246882"/>
              <a:gd name="connsiteY261" fmla="*/ 1137190 h 1628584"/>
              <a:gd name="connsiteX262" fmla="*/ 1288447 w 3246882"/>
              <a:gd name="connsiteY262" fmla="*/ 1137190 h 1628584"/>
              <a:gd name="connsiteX263" fmla="*/ 1288447 w 3246882"/>
              <a:gd name="connsiteY263" fmla="*/ 1345597 h 1628584"/>
              <a:gd name="connsiteX264" fmla="*/ 1316736 w 3246882"/>
              <a:gd name="connsiteY264" fmla="*/ 1429322 h 1628584"/>
              <a:gd name="connsiteX265" fmla="*/ 1401223 w 3246882"/>
              <a:gd name="connsiteY265" fmla="*/ 1457992 h 1628584"/>
              <a:gd name="connsiteX266" fmla="*/ 1452372 w 3246882"/>
              <a:gd name="connsiteY266" fmla="*/ 1450753 h 1628584"/>
              <a:gd name="connsiteX267" fmla="*/ 1491234 w 3246882"/>
              <a:gd name="connsiteY267" fmla="*/ 1431227 h 1628584"/>
              <a:gd name="connsiteX268" fmla="*/ 1463707 w 3246882"/>
              <a:gd name="connsiteY268" fmla="*/ 1370933 h 1628584"/>
              <a:gd name="connsiteX269" fmla="*/ 1440656 w 3246882"/>
              <a:gd name="connsiteY269" fmla="*/ 1383602 h 1628584"/>
              <a:gd name="connsiteX270" fmla="*/ 1829657 w 3246882"/>
              <a:gd name="connsiteY270" fmla="*/ 1107662 h 1628584"/>
              <a:gd name="connsiteX271" fmla="*/ 1873949 w 3246882"/>
              <a:gd name="connsiteY271" fmla="*/ 1247204 h 1628584"/>
              <a:gd name="connsiteX272" fmla="*/ 1873949 w 3246882"/>
              <a:gd name="connsiteY272" fmla="*/ 1280731 h 1628584"/>
              <a:gd name="connsiteX273" fmla="*/ 1612392 w 3246882"/>
              <a:gd name="connsiteY273" fmla="*/ 1280731 h 1628584"/>
              <a:gd name="connsiteX274" fmla="*/ 1641824 w 3246882"/>
              <a:gd name="connsiteY274" fmla="*/ 1362075 h 1628584"/>
              <a:gd name="connsiteX275" fmla="*/ 1711738 w 3246882"/>
              <a:gd name="connsiteY275" fmla="*/ 1389031 h 1628584"/>
              <a:gd name="connsiteX276" fmla="*/ 1763459 w 3246882"/>
              <a:gd name="connsiteY276" fmla="*/ 1375220 h 1628584"/>
              <a:gd name="connsiteX277" fmla="*/ 1802130 w 3246882"/>
              <a:gd name="connsiteY277" fmla="*/ 1334262 h 1628584"/>
              <a:gd name="connsiteX278" fmla="*/ 1870234 w 3246882"/>
              <a:gd name="connsiteY278" fmla="*/ 1371505 h 1628584"/>
              <a:gd name="connsiteX279" fmla="*/ 1803464 w 3246882"/>
              <a:gd name="connsiteY279" fmla="*/ 1435703 h 1628584"/>
              <a:gd name="connsiteX280" fmla="*/ 1708785 w 3246882"/>
              <a:gd name="connsiteY280" fmla="*/ 1458182 h 1628584"/>
              <a:gd name="connsiteX281" fmla="*/ 1573149 w 3246882"/>
              <a:gd name="connsiteY281" fmla="*/ 1407605 h 1628584"/>
              <a:gd name="connsiteX282" fmla="*/ 1522381 w 3246882"/>
              <a:gd name="connsiteY282" fmla="*/ 1262158 h 1628584"/>
              <a:gd name="connsiteX283" fmla="*/ 1574673 w 3246882"/>
              <a:gd name="connsiteY283" fmla="*/ 1115568 h 1628584"/>
              <a:gd name="connsiteX284" fmla="*/ 1705070 w 3246882"/>
              <a:gd name="connsiteY284" fmla="*/ 1059371 h 1628584"/>
              <a:gd name="connsiteX285" fmla="*/ 1829753 w 3246882"/>
              <a:gd name="connsiteY285" fmla="*/ 1107758 h 1628584"/>
              <a:gd name="connsiteX286" fmla="*/ 1788414 w 3246882"/>
              <a:gd name="connsiteY286" fmla="*/ 1218152 h 1628584"/>
              <a:gd name="connsiteX287" fmla="*/ 1766602 w 3246882"/>
              <a:gd name="connsiteY287" fmla="*/ 1149858 h 1628584"/>
              <a:gd name="connsiteX288" fmla="*/ 1706499 w 3246882"/>
              <a:gd name="connsiteY288" fmla="*/ 1125855 h 1628584"/>
              <a:gd name="connsiteX289" fmla="*/ 1641729 w 3246882"/>
              <a:gd name="connsiteY289" fmla="*/ 1152049 h 1628584"/>
              <a:gd name="connsiteX290" fmla="*/ 1612011 w 3246882"/>
              <a:gd name="connsiteY290" fmla="*/ 1218057 h 1628584"/>
              <a:gd name="connsiteX291" fmla="*/ 1788414 w 3246882"/>
              <a:gd name="connsiteY291" fmla="*/ 1218057 h 1628584"/>
            </a:gdLst>
            <a:rect l="l" t="t" r="r" b="b"/>
            <a:pathLst>
              <a:path w="3246882" h="1628584">
                <a:moveTo>
                  <a:pt x="452057" y="39338"/>
                </a:moveTo>
                <a:lnTo>
                  <a:pt x="576739" y="39338"/>
                </a:lnTo>
                <a:lnTo>
                  <a:pt x="576739" y="572929"/>
                </a:lnTo>
                <a:lnTo>
                  <a:pt x="486347" y="572929"/>
                </a:lnTo>
                <a:lnTo>
                  <a:pt x="486347" y="234315"/>
                </a:lnTo>
                <a:cubicBezTo>
                  <a:pt x="486347" y="220218"/>
                  <a:pt x="486537" y="206597"/>
                  <a:pt x="486918" y="193548"/>
                </a:cubicBezTo>
                <a:cubicBezTo>
                  <a:pt x="487299" y="180499"/>
                  <a:pt x="487585" y="165735"/>
                  <a:pt x="487871" y="149066"/>
                </a:cubicBezTo>
                <a:lnTo>
                  <a:pt x="485680" y="149066"/>
                </a:lnTo>
                <a:cubicBezTo>
                  <a:pt x="483489" y="156496"/>
                  <a:pt x="481298" y="162973"/>
                  <a:pt x="479393" y="168593"/>
                </a:cubicBezTo>
                <a:cubicBezTo>
                  <a:pt x="477393" y="174212"/>
                  <a:pt x="475202" y="180023"/>
                  <a:pt x="472726" y="186309"/>
                </a:cubicBezTo>
                <a:lnTo>
                  <a:pt x="319088" y="572929"/>
                </a:lnTo>
                <a:lnTo>
                  <a:pt x="254699" y="572929"/>
                </a:lnTo>
                <a:lnTo>
                  <a:pt x="99727" y="189643"/>
                </a:lnTo>
                <a:cubicBezTo>
                  <a:pt x="97727" y="183928"/>
                  <a:pt x="95726" y="178213"/>
                  <a:pt x="93631" y="172307"/>
                </a:cubicBezTo>
                <a:cubicBezTo>
                  <a:pt x="91535" y="166497"/>
                  <a:pt x="88868" y="158686"/>
                  <a:pt x="85630" y="149066"/>
                </a:cubicBezTo>
                <a:lnTo>
                  <a:pt x="83439" y="149066"/>
                </a:lnTo>
                <a:cubicBezTo>
                  <a:pt x="83915" y="164402"/>
                  <a:pt x="84296" y="180023"/>
                  <a:pt x="84582" y="195739"/>
                </a:cubicBezTo>
                <a:cubicBezTo>
                  <a:pt x="84868" y="211455"/>
                  <a:pt x="84963" y="228410"/>
                  <a:pt x="84963" y="246507"/>
                </a:cubicBezTo>
                <a:lnTo>
                  <a:pt x="84963" y="572834"/>
                </a:lnTo>
                <a:lnTo>
                  <a:pt x="0" y="572834"/>
                </a:lnTo>
                <a:lnTo>
                  <a:pt x="0" y="39338"/>
                </a:lnTo>
                <a:lnTo>
                  <a:pt x="129826" y="39338"/>
                </a:lnTo>
                <a:lnTo>
                  <a:pt x="266414" y="383477"/>
                </a:lnTo>
                <a:cubicBezTo>
                  <a:pt x="271653" y="396145"/>
                  <a:pt x="275749" y="406813"/>
                  <a:pt x="278892" y="415671"/>
                </a:cubicBezTo>
                <a:cubicBezTo>
                  <a:pt x="282035" y="424434"/>
                  <a:pt x="284988" y="434245"/>
                  <a:pt x="288036" y="444913"/>
                </a:cubicBezTo>
                <a:lnTo>
                  <a:pt x="290227" y="444913"/>
                </a:lnTo>
                <a:cubicBezTo>
                  <a:pt x="294704" y="433007"/>
                  <a:pt x="298704" y="422243"/>
                  <a:pt x="302324" y="412528"/>
                </a:cubicBezTo>
                <a:cubicBezTo>
                  <a:pt x="305943" y="402812"/>
                  <a:pt x="309658" y="392811"/>
                  <a:pt x="313658" y="382429"/>
                </a:cubicBezTo>
                <a:lnTo>
                  <a:pt x="452057" y="39338"/>
                </a:lnTo>
                <a:close/>
                <a:moveTo>
                  <a:pt x="712375" y="120872"/>
                </a:moveTo>
                <a:cubicBezTo>
                  <a:pt x="728948" y="120872"/>
                  <a:pt x="742379" y="115824"/>
                  <a:pt x="752570" y="105632"/>
                </a:cubicBezTo>
                <a:cubicBezTo>
                  <a:pt x="762762" y="95441"/>
                  <a:pt x="767810" y="82772"/>
                  <a:pt x="767810" y="67723"/>
                </a:cubicBezTo>
                <a:cubicBezTo>
                  <a:pt x="767810" y="52673"/>
                  <a:pt x="762762" y="39910"/>
                  <a:pt x="752570" y="29813"/>
                </a:cubicBezTo>
                <a:cubicBezTo>
                  <a:pt x="742379" y="19622"/>
                  <a:pt x="729044" y="14573"/>
                  <a:pt x="712375" y="14573"/>
                </a:cubicBezTo>
                <a:cubicBezTo>
                  <a:pt x="695706" y="14573"/>
                  <a:pt x="683133" y="19622"/>
                  <a:pt x="672941" y="29813"/>
                </a:cubicBezTo>
                <a:cubicBezTo>
                  <a:pt x="662750" y="40005"/>
                  <a:pt x="657701" y="52483"/>
                  <a:pt x="657701" y="67437"/>
                </a:cubicBezTo>
                <a:cubicBezTo>
                  <a:pt x="657701" y="82391"/>
                  <a:pt x="662750" y="94679"/>
                  <a:pt x="672941" y="105156"/>
                </a:cubicBezTo>
                <a:cubicBezTo>
                  <a:pt x="683133" y="115729"/>
                  <a:pt x="696278" y="120968"/>
                  <a:pt x="712375" y="120968"/>
                </a:cubicBezTo>
                <a:close/>
                <a:moveTo>
                  <a:pt x="667703" y="572929"/>
                </a:moveTo>
                <a:lnTo>
                  <a:pt x="756666" y="572929"/>
                </a:lnTo>
                <a:lnTo>
                  <a:pt x="756666" y="191929"/>
                </a:lnTo>
                <a:lnTo>
                  <a:pt x="667703" y="191929"/>
                </a:lnTo>
                <a:lnTo>
                  <a:pt x="667703" y="572929"/>
                </a:lnTo>
                <a:close/>
                <a:moveTo>
                  <a:pt x="1179100" y="500348"/>
                </a:moveTo>
                <a:lnTo>
                  <a:pt x="1110234" y="461677"/>
                </a:lnTo>
                <a:cubicBezTo>
                  <a:pt x="1099090" y="478346"/>
                  <a:pt x="1086422" y="490157"/>
                  <a:pt x="1072325" y="497205"/>
                </a:cubicBezTo>
                <a:cubicBezTo>
                  <a:pt x="1058228" y="504254"/>
                  <a:pt x="1042702" y="507778"/>
                  <a:pt x="1025843" y="507778"/>
                </a:cubicBezTo>
                <a:cubicBezTo>
                  <a:pt x="993553" y="507778"/>
                  <a:pt x="967835" y="497015"/>
                  <a:pt x="948500" y="475393"/>
                </a:cubicBezTo>
                <a:cubicBezTo>
                  <a:pt x="929164" y="453771"/>
                  <a:pt x="919448" y="423101"/>
                  <a:pt x="919448" y="383096"/>
                </a:cubicBezTo>
                <a:cubicBezTo>
                  <a:pt x="919448" y="343091"/>
                  <a:pt x="929259" y="311182"/>
                  <a:pt x="948881" y="288608"/>
                </a:cubicBezTo>
                <a:cubicBezTo>
                  <a:pt x="968502" y="266033"/>
                  <a:pt x="993362" y="254794"/>
                  <a:pt x="1023652" y="254794"/>
                </a:cubicBezTo>
                <a:cubicBezTo>
                  <a:pt x="1040987" y="254794"/>
                  <a:pt x="1056418" y="258413"/>
                  <a:pt x="1069753" y="265557"/>
                </a:cubicBezTo>
                <a:cubicBezTo>
                  <a:pt x="1083183" y="272796"/>
                  <a:pt x="1095566" y="284893"/>
                  <a:pt x="1106996" y="302038"/>
                </a:cubicBezTo>
                <a:lnTo>
                  <a:pt x="1176909" y="267462"/>
                </a:lnTo>
                <a:cubicBezTo>
                  <a:pt x="1163479" y="239649"/>
                  <a:pt x="1143476" y="218694"/>
                  <a:pt x="1116806" y="204407"/>
                </a:cubicBezTo>
                <a:cubicBezTo>
                  <a:pt x="1090136" y="190119"/>
                  <a:pt x="1060037" y="182975"/>
                  <a:pt x="1026605" y="182975"/>
                </a:cubicBezTo>
                <a:cubicBezTo>
                  <a:pt x="968026" y="182975"/>
                  <a:pt x="920401" y="201359"/>
                  <a:pt x="883730" y="238220"/>
                </a:cubicBezTo>
                <a:cubicBezTo>
                  <a:pt x="847058" y="275082"/>
                  <a:pt x="828675" y="325374"/>
                  <a:pt x="828675" y="389096"/>
                </a:cubicBezTo>
                <a:cubicBezTo>
                  <a:pt x="828675" y="447104"/>
                  <a:pt x="845915" y="493776"/>
                  <a:pt x="880396" y="529019"/>
                </a:cubicBezTo>
                <a:cubicBezTo>
                  <a:pt x="914876" y="564261"/>
                  <a:pt x="962597" y="581882"/>
                  <a:pt x="1023652" y="581882"/>
                </a:cubicBezTo>
                <a:cubicBezTo>
                  <a:pt x="1056608" y="581882"/>
                  <a:pt x="1086612" y="575215"/>
                  <a:pt x="1113473" y="561785"/>
                </a:cubicBezTo>
                <a:cubicBezTo>
                  <a:pt x="1140333" y="548354"/>
                  <a:pt x="1162241" y="527971"/>
                  <a:pt x="1179100" y="500348"/>
                </a:cubicBezTo>
                <a:close/>
                <a:moveTo>
                  <a:pt x="1438656" y="185166"/>
                </a:moveTo>
                <a:cubicBezTo>
                  <a:pt x="1415796" y="185166"/>
                  <a:pt x="1395698" y="191643"/>
                  <a:pt x="1378363" y="204692"/>
                </a:cubicBezTo>
                <a:cubicBezTo>
                  <a:pt x="1361027" y="217742"/>
                  <a:pt x="1347883" y="236411"/>
                  <a:pt x="1338929" y="260699"/>
                </a:cubicBezTo>
                <a:lnTo>
                  <a:pt x="1337405" y="260699"/>
                </a:lnTo>
                <a:lnTo>
                  <a:pt x="1337405" y="191834"/>
                </a:lnTo>
                <a:lnTo>
                  <a:pt x="1248442" y="191834"/>
                </a:lnTo>
                <a:lnTo>
                  <a:pt x="1248442" y="572834"/>
                </a:lnTo>
                <a:lnTo>
                  <a:pt x="1337405" y="572834"/>
                </a:lnTo>
                <a:lnTo>
                  <a:pt x="1337405" y="384524"/>
                </a:lnTo>
                <a:cubicBezTo>
                  <a:pt x="1337405" y="348043"/>
                  <a:pt x="1345311" y="318707"/>
                  <a:pt x="1361027" y="296323"/>
                </a:cubicBezTo>
                <a:cubicBezTo>
                  <a:pt x="1376743" y="274034"/>
                  <a:pt x="1397413" y="262795"/>
                  <a:pt x="1422940" y="262795"/>
                </a:cubicBezTo>
                <a:cubicBezTo>
                  <a:pt x="1431131" y="262795"/>
                  <a:pt x="1438847" y="263557"/>
                  <a:pt x="1446181" y="265176"/>
                </a:cubicBezTo>
                <a:cubicBezTo>
                  <a:pt x="1453515" y="266795"/>
                  <a:pt x="1460754" y="268986"/>
                  <a:pt x="1467993" y="271653"/>
                </a:cubicBezTo>
                <a:lnTo>
                  <a:pt x="1491806" y="195739"/>
                </a:lnTo>
                <a:cubicBezTo>
                  <a:pt x="1482376" y="191548"/>
                  <a:pt x="1473613" y="188690"/>
                  <a:pt x="1465421" y="187166"/>
                </a:cubicBezTo>
                <a:cubicBezTo>
                  <a:pt x="1457230" y="185642"/>
                  <a:pt x="1448276" y="184976"/>
                  <a:pt x="1438656" y="184976"/>
                </a:cubicBezTo>
                <a:close/>
                <a:moveTo>
                  <a:pt x="1855375" y="237649"/>
                </a:moveTo>
                <a:cubicBezTo>
                  <a:pt x="1890236" y="274130"/>
                  <a:pt x="1907667" y="321278"/>
                  <a:pt x="1907667" y="379000"/>
                </a:cubicBezTo>
                <a:cubicBezTo>
                  <a:pt x="1907667" y="436721"/>
                  <a:pt x="1889284" y="486632"/>
                  <a:pt x="1852613" y="524637"/>
                </a:cubicBezTo>
                <a:cubicBezTo>
                  <a:pt x="1815941" y="562737"/>
                  <a:pt x="1767364" y="581787"/>
                  <a:pt x="1707166" y="581787"/>
                </a:cubicBezTo>
                <a:cubicBezTo>
                  <a:pt x="1646968" y="581787"/>
                  <a:pt x="1598581" y="564071"/>
                  <a:pt x="1562957" y="528542"/>
                </a:cubicBezTo>
                <a:cubicBezTo>
                  <a:pt x="1527334" y="493109"/>
                  <a:pt x="1509522" y="445294"/>
                  <a:pt x="1509522" y="385286"/>
                </a:cubicBezTo>
                <a:cubicBezTo>
                  <a:pt x="1509808" y="324517"/>
                  <a:pt x="1528667" y="275558"/>
                  <a:pt x="1566101" y="238506"/>
                </a:cubicBezTo>
                <a:cubicBezTo>
                  <a:pt x="1603534" y="201454"/>
                  <a:pt x="1652302" y="182880"/>
                  <a:pt x="1712309" y="182880"/>
                </a:cubicBezTo>
                <a:cubicBezTo>
                  <a:pt x="1772317" y="182880"/>
                  <a:pt x="1820513" y="201073"/>
                  <a:pt x="1855375" y="237554"/>
                </a:cubicBezTo>
                <a:close/>
                <a:moveTo>
                  <a:pt x="1816513" y="381286"/>
                </a:moveTo>
                <a:cubicBezTo>
                  <a:pt x="1816513" y="343376"/>
                  <a:pt x="1807178" y="312801"/>
                  <a:pt x="1788605" y="289751"/>
                </a:cubicBezTo>
                <a:cubicBezTo>
                  <a:pt x="1770031" y="266700"/>
                  <a:pt x="1743837" y="255175"/>
                  <a:pt x="1710118" y="255175"/>
                </a:cubicBezTo>
                <a:cubicBezTo>
                  <a:pt x="1676400" y="255175"/>
                  <a:pt x="1650302" y="267081"/>
                  <a:pt x="1630299" y="290894"/>
                </a:cubicBezTo>
                <a:cubicBezTo>
                  <a:pt x="1610297" y="314706"/>
                  <a:pt x="1600391" y="345567"/>
                  <a:pt x="1600391" y="383572"/>
                </a:cubicBezTo>
                <a:cubicBezTo>
                  <a:pt x="1600391" y="421577"/>
                  <a:pt x="1610297" y="453676"/>
                  <a:pt x="1630013" y="476250"/>
                </a:cubicBezTo>
                <a:cubicBezTo>
                  <a:pt x="1649730" y="498824"/>
                  <a:pt x="1676591" y="510064"/>
                  <a:pt x="1710595" y="510064"/>
                </a:cubicBezTo>
                <a:cubicBezTo>
                  <a:pt x="1744599" y="510064"/>
                  <a:pt x="1770412" y="498443"/>
                  <a:pt x="1788890" y="475107"/>
                </a:cubicBezTo>
                <a:cubicBezTo>
                  <a:pt x="1807369" y="451771"/>
                  <a:pt x="1816608" y="420529"/>
                  <a:pt x="1816608" y="381381"/>
                </a:cubicBezTo>
                <a:close/>
                <a:moveTo>
                  <a:pt x="2123313" y="339566"/>
                </a:moveTo>
                <a:cubicBezTo>
                  <a:pt x="2096262" y="334328"/>
                  <a:pt x="2077879" y="328327"/>
                  <a:pt x="2068068" y="321374"/>
                </a:cubicBezTo>
                <a:cubicBezTo>
                  <a:pt x="2058257" y="314420"/>
                  <a:pt x="2053400" y="304800"/>
                  <a:pt x="2053400" y="292322"/>
                </a:cubicBezTo>
                <a:cubicBezTo>
                  <a:pt x="2053400" y="279845"/>
                  <a:pt x="2058067" y="269367"/>
                  <a:pt x="2067497" y="261461"/>
                </a:cubicBezTo>
                <a:cubicBezTo>
                  <a:pt x="2076926" y="253556"/>
                  <a:pt x="2090642" y="249555"/>
                  <a:pt x="2108835" y="249555"/>
                </a:cubicBezTo>
                <a:cubicBezTo>
                  <a:pt x="2125694" y="249555"/>
                  <a:pt x="2140268" y="252508"/>
                  <a:pt x="2152555" y="258509"/>
                </a:cubicBezTo>
                <a:cubicBezTo>
                  <a:pt x="2164842" y="264509"/>
                  <a:pt x="2176653" y="273368"/>
                  <a:pt x="2188083" y="285274"/>
                </a:cubicBezTo>
                <a:lnTo>
                  <a:pt x="2239804" y="238411"/>
                </a:lnTo>
                <a:cubicBezTo>
                  <a:pt x="2225421" y="219837"/>
                  <a:pt x="2206943" y="205931"/>
                  <a:pt x="2184368" y="196691"/>
                </a:cubicBezTo>
                <a:cubicBezTo>
                  <a:pt x="2161794" y="187547"/>
                  <a:pt x="2137505" y="182880"/>
                  <a:pt x="2111407" y="182880"/>
                </a:cubicBezTo>
                <a:cubicBezTo>
                  <a:pt x="2070735" y="182880"/>
                  <a:pt x="2037017" y="193453"/>
                  <a:pt x="2010251" y="214694"/>
                </a:cubicBezTo>
                <a:cubicBezTo>
                  <a:pt x="1983486" y="235934"/>
                  <a:pt x="1970056" y="265081"/>
                  <a:pt x="1970056" y="302324"/>
                </a:cubicBezTo>
                <a:cubicBezTo>
                  <a:pt x="1970056" y="331375"/>
                  <a:pt x="1979962" y="355759"/>
                  <a:pt x="1999679" y="375476"/>
                </a:cubicBezTo>
                <a:cubicBezTo>
                  <a:pt x="2019395" y="395192"/>
                  <a:pt x="2054162" y="409385"/>
                  <a:pt x="2104073" y="418052"/>
                </a:cubicBezTo>
                <a:cubicBezTo>
                  <a:pt x="2124361" y="421767"/>
                  <a:pt x="2139696" y="427768"/>
                  <a:pt x="2149983" y="436055"/>
                </a:cubicBezTo>
                <a:cubicBezTo>
                  <a:pt x="2160270" y="444341"/>
                  <a:pt x="2165414" y="454724"/>
                  <a:pt x="2165414" y="467106"/>
                </a:cubicBezTo>
                <a:cubicBezTo>
                  <a:pt x="2165414" y="482251"/>
                  <a:pt x="2159984" y="493967"/>
                  <a:pt x="2149031" y="502253"/>
                </a:cubicBezTo>
                <a:cubicBezTo>
                  <a:pt x="2138077" y="510540"/>
                  <a:pt x="2122837" y="514731"/>
                  <a:pt x="2103311" y="514731"/>
                </a:cubicBezTo>
                <a:cubicBezTo>
                  <a:pt x="2085975" y="514731"/>
                  <a:pt x="2069402" y="510826"/>
                  <a:pt x="2053685" y="503015"/>
                </a:cubicBezTo>
                <a:cubicBezTo>
                  <a:pt x="2037969" y="495205"/>
                  <a:pt x="2023110" y="482156"/>
                  <a:pt x="2009204" y="463772"/>
                </a:cubicBezTo>
                <a:lnTo>
                  <a:pt x="1955673" y="511778"/>
                </a:lnTo>
                <a:cubicBezTo>
                  <a:pt x="1969770" y="534638"/>
                  <a:pt x="1989868" y="551974"/>
                  <a:pt x="2015966" y="563880"/>
                </a:cubicBezTo>
                <a:cubicBezTo>
                  <a:pt x="2042065" y="575786"/>
                  <a:pt x="2070926" y="581787"/>
                  <a:pt x="2102644" y="581787"/>
                </a:cubicBezTo>
                <a:cubicBezTo>
                  <a:pt x="2146268" y="581787"/>
                  <a:pt x="2181606" y="570548"/>
                  <a:pt x="2208657" y="547973"/>
                </a:cubicBezTo>
                <a:cubicBezTo>
                  <a:pt x="2235708" y="525399"/>
                  <a:pt x="2249234" y="495776"/>
                  <a:pt x="2249234" y="459010"/>
                </a:cubicBezTo>
                <a:cubicBezTo>
                  <a:pt x="2249234" y="426244"/>
                  <a:pt x="2238851" y="399955"/>
                  <a:pt x="2217992" y="380143"/>
                </a:cubicBezTo>
                <a:cubicBezTo>
                  <a:pt x="2197132" y="360331"/>
                  <a:pt x="2165604" y="346805"/>
                  <a:pt x="2123504" y="339566"/>
                </a:cubicBezTo>
                <a:close/>
                <a:moveTo>
                  <a:pt x="2658332" y="237649"/>
                </a:moveTo>
                <a:cubicBezTo>
                  <a:pt x="2693194" y="274130"/>
                  <a:pt x="2710624" y="321278"/>
                  <a:pt x="2710624" y="379000"/>
                </a:cubicBezTo>
                <a:cubicBezTo>
                  <a:pt x="2710624" y="436721"/>
                  <a:pt x="2692241" y="486632"/>
                  <a:pt x="2655570" y="524637"/>
                </a:cubicBezTo>
                <a:cubicBezTo>
                  <a:pt x="2618899" y="562737"/>
                  <a:pt x="2570321" y="581787"/>
                  <a:pt x="2510123" y="581787"/>
                </a:cubicBezTo>
                <a:cubicBezTo>
                  <a:pt x="2449925" y="581787"/>
                  <a:pt x="2401538" y="564071"/>
                  <a:pt x="2365915" y="528542"/>
                </a:cubicBezTo>
                <a:cubicBezTo>
                  <a:pt x="2330291" y="493109"/>
                  <a:pt x="2312480" y="445294"/>
                  <a:pt x="2312480" y="385286"/>
                </a:cubicBezTo>
                <a:cubicBezTo>
                  <a:pt x="2312765" y="324517"/>
                  <a:pt x="2331625" y="275558"/>
                  <a:pt x="2369058" y="238506"/>
                </a:cubicBezTo>
                <a:cubicBezTo>
                  <a:pt x="2406491" y="201454"/>
                  <a:pt x="2455259" y="182880"/>
                  <a:pt x="2515267" y="182880"/>
                </a:cubicBezTo>
                <a:cubicBezTo>
                  <a:pt x="2575274" y="182880"/>
                  <a:pt x="2623471" y="201073"/>
                  <a:pt x="2658332" y="237554"/>
                </a:cubicBezTo>
                <a:close/>
                <a:moveTo>
                  <a:pt x="2619375" y="381286"/>
                </a:moveTo>
                <a:cubicBezTo>
                  <a:pt x="2619375" y="343376"/>
                  <a:pt x="2610041" y="312801"/>
                  <a:pt x="2591467" y="289751"/>
                </a:cubicBezTo>
                <a:cubicBezTo>
                  <a:pt x="2572893" y="266700"/>
                  <a:pt x="2546699" y="255175"/>
                  <a:pt x="2512981" y="255175"/>
                </a:cubicBezTo>
                <a:cubicBezTo>
                  <a:pt x="2479262" y="255175"/>
                  <a:pt x="2453164" y="267081"/>
                  <a:pt x="2433161" y="290894"/>
                </a:cubicBezTo>
                <a:cubicBezTo>
                  <a:pt x="2413159" y="314706"/>
                  <a:pt x="2403253" y="345567"/>
                  <a:pt x="2403253" y="383572"/>
                </a:cubicBezTo>
                <a:cubicBezTo>
                  <a:pt x="2403253" y="421577"/>
                  <a:pt x="2413159" y="453676"/>
                  <a:pt x="2432876" y="476250"/>
                </a:cubicBezTo>
                <a:cubicBezTo>
                  <a:pt x="2452592" y="498824"/>
                  <a:pt x="2479453" y="510064"/>
                  <a:pt x="2513457" y="510064"/>
                </a:cubicBezTo>
                <a:cubicBezTo>
                  <a:pt x="2547461" y="510064"/>
                  <a:pt x="2573274" y="498443"/>
                  <a:pt x="2591753" y="475107"/>
                </a:cubicBezTo>
                <a:cubicBezTo>
                  <a:pt x="2610231" y="451771"/>
                  <a:pt x="2619470" y="420529"/>
                  <a:pt x="2619470" y="381381"/>
                </a:cubicBezTo>
                <a:close/>
                <a:moveTo>
                  <a:pt x="3219260" y="494729"/>
                </a:moveTo>
                <a:cubicBezTo>
                  <a:pt x="3210782" y="500634"/>
                  <a:pt x="3203162" y="504920"/>
                  <a:pt x="3196209" y="507397"/>
                </a:cubicBezTo>
                <a:cubicBezTo>
                  <a:pt x="3189256" y="509873"/>
                  <a:pt x="3182303" y="511112"/>
                  <a:pt x="3175349" y="511112"/>
                </a:cubicBezTo>
                <a:cubicBezTo>
                  <a:pt x="3161919" y="511112"/>
                  <a:pt x="3151537" y="506730"/>
                  <a:pt x="3144107" y="497872"/>
                </a:cubicBezTo>
                <a:cubicBezTo>
                  <a:pt x="3136678" y="489109"/>
                  <a:pt x="3132963" y="475393"/>
                  <a:pt x="3132963" y="456724"/>
                </a:cubicBezTo>
                <a:lnTo>
                  <a:pt x="3132963" y="260985"/>
                </a:lnTo>
                <a:lnTo>
                  <a:pt x="3230118" y="260985"/>
                </a:lnTo>
                <a:lnTo>
                  <a:pt x="3230118" y="191738"/>
                </a:lnTo>
                <a:lnTo>
                  <a:pt x="3132963" y="191738"/>
                </a:lnTo>
                <a:lnTo>
                  <a:pt x="3132963" y="82677"/>
                </a:lnTo>
                <a:lnTo>
                  <a:pt x="3043999" y="98298"/>
                </a:lnTo>
                <a:lnTo>
                  <a:pt x="3043999" y="191643"/>
                </a:lnTo>
                <a:lnTo>
                  <a:pt x="2893028" y="191643"/>
                </a:lnTo>
                <a:lnTo>
                  <a:pt x="2893028" y="130969"/>
                </a:lnTo>
                <a:cubicBezTo>
                  <a:pt x="2893028" y="111157"/>
                  <a:pt x="2897315" y="96203"/>
                  <a:pt x="2905887" y="86297"/>
                </a:cubicBezTo>
                <a:cubicBezTo>
                  <a:pt x="2914460" y="76391"/>
                  <a:pt x="2926652" y="71438"/>
                  <a:pt x="2942558" y="71438"/>
                </a:cubicBezTo>
                <a:cubicBezTo>
                  <a:pt x="2950750" y="71438"/>
                  <a:pt x="2958274" y="72581"/>
                  <a:pt x="2965037" y="74962"/>
                </a:cubicBezTo>
                <a:cubicBezTo>
                  <a:pt x="2971895" y="77343"/>
                  <a:pt x="2978468" y="80582"/>
                  <a:pt x="2984945" y="84868"/>
                </a:cubicBezTo>
                <a:lnTo>
                  <a:pt x="3021425" y="20479"/>
                </a:lnTo>
                <a:cubicBezTo>
                  <a:pt x="3008281" y="13526"/>
                  <a:pt x="2994851" y="8382"/>
                  <a:pt x="2981230" y="5048"/>
                </a:cubicBezTo>
                <a:cubicBezTo>
                  <a:pt x="2967609" y="1715"/>
                  <a:pt x="2953417" y="0"/>
                  <a:pt x="2938844" y="0"/>
                </a:cubicBezTo>
                <a:cubicBezTo>
                  <a:pt x="2896172" y="0"/>
                  <a:pt x="2863120" y="11621"/>
                  <a:pt x="2839688" y="34957"/>
                </a:cubicBezTo>
                <a:cubicBezTo>
                  <a:pt x="2816257" y="58293"/>
                  <a:pt x="2804541" y="90011"/>
                  <a:pt x="2804541" y="130207"/>
                </a:cubicBezTo>
                <a:lnTo>
                  <a:pt x="2804541" y="191643"/>
                </a:lnTo>
                <a:lnTo>
                  <a:pt x="2739771" y="191643"/>
                </a:lnTo>
                <a:lnTo>
                  <a:pt x="2739771" y="260890"/>
                </a:lnTo>
                <a:lnTo>
                  <a:pt x="2804541" y="260890"/>
                </a:lnTo>
                <a:lnTo>
                  <a:pt x="2804541" y="572643"/>
                </a:lnTo>
                <a:lnTo>
                  <a:pt x="2893124" y="572643"/>
                </a:lnTo>
                <a:lnTo>
                  <a:pt x="2893124" y="261080"/>
                </a:lnTo>
                <a:lnTo>
                  <a:pt x="3044095" y="261080"/>
                </a:lnTo>
                <a:lnTo>
                  <a:pt x="3044095" y="469487"/>
                </a:lnTo>
                <a:cubicBezTo>
                  <a:pt x="3044095" y="506159"/>
                  <a:pt x="3053524" y="534067"/>
                  <a:pt x="3072384" y="553212"/>
                </a:cubicBezTo>
                <a:cubicBezTo>
                  <a:pt x="3091244" y="572357"/>
                  <a:pt x="3119342" y="581882"/>
                  <a:pt x="3156871" y="581882"/>
                </a:cubicBezTo>
                <a:cubicBezTo>
                  <a:pt x="3175254" y="581882"/>
                  <a:pt x="3192304" y="579501"/>
                  <a:pt x="3208020" y="574643"/>
                </a:cubicBezTo>
                <a:cubicBezTo>
                  <a:pt x="3223736" y="569786"/>
                  <a:pt x="3236690" y="563309"/>
                  <a:pt x="3246882" y="555117"/>
                </a:cubicBezTo>
                <a:lnTo>
                  <a:pt x="3219355" y="494824"/>
                </a:lnTo>
                <a:close/>
                <a:moveTo>
                  <a:pt x="0" y="1449229"/>
                </a:moveTo>
                <a:lnTo>
                  <a:pt x="91154" y="1449229"/>
                </a:lnTo>
                <a:lnTo>
                  <a:pt x="91154" y="915638"/>
                </a:lnTo>
                <a:lnTo>
                  <a:pt x="0" y="915638"/>
                </a:lnTo>
                <a:lnTo>
                  <a:pt x="0" y="1449229"/>
                </a:lnTo>
                <a:close/>
                <a:moveTo>
                  <a:pt x="463391" y="1068229"/>
                </a:moveTo>
                <a:lnTo>
                  <a:pt x="552355" y="1068229"/>
                </a:lnTo>
                <a:lnTo>
                  <a:pt x="552355" y="1426559"/>
                </a:lnTo>
                <a:cubicBezTo>
                  <a:pt x="552355" y="1490758"/>
                  <a:pt x="534829" y="1540574"/>
                  <a:pt x="499682" y="1575721"/>
                </a:cubicBezTo>
                <a:cubicBezTo>
                  <a:pt x="464534" y="1610963"/>
                  <a:pt x="416243" y="1628585"/>
                  <a:pt x="354806" y="1628585"/>
                </a:cubicBezTo>
                <a:cubicBezTo>
                  <a:pt x="318325" y="1628585"/>
                  <a:pt x="284893" y="1621917"/>
                  <a:pt x="254318" y="1608677"/>
                </a:cubicBezTo>
                <a:cubicBezTo>
                  <a:pt x="223838" y="1595438"/>
                  <a:pt x="197739" y="1574959"/>
                  <a:pt x="176213" y="1547431"/>
                </a:cubicBezTo>
                <a:lnTo>
                  <a:pt x="240983" y="1499426"/>
                </a:lnTo>
                <a:cubicBezTo>
                  <a:pt x="255365" y="1519238"/>
                  <a:pt x="271844" y="1534097"/>
                  <a:pt x="290322" y="1543907"/>
                </a:cubicBezTo>
                <a:cubicBezTo>
                  <a:pt x="308800" y="1553718"/>
                  <a:pt x="330803" y="1558576"/>
                  <a:pt x="356330" y="1558576"/>
                </a:cubicBezTo>
                <a:cubicBezTo>
                  <a:pt x="389573" y="1558576"/>
                  <a:pt x="415766" y="1548765"/>
                  <a:pt x="434816" y="1529144"/>
                </a:cubicBezTo>
                <a:cubicBezTo>
                  <a:pt x="453962" y="1509522"/>
                  <a:pt x="463487" y="1480376"/>
                  <a:pt x="463487" y="1441704"/>
                </a:cubicBezTo>
                <a:lnTo>
                  <a:pt x="463487" y="1398175"/>
                </a:lnTo>
                <a:lnTo>
                  <a:pt x="461963" y="1398175"/>
                </a:lnTo>
                <a:cubicBezTo>
                  <a:pt x="448056" y="1417796"/>
                  <a:pt x="431101" y="1432655"/>
                  <a:pt x="411194" y="1442847"/>
                </a:cubicBezTo>
                <a:cubicBezTo>
                  <a:pt x="391287" y="1453039"/>
                  <a:pt x="366522" y="1458087"/>
                  <a:pt x="336995" y="1458087"/>
                </a:cubicBezTo>
                <a:cubicBezTo>
                  <a:pt x="287655" y="1458087"/>
                  <a:pt x="247936" y="1441418"/>
                  <a:pt x="217932" y="1408081"/>
                </a:cubicBezTo>
                <a:cubicBezTo>
                  <a:pt x="187928" y="1374743"/>
                  <a:pt x="172879" y="1328261"/>
                  <a:pt x="172879" y="1268730"/>
                </a:cubicBezTo>
                <a:cubicBezTo>
                  <a:pt x="172879" y="1202722"/>
                  <a:pt x="190214" y="1151382"/>
                  <a:pt x="224790" y="1114520"/>
                </a:cubicBezTo>
                <a:cubicBezTo>
                  <a:pt x="259366" y="1077659"/>
                  <a:pt x="302324" y="1059275"/>
                  <a:pt x="353759" y="1059275"/>
                </a:cubicBezTo>
                <a:cubicBezTo>
                  <a:pt x="376333" y="1059275"/>
                  <a:pt x="397097" y="1063466"/>
                  <a:pt x="416052" y="1071944"/>
                </a:cubicBezTo>
                <a:cubicBezTo>
                  <a:pt x="435007" y="1080421"/>
                  <a:pt x="450342" y="1092422"/>
                  <a:pt x="461963" y="1108043"/>
                </a:cubicBezTo>
                <a:lnTo>
                  <a:pt x="463487" y="1108043"/>
                </a:lnTo>
                <a:lnTo>
                  <a:pt x="463487" y="1068229"/>
                </a:lnTo>
                <a:close/>
                <a:moveTo>
                  <a:pt x="464153" y="1228154"/>
                </a:moveTo>
                <a:cubicBezTo>
                  <a:pt x="464153" y="1201388"/>
                  <a:pt x="455105" y="1178528"/>
                  <a:pt x="437007" y="1159478"/>
                </a:cubicBezTo>
                <a:cubicBezTo>
                  <a:pt x="418910" y="1140428"/>
                  <a:pt x="395573" y="1130999"/>
                  <a:pt x="367094" y="1130999"/>
                </a:cubicBezTo>
                <a:cubicBezTo>
                  <a:pt x="335375" y="1130999"/>
                  <a:pt x="310134" y="1142619"/>
                  <a:pt x="291560" y="1165765"/>
                </a:cubicBezTo>
                <a:cubicBezTo>
                  <a:pt x="272987" y="1189006"/>
                  <a:pt x="263652" y="1221677"/>
                  <a:pt x="263652" y="1263777"/>
                </a:cubicBezTo>
                <a:cubicBezTo>
                  <a:pt x="263652" y="1301687"/>
                  <a:pt x="272225" y="1331595"/>
                  <a:pt x="289465" y="1353407"/>
                </a:cubicBezTo>
                <a:cubicBezTo>
                  <a:pt x="306705" y="1375220"/>
                  <a:pt x="330613" y="1386173"/>
                  <a:pt x="361093" y="1386173"/>
                </a:cubicBezTo>
                <a:cubicBezTo>
                  <a:pt x="391573" y="1386173"/>
                  <a:pt x="416433" y="1375601"/>
                  <a:pt x="435483" y="1354360"/>
                </a:cubicBezTo>
                <a:cubicBezTo>
                  <a:pt x="454533" y="1333119"/>
                  <a:pt x="464153" y="1305592"/>
                  <a:pt x="464153" y="1271588"/>
                </a:cubicBezTo>
                <a:lnTo>
                  <a:pt x="464153" y="1228058"/>
                </a:lnTo>
                <a:close/>
                <a:moveTo>
                  <a:pt x="860965" y="1059275"/>
                </a:moveTo>
                <a:cubicBezTo>
                  <a:pt x="835914" y="1059275"/>
                  <a:pt x="812673" y="1064514"/>
                  <a:pt x="791432" y="1075087"/>
                </a:cubicBezTo>
                <a:cubicBezTo>
                  <a:pt x="770096" y="1085660"/>
                  <a:pt x="752570" y="1100614"/>
                  <a:pt x="738950" y="1119950"/>
                </a:cubicBezTo>
                <a:lnTo>
                  <a:pt x="737426" y="1119950"/>
                </a:lnTo>
                <a:lnTo>
                  <a:pt x="737426" y="1068229"/>
                </a:lnTo>
                <a:lnTo>
                  <a:pt x="648462" y="1068229"/>
                </a:lnTo>
                <a:lnTo>
                  <a:pt x="648462" y="1449229"/>
                </a:lnTo>
                <a:lnTo>
                  <a:pt x="737426" y="1449229"/>
                </a:lnTo>
                <a:lnTo>
                  <a:pt x="737426" y="1231964"/>
                </a:lnTo>
                <a:cubicBezTo>
                  <a:pt x="737426" y="1202912"/>
                  <a:pt x="745808" y="1178909"/>
                  <a:pt x="762572" y="1159764"/>
                </a:cubicBezTo>
                <a:cubicBezTo>
                  <a:pt x="779336" y="1140714"/>
                  <a:pt x="800862" y="1131094"/>
                  <a:pt x="827151" y="1131094"/>
                </a:cubicBezTo>
                <a:cubicBezTo>
                  <a:pt x="851916" y="1131094"/>
                  <a:pt x="870585" y="1139285"/>
                  <a:pt x="882968" y="1155668"/>
                </a:cubicBezTo>
                <a:cubicBezTo>
                  <a:pt x="895350" y="1172051"/>
                  <a:pt x="901541" y="1195769"/>
                  <a:pt x="901541" y="1226725"/>
                </a:cubicBezTo>
                <a:lnTo>
                  <a:pt x="901541" y="1449229"/>
                </a:lnTo>
                <a:lnTo>
                  <a:pt x="990505" y="1449229"/>
                </a:lnTo>
                <a:lnTo>
                  <a:pt x="990505" y="1214819"/>
                </a:lnTo>
                <a:cubicBezTo>
                  <a:pt x="990505" y="1165003"/>
                  <a:pt x="979456" y="1126617"/>
                  <a:pt x="957358" y="1099661"/>
                </a:cubicBezTo>
                <a:cubicBezTo>
                  <a:pt x="935260" y="1072706"/>
                  <a:pt x="903161" y="1059275"/>
                  <a:pt x="860965" y="1059275"/>
                </a:cubicBezTo>
                <a:close/>
                <a:moveTo>
                  <a:pt x="1124236" y="890683"/>
                </a:moveTo>
                <a:cubicBezTo>
                  <a:pt x="1108139" y="890683"/>
                  <a:pt x="1094994" y="895731"/>
                  <a:pt x="1084802" y="905923"/>
                </a:cubicBezTo>
                <a:cubicBezTo>
                  <a:pt x="1074611" y="916115"/>
                  <a:pt x="1069562" y="928592"/>
                  <a:pt x="1069562" y="943547"/>
                </a:cubicBezTo>
                <a:cubicBezTo>
                  <a:pt x="1069562" y="958501"/>
                  <a:pt x="1074611" y="970788"/>
                  <a:pt x="1084802" y="981266"/>
                </a:cubicBezTo>
                <a:cubicBezTo>
                  <a:pt x="1094994" y="991838"/>
                  <a:pt x="1108139" y="997077"/>
                  <a:pt x="1124236" y="997077"/>
                </a:cubicBezTo>
                <a:cubicBezTo>
                  <a:pt x="1140333" y="997077"/>
                  <a:pt x="1154240" y="992029"/>
                  <a:pt x="1164431" y="981837"/>
                </a:cubicBezTo>
                <a:cubicBezTo>
                  <a:pt x="1174623" y="971645"/>
                  <a:pt x="1179671" y="958977"/>
                  <a:pt x="1179671" y="943928"/>
                </a:cubicBezTo>
                <a:cubicBezTo>
                  <a:pt x="1179671" y="928878"/>
                  <a:pt x="1174623" y="916115"/>
                  <a:pt x="1164431" y="906018"/>
                </a:cubicBezTo>
                <a:cubicBezTo>
                  <a:pt x="1154240" y="895826"/>
                  <a:pt x="1140905" y="890778"/>
                  <a:pt x="1124236" y="890778"/>
                </a:cubicBezTo>
                <a:close/>
                <a:moveTo>
                  <a:pt x="1079564" y="1449229"/>
                </a:moveTo>
                <a:lnTo>
                  <a:pt x="1168527" y="1449229"/>
                </a:lnTo>
                <a:lnTo>
                  <a:pt x="1168527" y="1068229"/>
                </a:lnTo>
                <a:lnTo>
                  <a:pt x="1079564" y="1068229"/>
                </a:lnTo>
                <a:lnTo>
                  <a:pt x="1079564" y="1449229"/>
                </a:lnTo>
                <a:close/>
                <a:moveTo>
                  <a:pt x="1440656" y="1383697"/>
                </a:moveTo>
                <a:cubicBezTo>
                  <a:pt x="1433703" y="1386173"/>
                  <a:pt x="1426750" y="1387412"/>
                  <a:pt x="1419797" y="1387412"/>
                </a:cubicBezTo>
                <a:cubicBezTo>
                  <a:pt x="1406366" y="1387412"/>
                  <a:pt x="1395984" y="1383030"/>
                  <a:pt x="1388555" y="1374172"/>
                </a:cubicBezTo>
                <a:cubicBezTo>
                  <a:pt x="1381125" y="1365409"/>
                  <a:pt x="1377410" y="1351693"/>
                  <a:pt x="1377410" y="1333024"/>
                </a:cubicBezTo>
                <a:lnTo>
                  <a:pt x="1377410" y="1137285"/>
                </a:lnTo>
                <a:lnTo>
                  <a:pt x="1474565" y="1137285"/>
                </a:lnTo>
                <a:lnTo>
                  <a:pt x="1474565" y="1068038"/>
                </a:lnTo>
                <a:lnTo>
                  <a:pt x="1377410" y="1068038"/>
                </a:lnTo>
                <a:lnTo>
                  <a:pt x="1377410" y="958977"/>
                </a:lnTo>
                <a:lnTo>
                  <a:pt x="1288447" y="974598"/>
                </a:lnTo>
                <a:lnTo>
                  <a:pt x="1288447" y="1067943"/>
                </a:lnTo>
                <a:lnTo>
                  <a:pt x="1224820" y="1067943"/>
                </a:lnTo>
                <a:lnTo>
                  <a:pt x="1224820" y="1137190"/>
                </a:lnTo>
                <a:lnTo>
                  <a:pt x="1288447" y="1137190"/>
                </a:lnTo>
                <a:lnTo>
                  <a:pt x="1288447" y="1345597"/>
                </a:lnTo>
                <a:cubicBezTo>
                  <a:pt x="1288447" y="1382268"/>
                  <a:pt x="1297877" y="1410176"/>
                  <a:pt x="1316736" y="1429322"/>
                </a:cubicBezTo>
                <a:cubicBezTo>
                  <a:pt x="1335596" y="1448467"/>
                  <a:pt x="1363789" y="1457992"/>
                  <a:pt x="1401223" y="1457992"/>
                </a:cubicBezTo>
                <a:cubicBezTo>
                  <a:pt x="1419606" y="1457992"/>
                  <a:pt x="1436656" y="1455610"/>
                  <a:pt x="1452372" y="1450753"/>
                </a:cubicBezTo>
                <a:cubicBezTo>
                  <a:pt x="1468088" y="1445895"/>
                  <a:pt x="1481042" y="1439418"/>
                  <a:pt x="1491234" y="1431227"/>
                </a:cubicBezTo>
                <a:lnTo>
                  <a:pt x="1463707" y="1370933"/>
                </a:lnTo>
                <a:cubicBezTo>
                  <a:pt x="1455230" y="1376839"/>
                  <a:pt x="1447610" y="1381125"/>
                  <a:pt x="1440656" y="1383602"/>
                </a:cubicBezTo>
                <a:close/>
                <a:moveTo>
                  <a:pt x="1829657" y="1107662"/>
                </a:moveTo>
                <a:cubicBezTo>
                  <a:pt x="1859185" y="1139952"/>
                  <a:pt x="1873949" y="1186434"/>
                  <a:pt x="1873949" y="1247204"/>
                </a:cubicBezTo>
                <a:lnTo>
                  <a:pt x="1873949" y="1280731"/>
                </a:lnTo>
                <a:lnTo>
                  <a:pt x="1612392" y="1280731"/>
                </a:lnTo>
                <a:cubicBezTo>
                  <a:pt x="1613154" y="1316927"/>
                  <a:pt x="1622965" y="1344073"/>
                  <a:pt x="1641824" y="1362075"/>
                </a:cubicBezTo>
                <a:cubicBezTo>
                  <a:pt x="1660684" y="1380077"/>
                  <a:pt x="1684020" y="1389031"/>
                  <a:pt x="1711738" y="1389031"/>
                </a:cubicBezTo>
                <a:cubicBezTo>
                  <a:pt x="1731074" y="1389031"/>
                  <a:pt x="1748314" y="1384459"/>
                  <a:pt x="1763459" y="1375220"/>
                </a:cubicBezTo>
                <a:cubicBezTo>
                  <a:pt x="1778603" y="1366076"/>
                  <a:pt x="1791462" y="1352360"/>
                  <a:pt x="1802130" y="1334262"/>
                </a:cubicBezTo>
                <a:lnTo>
                  <a:pt x="1870234" y="1371505"/>
                </a:lnTo>
                <a:cubicBezTo>
                  <a:pt x="1852613" y="1399318"/>
                  <a:pt x="1830324" y="1420654"/>
                  <a:pt x="1803464" y="1435703"/>
                </a:cubicBezTo>
                <a:cubicBezTo>
                  <a:pt x="1776508" y="1450753"/>
                  <a:pt x="1744980" y="1458182"/>
                  <a:pt x="1708785" y="1458182"/>
                </a:cubicBezTo>
                <a:cubicBezTo>
                  <a:pt x="1652207" y="1458182"/>
                  <a:pt x="1607058" y="1441323"/>
                  <a:pt x="1573149" y="1407605"/>
                </a:cubicBezTo>
                <a:cubicBezTo>
                  <a:pt x="1539335" y="1373886"/>
                  <a:pt x="1522381" y="1325404"/>
                  <a:pt x="1522381" y="1262158"/>
                </a:cubicBezTo>
                <a:cubicBezTo>
                  <a:pt x="1522667" y="1201865"/>
                  <a:pt x="1540097" y="1153001"/>
                  <a:pt x="1574673" y="1115568"/>
                </a:cubicBezTo>
                <a:cubicBezTo>
                  <a:pt x="1609249" y="1078135"/>
                  <a:pt x="1652778" y="1059371"/>
                  <a:pt x="1705070" y="1059371"/>
                </a:cubicBezTo>
                <a:cubicBezTo>
                  <a:pt x="1757363" y="1059371"/>
                  <a:pt x="1800225" y="1075468"/>
                  <a:pt x="1829753" y="1107758"/>
                </a:cubicBezTo>
                <a:close/>
                <a:moveTo>
                  <a:pt x="1788414" y="1218152"/>
                </a:moveTo>
                <a:cubicBezTo>
                  <a:pt x="1788414" y="1188625"/>
                  <a:pt x="1781175" y="1165860"/>
                  <a:pt x="1766602" y="1149858"/>
                </a:cubicBezTo>
                <a:cubicBezTo>
                  <a:pt x="1752029" y="1133856"/>
                  <a:pt x="1732026" y="1125855"/>
                  <a:pt x="1706499" y="1125855"/>
                </a:cubicBezTo>
                <a:cubicBezTo>
                  <a:pt x="1680972" y="1125855"/>
                  <a:pt x="1658398" y="1134618"/>
                  <a:pt x="1641729" y="1152049"/>
                </a:cubicBezTo>
                <a:cubicBezTo>
                  <a:pt x="1625060" y="1169575"/>
                  <a:pt x="1615154" y="1191578"/>
                  <a:pt x="1612011" y="1218057"/>
                </a:cubicBezTo>
                <a:lnTo>
                  <a:pt x="1788414" y="1218057"/>
                </a:lnTo>
                <a:close/>
              </a:path>
            </a:pathLst>
          </a:custGeom>
          <a:gradFill xmlns:a="http://schemas.openxmlformats.org/drawingml/2006/main">
            <a:gsLst>
              <a:gs pos="0">
                <a:srgbClr val="FFFFFF"/>
              </a:gs>
              <a:gs pos="100000">
                <a:srgbClr val="C5B4E3"/>
              </a:gs>
            </a:gsLst>
            <a:lin ang="0" scaled="1"/>
          </a:gradFill>
          <a:ln xmlns:a="http://schemas.openxmlformats.org/drawingml/2006/main" w="9525" cap="flat">
            <a:noFill/>
            <a:prstDash val="solid"/>
            <a:miter/>
          </a:ln>
        </p:spPr>
        <p:txBody>
          <a:bodyPr xmlns:a="http://schemas.openxmlformats.org/drawingml/2006/main" rot="0" spcFirstLastPara="0" vert="horz" wrap="square" lIns="68580" tIns="34290" rIns="68580" bIns="34290" anchor="ctr">
            <a:noAutofit/>
          </a:bodyPr>
          <a:lstStyle xmlns:a="http://schemas.openxmlformats.org/drawingml/2006/main"/>
          <a:p xmlns:a="http://schemas.openxmlformats.org/drawingml/2006/main">
            <a:pPr marL="0" lvl="0" indent="0">
              <a:buNone/>
            </a:pPr>
            <a:endParaRPr sz="1350"/>
          </a:p>
        </p:txBody>
      </p:sp>
    </p:spTree>
  </p:cSld>
</p:sldLayout>
</file>

<file path=ppt/slideLayouts/slideLayout2.xml><?xml version="1.0" encoding="utf-8"?>
<p:sldLayout xmlns:p="http://schemas.openxmlformats.org/presentationml/2006/main" preserve="1">
  <p:cSld name="Title Slide">
    <p:spTree>
      <p:nvGrpSpPr>
        <p:cNvPr id="1" name=""/>
        <p:cNvGrpSpPr/>
        <p:nvPr/>
      </p:nvGrpSpPr>
      <p:grpSpPr>
        <a:xfrm xmlns:a="http://schemas.openxmlformats.org/drawingml/2006/main"/>
      </p:grpSpPr>
      <p:pic>
        <p:nvPicPr>
          <p:cNvPr id="7" name="Picture 6">
            <a:extLst xmlns:a="http://schemas.openxmlformats.org/drawingml/2006/main">
              <a:ext uri="{FF2B5EF4-FFF2-40B4-BE49-F238E27FC236}">
                <a16:creationId xmlns:a16="http://schemas.microsoft.com/office/drawing/2014/main" id="{568E873B-6544-4A90-B8E0-F5E1B4786BA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c995d91a9c548a4"/>
          <a:srcRect xmlns:a="http://schemas.openxmlformats.org/drawingml/2006/main" l="0" t="70" r="0" b="24"/>
          <a:stretch xmlns:a="http://schemas.openxmlformats.org/drawingml/2006/main"/>
        </p:blipFill>
        <p:spPr>
          <a:xfrm xmlns:a="http://schemas.openxmlformats.org/drawingml/2006/main">
            <a:off x="0" y="0"/>
            <a:ext cx="9144000" cy="5143500"/>
          </a:xfrm>
          <a:prstGeom xmlns:a="http://schemas.openxmlformats.org/drawingml/2006/main" prst="rect">
            <a:avLst/>
          </a:prstGeom>
        </p:spPr>
      </p:pic>
      <p:pic>
        <p:nvPicPr>
          <p:cNvPr id="6" name="MS logo white - EMF">
            <a:extLst xmlns:a="http://schemas.openxmlformats.org/drawingml/2006/main">
              <a:ext uri="{FF2B5EF4-FFF2-40B4-BE49-F238E27FC236}">
                <a16:creationId xmlns:a16="http://schemas.microsoft.com/office/drawing/2014/main" id="{D211500D-C502-4E2A-8596-BCE0AE4347C3}"/>
              </a:ext>
            </a:extLst>
          </p:cNvPr>
          <p:cNvPicPr>
            <a:picLocks xmlns:a="http://schemas.openxmlformats.org/drawingml/2006/main" noChangeAspect="1"/>
          </p:cNvPicPr>
          <p:nvPr/>
        </p:nvPicPr>
        <p:blipFill>
          <a:blip xmlns:r="http://schemas.openxmlformats.org/officeDocument/2006/relationships" xmlns:a="http://schemas.openxmlformats.org/drawingml/2006/main" r:embed="R9bc4806e1cf14712"/>
          <a:stretch xmlns:a="http://schemas.openxmlformats.org/drawingml/2006/main">
            <a:fillRect l="0" t="0" r="0" b="0"/>
          </a:stretch>
        </p:blipFill>
        <p:spPr>
          <a:xfrm xmlns:a="http://schemas.openxmlformats.org/drawingml/2006/main">
            <a:off x="438150" y="439341"/>
            <a:ext cx="1024684" cy="219456"/>
          </a:xfrm>
          <a:prstGeom xmlns:a="http://schemas.openxmlformats.org/drawingml/2006/main" prst="rect">
            <a:avLst/>
          </a:prstGeom>
        </p:spPr>
      </p:pic>
      <p:sp>
        <p:nvSpPr>
          <p:cNvPr id="9" name="Title 1">
            <a:extLst xmlns:a="http://schemas.openxmlformats.org/drawingml/2006/main">
              <a:ext uri="{FF2B5EF4-FFF2-40B4-BE49-F238E27FC236}">
                <a16:creationId xmlns:a16="http://schemas.microsoft.com/office/drawing/2014/main" id="{7583641E-78E1-4E84-83EB-9BD512A30AD0}"/>
              </a:ext>
            </a:extLst>
          </p:cNvPr>
          <p:cNvSpPr>
            <a:spLocks xmlns:a="http://schemas.openxmlformats.org/drawingml/2006/main" noGrp="1"/>
          </p:cNvSpPr>
          <p:nvPr>
            <p:ph type="title" idx="0" hasCustomPrompt="1"/>
          </p:nvPr>
        </p:nvSpPr>
        <p:spPr>
          <a:xfrm xmlns:a="http://schemas.openxmlformats.org/drawingml/2006/main">
            <a:off x="438150" y="1819336"/>
            <a:ext cx="4183380" cy="830997"/>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0" indent="0">
              <a:buNone/>
              <a:defRPr sz="3000" b="1" i="0" kern="1200" cap="none" spc="-38" baseline="0">
                <a:ln w="3175">
                  <a:noFill/>
                </a:ln>
                <a:solidFill>
                  <a:srgbClr val="C7B6E4"/>
                </a:solidFill>
                <a:latin typeface="+mj-lt"/>
                <a:ea typeface="+mj-lt"/>
                <a:cs typeface="+mj-lt"/>
              </a:defRPr>
            </a:lvl1pPr>
          </a:lstStyle>
          <a:p xmlns:a="http://schemas.openxmlformats.org/drawingml/2006/main">
            <a:pPr marL="0" marR="0" lvl="0" indent="0" algn="l" defTabSz="699557">
              <a:lnSpc>
                <a:spcPct val="90000"/>
              </a:lnSpc>
              <a:spcBef>
                <a:spcPct val="0"/>
              </a:spcBef>
              <a:spcAft>
                <a:spcPts val="0"/>
              </a:spcAft>
              <a:buClrTx/>
              <a:buSzPct val="90000"/>
              <a:buFont typeface="Wingdings"/>
              <a:buNone/>
            </a:pPr>
            <a:r>
              <a:t>Event name or presentation title </a:t>
            </a:r>
          </a:p>
        </p:txBody>
      </p:sp>
      <p:sp>
        <p:nvSpPr>
          <p:cNvPr id="5" name="Text Placeholder 4">
            <a:extLst xmlns:a="http://schemas.openxmlformats.org/drawingml/2006/main">
              <a:ext uri="{FF2B5EF4-FFF2-40B4-BE49-F238E27FC236}">
                <a16:creationId xmlns:a16="http://schemas.microsoft.com/office/drawing/2014/main" id="{23C36286-5E38-428B-A1D3-52D88426B98B}"/>
              </a:ext>
            </a:extLst>
          </p:cNvPr>
          <p:cNvSpPr>
            <a:spLocks xmlns:a="http://schemas.openxmlformats.org/drawingml/2006/main" noGrp="1"/>
          </p:cNvSpPr>
          <p:nvPr>
            <p:ph type="body" idx="12" hasCustomPrompt="1"/>
          </p:nvPr>
        </p:nvSpPr>
        <p:spPr>
          <a:xfrm xmlns:a="http://schemas.openxmlformats.org/drawingml/2006/main">
            <a:off x="438150" y="2971800"/>
            <a:ext cx="4183380" cy="207749"/>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indent="0">
              <a:spcBef>
                <a:spcPts val="0"/>
              </a:spcBef>
              <a:buNone/>
              <a:defRPr sz="1350" kern="1200" spc="0" baseline="0">
                <a:solidFill>
                  <a:schemeClr val="tx1"/>
                </a:solidFill>
                <a:latin typeface="+mn-lt"/>
                <a:ea typeface="+mn-lt"/>
                <a:cs typeface="+mn-lt"/>
              </a:defRPr>
            </a:lvl1pPr>
          </a:lstStyle>
          <a:p xmlns:a="http://schemas.openxmlformats.org/drawingml/2006/main">
            <a:pPr marL="0" marR="0" lvl="0" indent="0" algn="l" defTabSz="699557">
              <a:lnSpc>
                <a:spcPct val="100000"/>
              </a:lnSpc>
              <a:spcBef>
                <a:spcPts val="0"/>
              </a:spcBef>
              <a:spcAft>
                <a:spcPts val="0"/>
              </a:spcAft>
              <a:buClrTx/>
              <a:buSzPct val="90000"/>
              <a:buFont typeface="Wingdings"/>
              <a:buNone/>
            </a:pPr>
            <a:r>
              <a:t>Speaker name or subtitle text</a:t>
            </a:r>
          </a:p>
        </p:txBody>
      </p:sp>
    </p:spTree>
  </p:cSld>
</p:sldLayout>
</file>

<file path=ppt/slideLayouts/slideLayout3.xml><?xml version="1.0" encoding="utf-8"?>
<p:sldLayout xmlns:p="http://schemas.openxmlformats.org/presentationml/2006/main" preserve="1">
  <p:cSld name="Title Slide 2">
    <p:spTree>
      <p:nvGrpSpPr>
        <p:cNvPr id="1" name=""/>
        <p:cNvGrpSpPr/>
        <p:nvPr/>
      </p:nvGrpSpPr>
      <p:grpSpPr>
        <a:xfrm xmlns:a="http://schemas.openxmlformats.org/drawingml/2006/main"/>
      </p:grpSpPr>
      <p:sp>
        <p:nvSpPr>
          <p:cNvPr id="9" name="Title 1">
            <a:extLst xmlns:a="http://schemas.openxmlformats.org/drawingml/2006/main">
              <a:ext uri="{FF2B5EF4-FFF2-40B4-BE49-F238E27FC236}">
                <a16:creationId xmlns:a16="http://schemas.microsoft.com/office/drawing/2014/main" id="{3434C05D-71DA-418A-AF71-EC0792D258AA}"/>
              </a:ext>
            </a:extLst>
          </p:cNvPr>
          <p:cNvSpPr>
            <a:spLocks xmlns:a="http://schemas.openxmlformats.org/drawingml/2006/main" noGrp="1"/>
          </p:cNvSpPr>
          <p:nvPr>
            <p:ph type="title" idx="0" hasCustomPrompt="1"/>
          </p:nvPr>
        </p:nvSpPr>
        <p:spPr>
          <a:xfrm xmlns:a="http://schemas.openxmlformats.org/drawingml/2006/main">
            <a:off x="438150" y="2188668"/>
            <a:ext cx="6858000" cy="461665"/>
          </a:xfrm>
          <a:prstGeom xmlns:a="http://schemas.openxmlformats.org/drawingml/2006/main" prst="rect">
            <a:avLst/>
          </a:prstGeom>
          <a:noFill xmlns:a="http://schemas.openxmlformats.org/drawingml/2006/main"/>
        </p:spPr>
        <p:txBody>
          <a:bodyPr xmlns:a="http://schemas.openxmlformats.org/drawingml/2006/main" wrap="square" lIns="0" tIns="0" rIns="0" bIns="0" anchor="b">
            <a:spAutoFit/>
          </a:bodyPr>
          <a:lstStyle xmlns:a="http://schemas.openxmlformats.org/drawingml/2006/main">
            <a:lvl1pPr marL="0" indent="0">
              <a:buNone/>
              <a:defRPr sz="3000" b="1" i="0" spc="-38" baseline="0">
                <a:solidFill>
                  <a:schemeClr val="tx1"/>
                </a:solidFill>
                <a:latin typeface="+mj-lt"/>
                <a:ea typeface="+mj-lt"/>
                <a:cs typeface="+mj-lt"/>
              </a:defRPr>
            </a:lvl1pPr>
          </a:lstStyle>
          <a:p xmlns:a="http://schemas.openxmlformats.org/drawingml/2006/main">
            <a:r>
              <a:t>Event name or presentation title </a:t>
            </a:r>
          </a:p>
        </p:txBody>
      </p:sp>
      <p:sp>
        <p:nvSpPr>
          <p:cNvPr id="5" name="Text Placeholder 4">
            <a:extLst xmlns:a="http://schemas.openxmlformats.org/drawingml/2006/main">
              <a:ext uri="{FF2B5EF4-FFF2-40B4-BE49-F238E27FC236}">
                <a16:creationId xmlns:a16="http://schemas.microsoft.com/office/drawing/2014/main" id="{491909F6-D84E-4A98-98D9-206620D85918}"/>
              </a:ext>
            </a:extLst>
          </p:cNvPr>
          <p:cNvSpPr>
            <a:spLocks xmlns:a="http://schemas.openxmlformats.org/drawingml/2006/main" noGrp="1"/>
          </p:cNvSpPr>
          <p:nvPr>
            <p:ph type="body" idx="12" hasCustomPrompt="1"/>
          </p:nvPr>
        </p:nvSpPr>
        <p:spPr>
          <a:xfrm xmlns:a="http://schemas.openxmlformats.org/drawingml/2006/main">
            <a:off x="438150" y="2971801"/>
            <a:ext cx="6858000" cy="207749"/>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indent="0">
              <a:spcBef>
                <a:spcPts val="0"/>
              </a:spcBef>
              <a:buNone/>
              <a:defRPr sz="1350" spc="0" baseline="0">
                <a:solidFill>
                  <a:schemeClr val="tx1"/>
                </a:solidFill>
                <a:latin typeface="+mn-lt"/>
                <a:ea typeface="+mn-lt"/>
                <a:cs typeface="+mn-lt"/>
              </a:defRPr>
            </a:lvl1pPr>
          </a:lstStyle>
          <a:p xmlns:a="http://schemas.openxmlformats.org/drawingml/2006/main">
            <a:pPr marL="0" lvl="0" indent="0">
              <a:buNone/>
            </a:pPr>
            <a:r>
              <a:t>Speaker name or subtitle text</a:t>
            </a:r>
          </a:p>
        </p:txBody>
      </p:sp>
      <p:pic>
        <p:nvPicPr>
          <p:cNvPr id="2" name="MS logo white - EMF">
            <a:extLst xmlns:a="http://schemas.openxmlformats.org/drawingml/2006/main">
              <a:ext uri="{FF2B5EF4-FFF2-40B4-BE49-F238E27FC236}">
                <a16:creationId xmlns:a16="http://schemas.microsoft.com/office/drawing/2014/main" id="{C59848EC-DCB6-4F9D-80F8-EDD8B074EBB1}"/>
              </a:ext>
            </a:extLst>
          </p:cNvPr>
          <p:cNvPicPr>
            <a:picLocks xmlns:a="http://schemas.openxmlformats.org/drawingml/2006/main" noChangeAspect="1"/>
          </p:cNvPicPr>
          <p:nvPr/>
        </p:nvPicPr>
        <p:blipFill>
          <a:blip xmlns:r="http://schemas.openxmlformats.org/officeDocument/2006/relationships" xmlns:a="http://schemas.openxmlformats.org/drawingml/2006/main" r:embed="Ra292a6a7cb7e4855"/>
          <a:stretch xmlns:a="http://schemas.openxmlformats.org/drawingml/2006/main">
            <a:fillRect l="0" t="0" r="0" b="0"/>
          </a:stretch>
        </p:blipFill>
        <p:spPr>
          <a:xfrm xmlns:a="http://schemas.openxmlformats.org/drawingml/2006/main">
            <a:off x="438150" y="439341"/>
            <a:ext cx="1024684" cy="219456"/>
          </a:xfrm>
          <a:prstGeom xmlns:a="http://schemas.openxmlformats.org/drawingml/2006/main" prst="rect">
            <a:avLst/>
          </a:prstGeom>
        </p:spPr>
      </p:pic>
    </p:spTree>
  </p:cSld>
</p:sldLayout>
</file>

<file path=ppt/slideLayouts/slideLayout4.xml><?xml version="1.0" encoding="utf-8"?>
<p:sldLayout xmlns:p="http://schemas.openxmlformats.org/presentationml/2006/main"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2FCFEFD-88E5-4869-B5C3-1611B0B50E1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marL="0" indent="0">
              <a:buNone/>
              <a:defRPr>
                <a:solidFill>
                  <a:schemeClr val="tx1"/>
                </a:solidFill>
              </a:defRPr>
            </a:lvl1pPr>
          </a:lstStyle>
          <a:p xmlns:a="http://schemas.openxmlformats.org/drawingml/2006/main">
            <a:r>
              <a:t>Click to edit Master title style</a:t>
            </a:r>
          </a:p>
        </p:txBody>
      </p:sp>
      <p:sp>
        <p:nvSpPr>
          <p:cNvPr id="4" name="Content Placeholder 3">
            <a:extLst xmlns:a="http://schemas.openxmlformats.org/drawingml/2006/main">
              <a:ext uri="{FF2B5EF4-FFF2-40B4-BE49-F238E27FC236}">
                <a16:creationId xmlns:a16="http://schemas.microsoft.com/office/drawing/2014/main" id="{58A212C2-8B30-4835-8711-AA981B6CFBE1}"/>
              </a:ext>
            </a:extLst>
          </p:cNvPr>
          <p:cNvSpPr>
            <a:spLocks xmlns:a="http://schemas.openxmlformats.org/drawingml/2006/main" noGrp="1"/>
          </p:cNvSpPr>
          <p:nvPr>
            <p:ph idx="10"/>
          </p:nvPr>
        </p:nvSpPr>
        <p:spPr>
          <a:xfrm xmlns:a="http://schemas.openxmlformats.org/drawingml/2006/main">
            <a:off x="438150" y="1076325"/>
            <a:ext cx="8264129" cy="3625454"/>
          </a:xfrm>
        </p:spPr>
        <p:txBody>
          <a:bodyPr xmlns:a="http://schemas.openxmlformats.org/drawingml/2006/main"/>
          <a:lstStyle xmlns:a="http://schemas.openxmlformats.org/drawingml/2006/main">
            <a:lvl1pPr marL="0" indent="0">
              <a:buNone/>
              <a:defRPr>
                <a:solidFill>
                  <a:schemeClr val="tx1"/>
                </a:solidFill>
              </a:defRPr>
            </a:lvl1pPr>
            <a:lvl2pPr marL="0" indent="0">
              <a:buNone/>
              <a:defRPr>
                <a:solidFill>
                  <a:schemeClr val="tx1"/>
                </a:solidFill>
              </a:defRPr>
            </a:lvl2pPr>
            <a:lvl3pPr marL="0" indent="0">
              <a:buNone/>
              <a:defRPr>
                <a:solidFill>
                  <a:schemeClr val="tx1"/>
                </a:solidFill>
              </a:defRPr>
            </a:lvl3pPr>
            <a:lvl4pPr marL="0" indent="0">
              <a:buNone/>
              <a:defRPr>
                <a:solidFill>
                  <a:schemeClr val="tx1"/>
                </a:solidFill>
              </a:defRPr>
            </a:lvl4pPr>
            <a:lvl5pPr marL="0" indent="0">
              <a:buNone/>
              <a:defRPr>
                <a:solidFill>
                  <a:schemeClr val="tx1"/>
                </a:solidFill>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6" name="TextBox 5">
            <a:extLst xmlns:a="http://schemas.openxmlformats.org/drawingml/2006/main">
              <a:ext uri="{FF2B5EF4-FFF2-40B4-BE49-F238E27FC236}">
                <a16:creationId xmlns:a16="http://schemas.microsoft.com/office/drawing/2014/main" id="{4F9662A5-6E2F-47B0-9B6E-E87983D3753C}"/>
              </a:ext>
            </a:extLst>
          </p:cNvPr>
          <p:cNvSpPr>
            <a:spLocks xmlns:a="http://schemas.openxmlformats.org/drawingml/2006/main" noGrp="1"/>
          </p:cNvSpPr>
          <p:nvPr/>
        </p:nvSpPr>
        <p:spPr>
          <a:xfrm xmlns:a="http://schemas.openxmlformats.org/drawingml/2006/main">
            <a:off x="9266791" y="-152958"/>
            <a:ext cx="432811"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5.xml><?xml version="1.0" encoding="utf-8"?>
<p:sldLayout xmlns:p="http://schemas.openxmlformats.org/presentationml/2006/main" preserve="1">
  <p:cSld name="Title &amp; Non-bulleted text">
    <p:spTree>
      <p:nvGrpSpPr>
        <p:cNvPr id="1" name=""/>
        <p:cNvGrpSpPr/>
        <p:nvPr/>
      </p:nvGrpSpPr>
      <p:grpSpPr>
        <a:xfrm xmlns:a="http://schemas.openxmlformats.org/drawingml/2006/main"/>
      </p:grpSpPr>
      <p:sp>
        <p:nvSpPr>
          <p:cNvPr id="7" name="Title 6">
            <a:extLst xmlns:a="http://schemas.openxmlformats.org/drawingml/2006/main">
              <a:ext uri="{FF2B5EF4-FFF2-40B4-BE49-F238E27FC236}">
                <a16:creationId xmlns:a16="http://schemas.microsoft.com/office/drawing/2014/main" id="{34B655BA-10A4-4A57-89DB-CFFBE1CA1E3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4" name="Text Placeholder 3">
            <a:extLst xmlns:a="http://schemas.openxmlformats.org/drawingml/2006/main">
              <a:ext uri="{FF2B5EF4-FFF2-40B4-BE49-F238E27FC236}">
                <a16:creationId xmlns:a16="http://schemas.microsoft.com/office/drawing/2014/main" id="{E54254D5-F616-4214-BC6F-E8B2CB9598A0}"/>
              </a:ext>
            </a:extLst>
          </p:cNvPr>
          <p:cNvSpPr>
            <a:spLocks xmlns:a="http://schemas.openxmlformats.org/drawingml/2006/main" noGrp="1"/>
          </p:cNvSpPr>
          <p:nvPr>
            <p:ph type="body" idx="10"/>
          </p:nvPr>
        </p:nvSpPr>
        <p:spPr>
          <a:xfrm xmlns:a="http://schemas.openxmlformats.org/drawingml/2006/main">
            <a:off x="439793" y="1075778"/>
            <a:ext cx="8263890" cy="1612749"/>
          </a:xfrm>
        </p:spPr>
        <p:txBody>
          <a:bodyPr xmlns:a="http://schemas.openxmlformats.org/drawingml/2006/main" wrap="square">
            <a:spAutoFit/>
          </a:bodyPr>
          <a:lstStyle xmlns:a="http://schemas.openxmlformats.org/drawingml/2006/main">
            <a:lvl1pPr marL="0" indent="0">
              <a:buNone/>
              <a:defRPr/>
            </a:lvl1pPr>
            <a:lvl2pPr marL="0" indent="0">
              <a:buNone/>
              <a:defRPr/>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Tree>
  </p:cSld>
</p:sldLayout>
</file>

<file path=ppt/slideLayouts/slideLayout6.xml><?xml version="1.0" encoding="utf-8"?>
<p:sldLayout xmlns:p="http://schemas.openxmlformats.org/presentationml/2006/main" preserve="1">
  <p:cSld name="Two Column Bullet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1BE2550-DA43-453C-A328-33C740E6540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5" name="Content Placeholder 4">
            <a:extLst xmlns:a="http://schemas.openxmlformats.org/drawingml/2006/main">
              <a:ext uri="{FF2B5EF4-FFF2-40B4-BE49-F238E27FC236}">
                <a16:creationId xmlns:a16="http://schemas.microsoft.com/office/drawing/2014/main" id="{14B7A288-CDAC-4184-9F73-137C95F5E643}"/>
              </a:ext>
            </a:extLst>
          </p:cNvPr>
          <p:cNvSpPr>
            <a:spLocks xmlns:a="http://schemas.openxmlformats.org/drawingml/2006/main" noGrp="1"/>
          </p:cNvSpPr>
          <p:nvPr>
            <p:ph idx="12"/>
          </p:nvPr>
        </p:nvSpPr>
        <p:spPr>
          <a:xfrm xmlns:a="http://schemas.openxmlformats.org/drawingml/2006/main">
            <a:off x="438151" y="1076325"/>
            <a:ext cx="3908822" cy="3625454"/>
          </a:xfrm>
        </p:spPr>
        <p:txBody>
          <a:bodyPr xmlns:a="http://schemas.openxmlformats.org/drawingml/2006/main"/>
          <a:lstStyle xmlns:a="http://schemas.openxmlformats.org/drawingml/2006/main"/>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9" name="Content Placeholder 8">
            <a:extLst xmlns:a="http://schemas.openxmlformats.org/drawingml/2006/main">
              <a:ext uri="{FF2B5EF4-FFF2-40B4-BE49-F238E27FC236}">
                <a16:creationId xmlns:a16="http://schemas.microsoft.com/office/drawing/2014/main" id="{CEC22105-78D6-4753-94FA-3DA949361A95}"/>
              </a:ext>
            </a:extLst>
          </p:cNvPr>
          <p:cNvSpPr>
            <a:spLocks xmlns:a="http://schemas.openxmlformats.org/drawingml/2006/main" noGrp="1"/>
          </p:cNvSpPr>
          <p:nvPr>
            <p:ph idx="13"/>
          </p:nvPr>
        </p:nvSpPr>
        <p:spPr>
          <a:xfrm xmlns:a="http://schemas.openxmlformats.org/drawingml/2006/main">
            <a:off x="4792266" y="1076325"/>
            <a:ext cx="3914775" cy="3625454"/>
          </a:xfrm>
        </p:spPr>
        <p:txBody>
          <a:bodyPr xmlns:a="http://schemas.openxmlformats.org/drawingml/2006/main"/>
          <a:lstStyle xmlns:a="http://schemas.openxmlformats.org/drawingml/2006/main"/>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6" name="TextBox 5">
            <a:extLst xmlns:a="http://schemas.openxmlformats.org/drawingml/2006/main">
              <a:ext uri="{FF2B5EF4-FFF2-40B4-BE49-F238E27FC236}">
                <a16:creationId xmlns:a16="http://schemas.microsoft.com/office/drawing/2014/main" id="{5F6A123D-3A27-499F-9210-3E0D7CED39C6}"/>
              </a:ext>
            </a:extLst>
          </p:cNvPr>
          <p:cNvSpPr>
            <a:spLocks xmlns:a="http://schemas.openxmlformats.org/drawingml/2006/main" noGrp="1"/>
          </p:cNvSpPr>
          <p:nvPr/>
        </p:nvSpPr>
        <p:spPr>
          <a:xfrm xmlns:a="http://schemas.openxmlformats.org/drawingml/2006/main">
            <a:off x="9266791" y="-152958"/>
            <a:ext cx="432811"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7.xml><?xml version="1.0" encoding="utf-8"?>
<p:sldLayout xmlns:p="http://schemas.openxmlformats.org/presentationml/2006/main" preserve="1">
  <p:cSld name="Two Column Non-bulleted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876633-3E8D-4CF4-A5D4-D4E9D88A6DE0}"/>
              </a:ext>
            </a:extLst>
          </p:cNvPr>
          <p:cNvSpPr>
            <a:spLocks xmlns:a="http://schemas.openxmlformats.org/drawingml/2006/main" noGrp="1"/>
          </p:cNvSpPr>
          <p:nvPr>
            <p:ph type="title" idx="0"/>
          </p:nvPr>
        </p:nvSpPr>
        <p:spPr>
          <a:xfrm xmlns:a="http://schemas.openxmlformats.org/drawingml/2006/main">
            <a:off x="441197" y="342900"/>
            <a:ext cx="8263890" cy="415499"/>
          </a:xfrm>
        </p:spPr>
        <p:txBody>
          <a:bodyPr xmlns:a="http://schemas.openxmlformats.org/drawingml/2006/main"/>
          <a:lstStyle xmlns:a="http://schemas.openxmlformats.org/drawingml/2006/main"/>
          <a:p xmlns:a="http://schemas.openxmlformats.org/drawingml/2006/main">
            <a:r>
              <a:t>Click to edit Master title style</a:t>
            </a:r>
          </a:p>
        </p:txBody>
      </p:sp>
      <p:sp>
        <p:nvSpPr>
          <p:cNvPr id="4" name="Text Placeholder 3">
            <a:extLst xmlns:a="http://schemas.openxmlformats.org/drawingml/2006/main">
              <a:ext uri="{FF2B5EF4-FFF2-40B4-BE49-F238E27FC236}">
                <a16:creationId xmlns:a16="http://schemas.microsoft.com/office/drawing/2014/main" id="{69F6106B-33E1-45A0-9B88-751690FB0CF5}"/>
              </a:ext>
            </a:extLst>
          </p:cNvPr>
          <p:cNvSpPr>
            <a:spLocks xmlns:a="http://schemas.openxmlformats.org/drawingml/2006/main" noGrp="1"/>
          </p:cNvSpPr>
          <p:nvPr>
            <p:ph type="body" idx="10"/>
          </p:nvPr>
        </p:nvSpPr>
        <p:spPr>
          <a:xfrm xmlns:a="http://schemas.openxmlformats.org/drawingml/2006/main">
            <a:off x="438150" y="1076325"/>
            <a:ext cx="3909060" cy="1237262"/>
          </a:xfrm>
        </p:spPr>
        <p:txBody>
          <a:bodyPr xmlns:a="http://schemas.openxmlformats.org/drawingml/2006/main" wrap="square">
            <a:spAutoFit/>
          </a:bodyPr>
          <a:lstStyle xmlns:a="http://schemas.openxmlformats.org/drawingml/2006/main">
            <a:lvl1pPr marL="0" indent="0">
              <a:spcBef>
                <a:spcPts val="918"/>
              </a:spcBef>
              <a:buClr>
                <a:schemeClr val="tx1"/>
              </a:buClr>
              <a:buFont typeface="Wingdings"/>
              <a:buNone/>
              <a:defRPr sz="2100" b="0">
                <a:latin typeface="Segoe UI"/>
                <a:ea typeface="Segoe UI"/>
                <a:cs typeface="Segoe UI"/>
              </a:defRPr>
            </a:lvl1pPr>
            <a:lvl2pPr marL="0" indent="0">
              <a:buFont typeface="Wingdings"/>
              <a:buNone/>
              <a:defRPr sz="1500" b="0"/>
            </a:lvl2pPr>
            <a:lvl3pPr marL="0" indent="0">
              <a:buFont typeface="Wingdings"/>
              <a:buNone/>
              <a:defRPr sz="1200" b="0"/>
            </a:lvl3pPr>
            <a:lvl4pPr marL="0" indent="0">
              <a:buFont typeface="Wingdings"/>
              <a:buNone/>
              <a:defRPr sz="1050" b="0"/>
            </a:lvl4pPr>
            <a:lvl5pPr marL="0" indent="0">
              <a:buFont typeface="Wingdings"/>
              <a:buNone/>
              <a:defRPr sz="1050" b="0"/>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6" name="Text Placeholder 3">
            <a:extLst xmlns:a="http://schemas.openxmlformats.org/drawingml/2006/main">
              <a:ext uri="{FF2B5EF4-FFF2-40B4-BE49-F238E27FC236}">
                <a16:creationId xmlns:a16="http://schemas.microsoft.com/office/drawing/2014/main" id="{8E9CDCB4-03E1-4763-B83E-A1334BCDB0C0}"/>
              </a:ext>
            </a:extLst>
          </p:cNvPr>
          <p:cNvSpPr>
            <a:spLocks xmlns:a="http://schemas.openxmlformats.org/drawingml/2006/main" noGrp="1"/>
          </p:cNvSpPr>
          <p:nvPr>
            <p:ph type="body" idx="12"/>
          </p:nvPr>
        </p:nvSpPr>
        <p:spPr>
          <a:xfrm xmlns:a="http://schemas.openxmlformats.org/drawingml/2006/main">
            <a:off x="4797878" y="1076325"/>
            <a:ext cx="3909060" cy="1237262"/>
          </a:xfrm>
        </p:spPr>
        <p:txBody>
          <a:bodyPr xmlns:a="http://schemas.openxmlformats.org/drawingml/2006/main" wrap="square">
            <a:spAutoFit/>
          </a:bodyPr>
          <a:lstStyle xmlns:a="http://schemas.openxmlformats.org/drawingml/2006/main">
            <a:lvl1pPr marL="0" indent="0">
              <a:spcBef>
                <a:spcPts val="918"/>
              </a:spcBef>
              <a:buClr>
                <a:schemeClr val="tx1"/>
              </a:buClr>
              <a:buFont typeface="Wingdings"/>
              <a:buNone/>
              <a:defRPr sz="2100" b="0">
                <a:latin typeface="Segoe UI"/>
                <a:ea typeface="Segoe UI"/>
                <a:cs typeface="Segoe UI"/>
              </a:defRPr>
            </a:lvl1pPr>
            <a:lvl2pPr marL="0" indent="0">
              <a:buFont typeface="Wingdings"/>
              <a:buNone/>
              <a:defRPr sz="1500" b="0"/>
            </a:lvl2pPr>
            <a:lvl3pPr marL="0" indent="0">
              <a:buFont typeface="Wingdings"/>
              <a:buNone/>
              <a:defRPr sz="1200" b="0"/>
            </a:lvl3pPr>
            <a:lvl4pPr marL="0" indent="0">
              <a:buFont typeface="Wingdings"/>
              <a:buNone/>
              <a:defRPr sz="1050" b="0"/>
            </a:lvl4pPr>
            <a:lvl5pPr marL="0" indent="0">
              <a:buFont typeface="Wingdings"/>
              <a:buNone/>
              <a:defRPr sz="1050" b="0"/>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Tree>
  </p:cSld>
</p:sldLayout>
</file>

<file path=ppt/slideLayouts/slideLayout8.xml><?xml version="1.0" encoding="utf-8"?>
<p:sldLayout xmlns:p="http://schemas.openxmlformats.org/presentationml/2006/main" preserve="1">
  <p:cSld name="Two Column Bullet with Subheads">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876633-3E8D-4CF4-A5D4-D4E9D88A6DE0}"/>
              </a:ext>
            </a:extLst>
          </p:cNvPr>
          <p:cNvSpPr>
            <a:spLocks xmlns:a="http://schemas.openxmlformats.org/drawingml/2006/main" noGrp="1"/>
          </p:cNvSpPr>
          <p:nvPr>
            <p:ph type="title" idx="0"/>
          </p:nvPr>
        </p:nvSpPr>
        <p:spPr>
          <a:xfrm xmlns:a="http://schemas.openxmlformats.org/drawingml/2006/main">
            <a:off x="441197" y="342900"/>
            <a:ext cx="8263890" cy="553998"/>
          </a:xfrm>
        </p:spPr>
        <p:txBody>
          <a:bodyPr xmlns:a="http://schemas.openxmlformats.org/drawingml/2006/main" wrap="square">
            <a:spAutoFit/>
          </a:bodyPr>
          <a:lstStyle xmlns:a="http://schemas.openxmlformats.org/drawingml/2006/main">
            <a:lvl1pPr marL="0" indent="0">
              <a:buNone/>
              <a:defRPr/>
            </a:lvl1pPr>
          </a:lstStyle>
          <a:p xmlns:a="http://schemas.openxmlformats.org/drawingml/2006/main">
            <a:r>
              <a:t>Click to edit Master title style</a:t>
            </a:r>
          </a:p>
        </p:txBody>
      </p:sp>
      <p:sp>
        <p:nvSpPr>
          <p:cNvPr id="12" name="Text Placeholder 11">
            <a:extLst xmlns:a="http://schemas.openxmlformats.org/drawingml/2006/main">
              <a:ext uri="{FF2B5EF4-FFF2-40B4-BE49-F238E27FC236}">
                <a16:creationId xmlns:a16="http://schemas.microsoft.com/office/drawing/2014/main" id="{DD525736-DEE8-4391-8135-23DE0640053A}"/>
              </a:ext>
            </a:extLst>
          </p:cNvPr>
          <p:cNvSpPr>
            <a:spLocks xmlns:a="http://schemas.openxmlformats.org/drawingml/2006/main" noGrp="1"/>
          </p:cNvSpPr>
          <p:nvPr>
            <p:ph type="body" idx="16"/>
          </p:nvPr>
        </p:nvSpPr>
        <p:spPr>
          <a:xfrm xmlns:a="http://schemas.openxmlformats.org/drawingml/2006/main">
            <a:off x="438150" y="1077517"/>
            <a:ext cx="3914775" cy="323165"/>
          </a:xfrm>
        </p:spPr>
        <p:txBody>
          <a:bodyPr xmlns:a="http://schemas.openxmlformats.org/drawingml/2006/main" anchor="t"/>
          <a:lstStyle xmlns:a="http://schemas.openxmlformats.org/drawingml/2006/main">
            <a:lvl1pPr marL="0" indent="0">
              <a:spcBef>
                <a:spcPts val="0"/>
              </a:spcBef>
              <a:buNone/>
              <a:defRPr sz="21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8" name="Text Placeholder 7">
            <a:extLst xmlns:a="http://schemas.openxmlformats.org/drawingml/2006/main">
              <a:ext uri="{FF2B5EF4-FFF2-40B4-BE49-F238E27FC236}">
                <a16:creationId xmlns:a16="http://schemas.microsoft.com/office/drawing/2014/main" id="{98E90344-0294-48E2-AAF0-601BB99500E7}"/>
              </a:ext>
            </a:extLst>
          </p:cNvPr>
          <p:cNvSpPr>
            <a:spLocks xmlns:a="http://schemas.openxmlformats.org/drawingml/2006/main" noGrp="1"/>
          </p:cNvSpPr>
          <p:nvPr>
            <p:ph type="body" idx="14"/>
          </p:nvPr>
        </p:nvSpPr>
        <p:spPr>
          <a:xfrm xmlns:a="http://schemas.openxmlformats.org/drawingml/2006/main">
            <a:off x="438150" y="1563291"/>
            <a:ext cx="3914775" cy="1458861"/>
          </a:xfrm>
        </p:spPr>
        <p:txBody>
          <a:bodyPr xmlns:a="http://schemas.openxmlformats.org/drawingml/2006/main" wrap="square">
            <a:spAutoFit/>
          </a:bodyPr>
          <a:lstStyle xmlns:a="http://schemas.openxmlformats.org/drawingml/2006/main">
            <a:lvl1pPr marL="0" indent="0">
              <a:buNone/>
              <a:defRPr sz="1800"/>
            </a:lvl1pPr>
            <a:lvl2pPr marL="0" indent="0">
              <a:buNone/>
              <a:defRPr/>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13" name="Text Placeholder 11">
            <a:extLst xmlns:a="http://schemas.openxmlformats.org/drawingml/2006/main">
              <a:ext uri="{FF2B5EF4-FFF2-40B4-BE49-F238E27FC236}">
                <a16:creationId xmlns:a16="http://schemas.microsoft.com/office/drawing/2014/main" id="{B4F729D4-B1F1-45F2-A06A-40234B19C883}"/>
              </a:ext>
            </a:extLst>
          </p:cNvPr>
          <p:cNvSpPr>
            <a:spLocks xmlns:a="http://schemas.openxmlformats.org/drawingml/2006/main" noGrp="1"/>
          </p:cNvSpPr>
          <p:nvPr>
            <p:ph type="body" idx="17"/>
          </p:nvPr>
        </p:nvSpPr>
        <p:spPr>
          <a:xfrm xmlns:a="http://schemas.openxmlformats.org/drawingml/2006/main">
            <a:off x="4798219" y="1077517"/>
            <a:ext cx="3914775" cy="323165"/>
          </a:xfrm>
        </p:spPr>
        <p:txBody>
          <a:bodyPr xmlns:a="http://schemas.openxmlformats.org/drawingml/2006/main" anchor="t"/>
          <a:lstStyle xmlns:a="http://schemas.openxmlformats.org/drawingml/2006/main">
            <a:lvl1pPr marL="0" indent="0">
              <a:spcBef>
                <a:spcPts val="0"/>
              </a:spcBef>
              <a:buNone/>
              <a:defRPr sz="21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10" name="Text Placeholder 9">
            <a:extLst xmlns:a="http://schemas.openxmlformats.org/drawingml/2006/main">
              <a:ext uri="{FF2B5EF4-FFF2-40B4-BE49-F238E27FC236}">
                <a16:creationId xmlns:a16="http://schemas.microsoft.com/office/drawing/2014/main" id="{D1F896FB-325C-4849-B372-8DF0D6C0562C}"/>
              </a:ext>
            </a:extLst>
          </p:cNvPr>
          <p:cNvSpPr>
            <a:spLocks xmlns:a="http://schemas.openxmlformats.org/drawingml/2006/main" noGrp="1"/>
          </p:cNvSpPr>
          <p:nvPr>
            <p:ph type="body" idx="15"/>
          </p:nvPr>
        </p:nvSpPr>
        <p:spPr>
          <a:xfrm xmlns:a="http://schemas.openxmlformats.org/drawingml/2006/main">
            <a:off x="4798219" y="1563291"/>
            <a:ext cx="3914775" cy="1458861"/>
          </a:xfrm>
        </p:spPr>
        <p:txBody>
          <a:bodyPr xmlns:a="http://schemas.openxmlformats.org/drawingml/2006/main" wrap="square">
            <a:spAutoFit/>
          </a:bodyPr>
          <a:lstStyle xmlns:a="http://schemas.openxmlformats.org/drawingml/2006/main">
            <a:lvl1pPr marL="0" indent="0">
              <a:buNone/>
              <a:defRPr sz="1800"/>
            </a:lvl1pPr>
            <a:lvl2pPr marL="0" indent="0">
              <a:buNone/>
              <a:defRPr/>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Tree>
  </p:cSld>
</p:sldLayout>
</file>

<file path=ppt/slideLayouts/slideLayout9.xml><?xml version="1.0" encoding="utf-8"?>
<p:sldLayout xmlns:p="http://schemas.openxmlformats.org/presentationml/2006/main" preserve="1">
  <p:cSld name="Two Column Content with Subheads">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876633-3E8D-4CF4-A5D4-D4E9D88A6DE0}"/>
              </a:ext>
            </a:extLst>
          </p:cNvPr>
          <p:cNvSpPr>
            <a:spLocks xmlns:a="http://schemas.openxmlformats.org/drawingml/2006/main" noGrp="1"/>
          </p:cNvSpPr>
          <p:nvPr>
            <p:ph type="title" idx="0"/>
          </p:nvPr>
        </p:nvSpPr>
        <p:spPr>
          <a:xfrm xmlns:a="http://schemas.openxmlformats.org/drawingml/2006/main">
            <a:off x="441197" y="342900"/>
            <a:ext cx="8263890" cy="553998"/>
          </a:xfrm>
        </p:spPr>
        <p:txBody>
          <a:bodyPr xmlns:a="http://schemas.openxmlformats.org/drawingml/2006/main" wrap="square">
            <a:spAutoFit/>
          </a:bodyPr>
          <a:lstStyle xmlns:a="http://schemas.openxmlformats.org/drawingml/2006/main">
            <a:lvl1pPr marL="0" indent="0">
              <a:buNone/>
              <a:defRPr/>
            </a:lvl1pPr>
          </a:lstStyle>
          <a:p xmlns:a="http://schemas.openxmlformats.org/drawingml/2006/main">
            <a:r>
              <a:t>Click to edit Master title style</a:t>
            </a:r>
          </a:p>
        </p:txBody>
      </p:sp>
      <p:sp>
        <p:nvSpPr>
          <p:cNvPr id="18" name="Text Placeholder 11">
            <a:extLst xmlns:a="http://schemas.openxmlformats.org/drawingml/2006/main">
              <a:ext uri="{FF2B5EF4-FFF2-40B4-BE49-F238E27FC236}">
                <a16:creationId xmlns:a16="http://schemas.microsoft.com/office/drawing/2014/main" id="{C2759870-0BEA-44DC-A414-1C70D04E35CC}"/>
              </a:ext>
            </a:extLst>
          </p:cNvPr>
          <p:cNvSpPr>
            <a:spLocks xmlns:a="http://schemas.openxmlformats.org/drawingml/2006/main" noGrp="1"/>
          </p:cNvSpPr>
          <p:nvPr>
            <p:ph type="body" idx="16"/>
          </p:nvPr>
        </p:nvSpPr>
        <p:spPr>
          <a:xfrm xmlns:a="http://schemas.openxmlformats.org/drawingml/2006/main">
            <a:off x="438150" y="1077517"/>
            <a:ext cx="3914775" cy="323165"/>
          </a:xfrm>
        </p:spPr>
        <p:txBody>
          <a:bodyPr xmlns:a="http://schemas.openxmlformats.org/drawingml/2006/main" anchor="t"/>
          <a:lstStyle xmlns:a="http://schemas.openxmlformats.org/drawingml/2006/main">
            <a:lvl1pPr marL="0" indent="0">
              <a:spcBef>
                <a:spcPts val="0"/>
              </a:spcBef>
              <a:buNone/>
              <a:defRPr sz="21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15" name="Content Placeholder 14">
            <a:extLst xmlns:a="http://schemas.openxmlformats.org/drawingml/2006/main">
              <a:ext uri="{FF2B5EF4-FFF2-40B4-BE49-F238E27FC236}">
                <a16:creationId xmlns:a16="http://schemas.microsoft.com/office/drawing/2014/main" id="{BFEF95FA-F121-4653-B60A-0D068C345462}"/>
              </a:ext>
            </a:extLst>
          </p:cNvPr>
          <p:cNvSpPr>
            <a:spLocks xmlns:a="http://schemas.openxmlformats.org/drawingml/2006/main" noGrp="1"/>
          </p:cNvSpPr>
          <p:nvPr>
            <p:ph idx="11"/>
          </p:nvPr>
        </p:nvSpPr>
        <p:spPr>
          <a:xfrm xmlns:a="http://schemas.openxmlformats.org/drawingml/2006/main">
            <a:off x="441723" y="1560909"/>
            <a:ext cx="3911203" cy="3140869"/>
          </a:xfrm>
        </p:spPr>
        <p:txBody>
          <a:bodyPr xmlns:a="http://schemas.openxmlformats.org/drawingml/2006/main"/>
          <a:lstStyle xmlns:a="http://schemas.openxmlformats.org/drawingml/2006/main">
            <a:lvl1pPr marL="0" indent="0">
              <a:buNone/>
              <a:defRPr sz="1800"/>
            </a:lvl1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19" name="Text Placeholder 11">
            <a:extLst xmlns:a="http://schemas.openxmlformats.org/drawingml/2006/main">
              <a:ext uri="{FF2B5EF4-FFF2-40B4-BE49-F238E27FC236}">
                <a16:creationId xmlns:a16="http://schemas.microsoft.com/office/drawing/2014/main" id="{C327262A-D327-4189-AD22-BAD67CF4AB79}"/>
              </a:ext>
            </a:extLst>
          </p:cNvPr>
          <p:cNvSpPr>
            <a:spLocks xmlns:a="http://schemas.openxmlformats.org/drawingml/2006/main" noGrp="1"/>
          </p:cNvSpPr>
          <p:nvPr>
            <p:ph type="body" idx="17"/>
          </p:nvPr>
        </p:nvSpPr>
        <p:spPr>
          <a:xfrm xmlns:a="http://schemas.openxmlformats.org/drawingml/2006/main">
            <a:off x="4798219" y="1077517"/>
            <a:ext cx="3914775" cy="323165"/>
          </a:xfrm>
        </p:spPr>
        <p:txBody>
          <a:bodyPr xmlns:a="http://schemas.openxmlformats.org/drawingml/2006/main" anchor="t"/>
          <a:lstStyle xmlns:a="http://schemas.openxmlformats.org/drawingml/2006/main">
            <a:lvl1pPr marL="0" indent="0">
              <a:spcBef>
                <a:spcPts val="0"/>
              </a:spcBef>
              <a:buNone/>
              <a:defRPr sz="21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17" name="Content Placeholder 14">
            <a:extLst xmlns:a="http://schemas.openxmlformats.org/drawingml/2006/main">
              <a:ext uri="{FF2B5EF4-FFF2-40B4-BE49-F238E27FC236}">
                <a16:creationId xmlns:a16="http://schemas.microsoft.com/office/drawing/2014/main" id="{47F8EAA9-0E64-4589-A234-BC31685BE7D3}"/>
              </a:ext>
            </a:extLst>
          </p:cNvPr>
          <p:cNvSpPr>
            <a:spLocks xmlns:a="http://schemas.openxmlformats.org/drawingml/2006/main" noGrp="1"/>
          </p:cNvSpPr>
          <p:nvPr>
            <p:ph idx="13"/>
          </p:nvPr>
        </p:nvSpPr>
        <p:spPr>
          <a:xfrm xmlns:a="http://schemas.openxmlformats.org/drawingml/2006/main">
            <a:off x="4795839" y="1560909"/>
            <a:ext cx="3911203" cy="3140869"/>
          </a:xfrm>
        </p:spPr>
        <p:txBody>
          <a:bodyPr xmlns:a="http://schemas.openxmlformats.org/drawingml/2006/main"/>
          <a:lstStyle xmlns:a="http://schemas.openxmlformats.org/drawingml/2006/main">
            <a:lvl1pPr marL="0" indent="0">
              <a:buNone/>
              <a:defRPr sz="1800"/>
            </a:lvl1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3" name="TextBox 2">
            <a:extLst xmlns:a="http://schemas.openxmlformats.org/drawingml/2006/main">
              <a:ext uri="{FF2B5EF4-FFF2-40B4-BE49-F238E27FC236}">
                <a16:creationId xmlns:a16="http://schemas.microsoft.com/office/drawing/2014/main" id="{807CBEB8-AFEF-362F-CB36-DC00FA4C6C8A}"/>
              </a:ext>
            </a:extLst>
          </p:cNvPr>
          <p:cNvSpPr>
            <a:spLocks xmlns:a="http://schemas.openxmlformats.org/drawingml/2006/main" noGrp="1"/>
          </p:cNvSpPr>
          <p:nvPr/>
        </p:nvSpPr>
        <p:spPr>
          <a:xfrm xmlns:a="http://schemas.openxmlformats.org/drawingml/2006/main">
            <a:off x="9266791" y="-152958"/>
            <a:ext cx="432811"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10.xml><?xml version="1.0" encoding="utf-8"?>
<p:sldLayout xmlns:p="http://schemas.openxmlformats.org/presentationml/2006/main" preserve="1">
  <p:cSld name="Three Column Bullet with Subtitles">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F260F77E-464D-46F7-A8F8-6F281DAB0C7A}"/>
              </a:ext>
            </a:extLst>
          </p:cNvPr>
          <p:cNvSpPr>
            <a:spLocks xmlns:a="http://schemas.openxmlformats.org/drawingml/2006/main" noGrp="1"/>
          </p:cNvSpPr>
          <p:nvPr>
            <p:ph type="title" idx="0"/>
          </p:nvPr>
        </p:nvSpPr>
        <p:spPr>
          <a:xfrm xmlns:a="http://schemas.openxmlformats.org/drawingml/2006/main">
            <a:off x="441197" y="342900"/>
            <a:ext cx="8263890" cy="553998"/>
          </a:xfrm>
        </p:spPr>
        <p:txBody>
          <a:bodyPr xmlns:a="http://schemas.openxmlformats.org/drawingml/2006/main" wrap="square">
            <a:spAutoFit/>
          </a:bodyPr>
          <a:lstStyle xmlns:a="http://schemas.openxmlformats.org/drawingml/2006/main"/>
          <a:p xmlns:a="http://schemas.openxmlformats.org/drawingml/2006/main">
            <a:r>
              <a:t>Click to edit Master title style</a:t>
            </a:r>
          </a:p>
        </p:txBody>
      </p:sp>
      <p:sp>
        <p:nvSpPr>
          <p:cNvPr id="19" name="Text Placeholder 11">
            <a:extLst xmlns:a="http://schemas.openxmlformats.org/drawingml/2006/main">
              <a:ext uri="{FF2B5EF4-FFF2-40B4-BE49-F238E27FC236}">
                <a16:creationId xmlns:a16="http://schemas.microsoft.com/office/drawing/2014/main" id="{CB20F198-3776-433D-85A8-C2B6AC6235FF}"/>
              </a:ext>
            </a:extLst>
          </p:cNvPr>
          <p:cNvSpPr>
            <a:spLocks xmlns:a="http://schemas.openxmlformats.org/drawingml/2006/main" noGrp="1"/>
          </p:cNvSpPr>
          <p:nvPr>
            <p:ph type="body" idx="16"/>
          </p:nvPr>
        </p:nvSpPr>
        <p:spPr>
          <a:xfrm xmlns:a="http://schemas.openxmlformats.org/drawingml/2006/main">
            <a:off x="438913" y="1078706"/>
            <a:ext cx="2448306" cy="507831"/>
          </a:xfrm>
        </p:spPr>
        <p:txBody>
          <a:bodyPr xmlns:a="http://schemas.openxmlformats.org/drawingml/2006/main" anchor="t"/>
          <a:lstStyle xmlns:a="http://schemas.openxmlformats.org/drawingml/2006/main">
            <a:lvl1pPr marL="0" indent="0">
              <a:spcBef>
                <a:spcPts val="0"/>
              </a:spcBef>
              <a:buNone/>
              <a:defRPr sz="165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20" name="Text Placeholder 7">
            <a:extLst xmlns:a="http://schemas.openxmlformats.org/drawingml/2006/main">
              <a:ext uri="{FF2B5EF4-FFF2-40B4-BE49-F238E27FC236}">
                <a16:creationId xmlns:a16="http://schemas.microsoft.com/office/drawing/2014/main" id="{97BC59AA-6CF8-4091-8008-21AA9AD8E8B5}"/>
              </a:ext>
            </a:extLst>
          </p:cNvPr>
          <p:cNvSpPr>
            <a:spLocks xmlns:a="http://schemas.openxmlformats.org/drawingml/2006/main" noGrp="1"/>
          </p:cNvSpPr>
          <p:nvPr>
            <p:ph type="body" idx="14"/>
          </p:nvPr>
        </p:nvSpPr>
        <p:spPr>
          <a:xfrm xmlns:a="http://schemas.openxmlformats.org/drawingml/2006/main">
            <a:off x="438913" y="1793081"/>
            <a:ext cx="2448306" cy="1523494"/>
          </a:xfrm>
        </p:spPr>
        <p:txBody>
          <a:bodyPr xmlns:a="http://schemas.openxmlformats.org/drawingml/2006/main" wrap="square">
            <a:spAutoFit/>
          </a:bodyPr>
          <a:lstStyle xmlns:a="http://schemas.openxmlformats.org/drawingml/2006/main">
            <a:lvl1pPr marL="0" indent="0">
              <a:buNone/>
              <a:defRPr sz="1500"/>
            </a:lvl1pPr>
            <a:lvl2pPr marL="0" indent="0">
              <a:buNone/>
              <a:defRPr sz="1350"/>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1" name="Text Placeholder 11">
            <a:extLst xmlns:a="http://schemas.openxmlformats.org/drawingml/2006/main">
              <a:ext uri="{FF2B5EF4-FFF2-40B4-BE49-F238E27FC236}">
                <a16:creationId xmlns:a16="http://schemas.microsoft.com/office/drawing/2014/main" id="{BECED387-BA3E-49B2-8F1E-0E371E09E0A4}"/>
              </a:ext>
            </a:extLst>
          </p:cNvPr>
          <p:cNvSpPr>
            <a:spLocks xmlns:a="http://schemas.openxmlformats.org/drawingml/2006/main" noGrp="1"/>
          </p:cNvSpPr>
          <p:nvPr>
            <p:ph type="body" idx="17"/>
          </p:nvPr>
        </p:nvSpPr>
        <p:spPr>
          <a:xfrm xmlns:a="http://schemas.openxmlformats.org/drawingml/2006/main">
            <a:off x="3347847" y="1078706"/>
            <a:ext cx="2448306" cy="507831"/>
          </a:xfrm>
        </p:spPr>
        <p:txBody>
          <a:bodyPr xmlns:a="http://schemas.openxmlformats.org/drawingml/2006/main" anchor="t"/>
          <a:lstStyle xmlns:a="http://schemas.openxmlformats.org/drawingml/2006/main">
            <a:lvl1pPr marL="0" indent="0">
              <a:spcBef>
                <a:spcPts val="0"/>
              </a:spcBef>
              <a:buNone/>
              <a:defRPr sz="165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22" name="Text Placeholder 9">
            <a:extLst xmlns:a="http://schemas.openxmlformats.org/drawingml/2006/main">
              <a:ext uri="{FF2B5EF4-FFF2-40B4-BE49-F238E27FC236}">
                <a16:creationId xmlns:a16="http://schemas.microsoft.com/office/drawing/2014/main" id="{6B26A1CD-81F9-4C2F-896F-E69757C6658C}"/>
              </a:ext>
            </a:extLst>
          </p:cNvPr>
          <p:cNvSpPr>
            <a:spLocks xmlns:a="http://schemas.openxmlformats.org/drawingml/2006/main" noGrp="1"/>
          </p:cNvSpPr>
          <p:nvPr>
            <p:ph type="body" idx="15"/>
          </p:nvPr>
        </p:nvSpPr>
        <p:spPr>
          <a:xfrm xmlns:a="http://schemas.openxmlformats.org/drawingml/2006/main">
            <a:off x="3347847" y="1788101"/>
            <a:ext cx="2448306" cy="1523494"/>
          </a:xfrm>
        </p:spPr>
        <p:txBody>
          <a:bodyPr xmlns:a="http://schemas.openxmlformats.org/drawingml/2006/main" wrap="square">
            <a:spAutoFit/>
          </a:bodyPr>
          <a:lstStyle xmlns:a="http://schemas.openxmlformats.org/drawingml/2006/main">
            <a:lvl1pPr marL="0" indent="0">
              <a:buNone/>
              <a:defRPr sz="1500"/>
            </a:lvl1pPr>
            <a:lvl2pPr marL="0" indent="0">
              <a:buNone/>
              <a:defRPr sz="1350"/>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3" name="Text Placeholder 11">
            <a:extLst xmlns:a="http://schemas.openxmlformats.org/drawingml/2006/main">
              <a:ext uri="{FF2B5EF4-FFF2-40B4-BE49-F238E27FC236}">
                <a16:creationId xmlns:a16="http://schemas.microsoft.com/office/drawing/2014/main" id="{79263A4B-A9A8-4CE5-96A8-6F6EC365E512}"/>
              </a:ext>
            </a:extLst>
          </p:cNvPr>
          <p:cNvSpPr>
            <a:spLocks xmlns:a="http://schemas.openxmlformats.org/drawingml/2006/main" noGrp="1"/>
          </p:cNvSpPr>
          <p:nvPr>
            <p:ph type="body" idx="18"/>
          </p:nvPr>
        </p:nvSpPr>
        <p:spPr>
          <a:xfrm xmlns:a="http://schemas.openxmlformats.org/drawingml/2006/main">
            <a:off x="6256781" y="1078706"/>
            <a:ext cx="2448306" cy="507831"/>
          </a:xfrm>
        </p:spPr>
        <p:txBody>
          <a:bodyPr xmlns:a="http://schemas.openxmlformats.org/drawingml/2006/main" anchor="t"/>
          <a:lstStyle xmlns:a="http://schemas.openxmlformats.org/drawingml/2006/main">
            <a:lvl1pPr marL="0" indent="0">
              <a:spcBef>
                <a:spcPts val="0"/>
              </a:spcBef>
              <a:buNone/>
              <a:defRPr sz="165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24" name="Text Placeholder 7">
            <a:extLst xmlns:a="http://schemas.openxmlformats.org/drawingml/2006/main">
              <a:ext uri="{FF2B5EF4-FFF2-40B4-BE49-F238E27FC236}">
                <a16:creationId xmlns:a16="http://schemas.microsoft.com/office/drawing/2014/main" id="{2205743D-F71A-4647-9BE4-2900BDA2582B}"/>
              </a:ext>
            </a:extLst>
          </p:cNvPr>
          <p:cNvSpPr>
            <a:spLocks xmlns:a="http://schemas.openxmlformats.org/drawingml/2006/main" noGrp="1"/>
          </p:cNvSpPr>
          <p:nvPr>
            <p:ph type="body" idx="19"/>
          </p:nvPr>
        </p:nvSpPr>
        <p:spPr>
          <a:xfrm xmlns:a="http://schemas.openxmlformats.org/drawingml/2006/main">
            <a:off x="6256781" y="1793081"/>
            <a:ext cx="2448306" cy="1523494"/>
          </a:xfrm>
        </p:spPr>
        <p:txBody>
          <a:bodyPr xmlns:a="http://schemas.openxmlformats.org/drawingml/2006/main" wrap="square">
            <a:spAutoFit/>
          </a:bodyPr>
          <a:lstStyle xmlns:a="http://schemas.openxmlformats.org/drawingml/2006/main">
            <a:lvl1pPr marL="0" indent="0">
              <a:buNone/>
              <a:defRPr sz="1500"/>
            </a:lvl1pPr>
            <a:lvl2pPr marL="0" indent="0">
              <a:buNone/>
              <a:defRPr sz="1350"/>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Tree>
  </p:cSld>
</p:sldLayout>
</file>

<file path=ppt/slideLayouts/slideLayout11.xml><?xml version="1.0" encoding="utf-8"?>
<p:sldLayout xmlns:p="http://schemas.openxmlformats.org/presentationml/2006/main" preserve="1">
  <p:cSld name="Four Column Bullet with Subtitles">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87A434B7-D4B9-4D45-A31C-F0CC4D227945}"/>
              </a:ext>
            </a:extLst>
          </p:cNvPr>
          <p:cNvSpPr>
            <a:spLocks xmlns:a="http://schemas.openxmlformats.org/drawingml/2006/main" noGrp="1"/>
          </p:cNvSpPr>
          <p:nvPr>
            <p:ph type="title" idx="0"/>
          </p:nvPr>
        </p:nvSpPr>
        <p:spPr>
          <a:xfrm xmlns:a="http://schemas.openxmlformats.org/drawingml/2006/main">
            <a:off x="441197" y="342900"/>
            <a:ext cx="8263890" cy="553998"/>
          </a:xfrm>
        </p:spPr>
        <p:txBody>
          <a:bodyPr xmlns:a="http://schemas.openxmlformats.org/drawingml/2006/main" wrap="square">
            <a:spAutoFit/>
          </a:bodyPr>
          <a:lstStyle xmlns:a="http://schemas.openxmlformats.org/drawingml/2006/main"/>
          <a:p xmlns:a="http://schemas.openxmlformats.org/drawingml/2006/main">
            <a:r>
              <a:t>Click to edit Master title style</a:t>
            </a:r>
          </a:p>
        </p:txBody>
      </p:sp>
      <p:sp>
        <p:nvSpPr>
          <p:cNvPr id="22" name="Text Placeholder 11">
            <a:extLst xmlns:a="http://schemas.openxmlformats.org/drawingml/2006/main">
              <a:ext uri="{FF2B5EF4-FFF2-40B4-BE49-F238E27FC236}">
                <a16:creationId xmlns:a16="http://schemas.microsoft.com/office/drawing/2014/main" id="{92783506-927E-48F7-8EFC-36257F3E2812}"/>
              </a:ext>
            </a:extLst>
          </p:cNvPr>
          <p:cNvSpPr>
            <a:spLocks xmlns:a="http://schemas.openxmlformats.org/drawingml/2006/main" noGrp="1"/>
          </p:cNvSpPr>
          <p:nvPr>
            <p:ph type="body" idx="16"/>
          </p:nvPr>
        </p:nvSpPr>
        <p:spPr>
          <a:xfrm xmlns:a="http://schemas.openxmlformats.org/drawingml/2006/main">
            <a:off x="438151" y="1078707"/>
            <a:ext cx="1899047" cy="461665"/>
          </a:xfrm>
        </p:spPr>
        <p:txBody>
          <a:bodyPr xmlns:a="http://schemas.openxmlformats.org/drawingml/2006/main" anchor="t"/>
          <a:lstStyle xmlns:a="http://schemas.openxmlformats.org/drawingml/2006/main">
            <a:lvl1pPr marL="0" indent="0">
              <a:spcBef>
                <a:spcPts val="0"/>
              </a:spcBef>
              <a:buNone/>
              <a:defRPr sz="15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23" name="Text Placeholder 7">
            <a:extLst xmlns:a="http://schemas.openxmlformats.org/drawingml/2006/main">
              <a:ext uri="{FF2B5EF4-FFF2-40B4-BE49-F238E27FC236}">
                <a16:creationId xmlns:a16="http://schemas.microsoft.com/office/drawing/2014/main" id="{FB6093D3-3EDF-4A80-8450-C5EBB1990775}"/>
              </a:ext>
            </a:extLst>
          </p:cNvPr>
          <p:cNvSpPr>
            <a:spLocks xmlns:a="http://schemas.openxmlformats.org/drawingml/2006/main" noGrp="1"/>
          </p:cNvSpPr>
          <p:nvPr>
            <p:ph type="body" idx="14"/>
          </p:nvPr>
        </p:nvSpPr>
        <p:spPr>
          <a:xfrm xmlns:a="http://schemas.openxmlformats.org/drawingml/2006/main">
            <a:off x="438151" y="1712337"/>
            <a:ext cx="1899047" cy="1449628"/>
          </a:xfrm>
        </p:spPr>
        <p:txBody>
          <a:bodyPr xmlns:a="http://schemas.openxmlformats.org/drawingml/2006/main" wrap="square">
            <a:spAutoFit/>
          </a:bodyPr>
          <a:lstStyle xmlns:a="http://schemas.openxmlformats.org/drawingml/2006/main">
            <a:lvl1pPr marL="0" indent="0">
              <a:buNone/>
              <a:defRPr sz="1350"/>
            </a:lvl1pPr>
            <a:lvl2pPr marL="0" indent="0">
              <a:buNone/>
              <a:defRPr sz="1200"/>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4" name="Text Placeholder 11">
            <a:extLst xmlns:a="http://schemas.openxmlformats.org/drawingml/2006/main">
              <a:ext uri="{FF2B5EF4-FFF2-40B4-BE49-F238E27FC236}">
                <a16:creationId xmlns:a16="http://schemas.microsoft.com/office/drawing/2014/main" id="{438D2C80-6884-451D-8D7D-B69022CCC5C4}"/>
              </a:ext>
            </a:extLst>
          </p:cNvPr>
          <p:cNvSpPr>
            <a:spLocks xmlns:a="http://schemas.openxmlformats.org/drawingml/2006/main" noGrp="1"/>
          </p:cNvSpPr>
          <p:nvPr>
            <p:ph type="body" idx="17"/>
          </p:nvPr>
        </p:nvSpPr>
        <p:spPr>
          <a:xfrm xmlns:a="http://schemas.openxmlformats.org/drawingml/2006/main">
            <a:off x="2559844" y="1078707"/>
            <a:ext cx="1900238" cy="461665"/>
          </a:xfrm>
        </p:spPr>
        <p:txBody>
          <a:bodyPr xmlns:a="http://schemas.openxmlformats.org/drawingml/2006/main" anchor="t"/>
          <a:lstStyle xmlns:a="http://schemas.openxmlformats.org/drawingml/2006/main">
            <a:lvl1pPr marL="0" indent="0">
              <a:spcBef>
                <a:spcPts val="0"/>
              </a:spcBef>
              <a:buNone/>
              <a:defRPr sz="15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25" name="Text Placeholder 9">
            <a:extLst xmlns:a="http://schemas.openxmlformats.org/drawingml/2006/main">
              <a:ext uri="{FF2B5EF4-FFF2-40B4-BE49-F238E27FC236}">
                <a16:creationId xmlns:a16="http://schemas.microsoft.com/office/drawing/2014/main" id="{7614A884-0AD6-4A85-A432-2B13E7464DA9}"/>
              </a:ext>
            </a:extLst>
          </p:cNvPr>
          <p:cNvSpPr>
            <a:spLocks xmlns:a="http://schemas.openxmlformats.org/drawingml/2006/main" noGrp="1"/>
          </p:cNvSpPr>
          <p:nvPr>
            <p:ph type="body" idx="15"/>
          </p:nvPr>
        </p:nvSpPr>
        <p:spPr>
          <a:xfrm xmlns:a="http://schemas.openxmlformats.org/drawingml/2006/main">
            <a:off x="2559844" y="1707357"/>
            <a:ext cx="1899047" cy="1449628"/>
          </a:xfrm>
        </p:spPr>
        <p:txBody>
          <a:bodyPr xmlns:a="http://schemas.openxmlformats.org/drawingml/2006/main" wrap="square">
            <a:spAutoFit/>
          </a:bodyPr>
          <a:lstStyle xmlns:a="http://schemas.openxmlformats.org/drawingml/2006/main">
            <a:lvl1pPr marL="0" indent="0">
              <a:buNone/>
              <a:defRPr sz="1350"/>
            </a:lvl1pPr>
            <a:lvl2pPr marL="0" indent="0">
              <a:buNone/>
              <a:defRPr sz="1200"/>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6" name="Text Placeholder 11">
            <a:extLst xmlns:a="http://schemas.openxmlformats.org/drawingml/2006/main">
              <a:ext uri="{FF2B5EF4-FFF2-40B4-BE49-F238E27FC236}">
                <a16:creationId xmlns:a16="http://schemas.microsoft.com/office/drawing/2014/main" id="{7D8FFDED-9FE5-4D94-8EB0-7D645C10FBFF}"/>
              </a:ext>
            </a:extLst>
          </p:cNvPr>
          <p:cNvSpPr>
            <a:spLocks xmlns:a="http://schemas.openxmlformats.org/drawingml/2006/main" noGrp="1"/>
          </p:cNvSpPr>
          <p:nvPr>
            <p:ph type="body" idx="18"/>
          </p:nvPr>
        </p:nvSpPr>
        <p:spPr>
          <a:xfrm xmlns:a="http://schemas.openxmlformats.org/drawingml/2006/main">
            <a:off x="4683157" y="1078707"/>
            <a:ext cx="1899047" cy="461665"/>
          </a:xfrm>
        </p:spPr>
        <p:txBody>
          <a:bodyPr xmlns:a="http://schemas.openxmlformats.org/drawingml/2006/main" anchor="t"/>
          <a:lstStyle xmlns:a="http://schemas.openxmlformats.org/drawingml/2006/main">
            <a:lvl1pPr marL="0" indent="0">
              <a:spcBef>
                <a:spcPts val="0"/>
              </a:spcBef>
              <a:buNone/>
              <a:defRPr sz="15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27" name="Text Placeholder 7">
            <a:extLst xmlns:a="http://schemas.openxmlformats.org/drawingml/2006/main">
              <a:ext uri="{FF2B5EF4-FFF2-40B4-BE49-F238E27FC236}">
                <a16:creationId xmlns:a16="http://schemas.microsoft.com/office/drawing/2014/main" id="{D429D954-9297-44FA-B7BD-56586012419C}"/>
              </a:ext>
            </a:extLst>
          </p:cNvPr>
          <p:cNvSpPr>
            <a:spLocks xmlns:a="http://schemas.openxmlformats.org/drawingml/2006/main" noGrp="1"/>
          </p:cNvSpPr>
          <p:nvPr>
            <p:ph type="body" idx="19"/>
          </p:nvPr>
        </p:nvSpPr>
        <p:spPr>
          <a:xfrm xmlns:a="http://schemas.openxmlformats.org/drawingml/2006/main">
            <a:off x="4683157" y="1712337"/>
            <a:ext cx="1899047" cy="1449628"/>
          </a:xfrm>
        </p:spPr>
        <p:txBody>
          <a:bodyPr xmlns:a="http://schemas.openxmlformats.org/drawingml/2006/main" wrap="square">
            <a:spAutoFit/>
          </a:bodyPr>
          <a:lstStyle xmlns:a="http://schemas.openxmlformats.org/drawingml/2006/main">
            <a:lvl1pPr marL="0" indent="0">
              <a:buNone/>
              <a:defRPr sz="1350"/>
            </a:lvl1pPr>
            <a:lvl2pPr marL="0" indent="0">
              <a:buNone/>
              <a:defRPr sz="1200"/>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8" name="Text Placeholder 11">
            <a:extLst xmlns:a="http://schemas.openxmlformats.org/drawingml/2006/main">
              <a:ext uri="{FF2B5EF4-FFF2-40B4-BE49-F238E27FC236}">
                <a16:creationId xmlns:a16="http://schemas.microsoft.com/office/drawing/2014/main" id="{04D43B0D-50F8-4F63-AFA3-34A46F42E816}"/>
              </a:ext>
            </a:extLst>
          </p:cNvPr>
          <p:cNvSpPr>
            <a:spLocks xmlns:a="http://schemas.openxmlformats.org/drawingml/2006/main" noGrp="1"/>
          </p:cNvSpPr>
          <p:nvPr>
            <p:ph type="body" idx="20"/>
          </p:nvPr>
        </p:nvSpPr>
        <p:spPr>
          <a:xfrm xmlns:a="http://schemas.openxmlformats.org/drawingml/2006/main">
            <a:off x="6804850" y="1078707"/>
            <a:ext cx="1900238" cy="461665"/>
          </a:xfrm>
        </p:spPr>
        <p:txBody>
          <a:bodyPr xmlns:a="http://schemas.openxmlformats.org/drawingml/2006/main" anchor="t"/>
          <a:lstStyle xmlns:a="http://schemas.openxmlformats.org/drawingml/2006/main">
            <a:lvl1pPr marL="0" indent="0">
              <a:spcBef>
                <a:spcPts val="0"/>
              </a:spcBef>
              <a:buNone/>
              <a:defRPr sz="15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29" name="Text Placeholder 9">
            <a:extLst xmlns:a="http://schemas.openxmlformats.org/drawingml/2006/main">
              <a:ext uri="{FF2B5EF4-FFF2-40B4-BE49-F238E27FC236}">
                <a16:creationId xmlns:a16="http://schemas.microsoft.com/office/drawing/2014/main" id="{804CEFDA-6A6F-42D3-B65C-4BE1054C905E}"/>
              </a:ext>
            </a:extLst>
          </p:cNvPr>
          <p:cNvSpPr>
            <a:spLocks xmlns:a="http://schemas.openxmlformats.org/drawingml/2006/main" noGrp="1"/>
          </p:cNvSpPr>
          <p:nvPr>
            <p:ph type="body" idx="21"/>
          </p:nvPr>
        </p:nvSpPr>
        <p:spPr>
          <a:xfrm xmlns:a="http://schemas.openxmlformats.org/drawingml/2006/main">
            <a:off x="6804850" y="1707357"/>
            <a:ext cx="1899047" cy="1449628"/>
          </a:xfrm>
        </p:spPr>
        <p:txBody>
          <a:bodyPr xmlns:a="http://schemas.openxmlformats.org/drawingml/2006/main" wrap="square">
            <a:spAutoFit/>
          </a:bodyPr>
          <a:lstStyle xmlns:a="http://schemas.openxmlformats.org/drawingml/2006/main">
            <a:lvl1pPr marL="0" indent="0">
              <a:buNone/>
              <a:defRPr sz="1350"/>
            </a:lvl1pPr>
            <a:lvl2pPr marL="0" indent="0">
              <a:buNone/>
              <a:defRPr sz="1200"/>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Tree>
  </p:cSld>
</p:sldLayout>
</file>

<file path=ppt/slideLayouts/slideLayout12.xml><?xml version="1.0" encoding="utf-8"?>
<p:sldLayout xmlns:p="http://schemas.openxmlformats.org/presentationml/2006/main" preserve="1">
  <p:cSld name="Five Column Bullet with Subtitles">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87A434B7-D4B9-4D45-A31C-F0CC4D227945}"/>
              </a:ext>
            </a:extLst>
          </p:cNvPr>
          <p:cNvSpPr>
            <a:spLocks xmlns:a="http://schemas.openxmlformats.org/drawingml/2006/main" noGrp="1"/>
          </p:cNvSpPr>
          <p:nvPr>
            <p:ph type="title" idx="0"/>
          </p:nvPr>
        </p:nvSpPr>
        <p:spPr>
          <a:xfrm xmlns:a="http://schemas.openxmlformats.org/drawingml/2006/main">
            <a:off x="441197" y="342900"/>
            <a:ext cx="8263890" cy="553998"/>
          </a:xfrm>
        </p:spPr>
        <p:txBody>
          <a:bodyPr xmlns:a="http://schemas.openxmlformats.org/drawingml/2006/main" wrap="square">
            <a:spAutoFit/>
          </a:bodyPr>
          <a:lstStyle xmlns:a="http://schemas.openxmlformats.org/drawingml/2006/main"/>
          <a:p xmlns:a="http://schemas.openxmlformats.org/drawingml/2006/main">
            <a:r>
              <a:t>Click to edit Master title style</a:t>
            </a:r>
          </a:p>
        </p:txBody>
      </p:sp>
      <p:sp>
        <p:nvSpPr>
          <p:cNvPr id="22" name="Text Placeholder 11">
            <a:extLst xmlns:a="http://schemas.openxmlformats.org/drawingml/2006/main">
              <a:ext uri="{FF2B5EF4-FFF2-40B4-BE49-F238E27FC236}">
                <a16:creationId xmlns:a16="http://schemas.microsoft.com/office/drawing/2014/main" id="{92783506-927E-48F7-8EFC-36257F3E2812}"/>
              </a:ext>
            </a:extLst>
          </p:cNvPr>
          <p:cNvSpPr>
            <a:spLocks xmlns:a="http://schemas.openxmlformats.org/drawingml/2006/main" noGrp="1"/>
          </p:cNvSpPr>
          <p:nvPr>
            <p:ph type="body" idx="16" hasCustomPrompt="1"/>
          </p:nvPr>
        </p:nvSpPr>
        <p:spPr>
          <a:xfrm xmlns:a="http://schemas.openxmlformats.org/drawingml/2006/main">
            <a:off x="438150" y="1078707"/>
            <a:ext cx="1474470" cy="369332"/>
          </a:xfrm>
        </p:spPr>
        <p:txBody>
          <a:bodyPr xmlns:a="http://schemas.openxmlformats.org/drawingml/2006/main" anchor="t"/>
          <a:lstStyle xmlns:a="http://schemas.openxmlformats.org/drawingml/2006/main">
            <a:lvl1pPr marL="0" indent="0">
              <a:spcBef>
                <a:spcPts val="0"/>
              </a:spcBef>
              <a:buNone/>
              <a:defRPr sz="1200">
                <a:solidFill>
                  <a:schemeClr val="tx1"/>
                </a:solidFill>
                <a:latin typeface="+mj-lt"/>
                <a:ea typeface="+mj-lt"/>
                <a:cs typeface="+mj-lt"/>
              </a:defRPr>
            </a:lvl1pPr>
          </a:lstStyle>
          <a:p xmlns:a="http://schemas.openxmlformats.org/drawingml/2006/main">
            <a:pPr marL="0" lvl="0" indent="0">
              <a:buNone/>
            </a:pPr>
            <a:r>
              <a:t>Click to edit text styles</a:t>
            </a:r>
          </a:p>
        </p:txBody>
      </p:sp>
      <p:sp>
        <p:nvSpPr>
          <p:cNvPr id="23" name="Text Placeholder 7">
            <a:extLst xmlns:a="http://schemas.openxmlformats.org/drawingml/2006/main">
              <a:ext uri="{FF2B5EF4-FFF2-40B4-BE49-F238E27FC236}">
                <a16:creationId xmlns:a16="http://schemas.microsoft.com/office/drawing/2014/main" id="{FB6093D3-3EDF-4A80-8450-C5EBB1990775}"/>
              </a:ext>
            </a:extLst>
          </p:cNvPr>
          <p:cNvSpPr>
            <a:spLocks xmlns:a="http://schemas.openxmlformats.org/drawingml/2006/main" noGrp="1"/>
          </p:cNvSpPr>
          <p:nvPr>
            <p:ph type="body" idx="14"/>
          </p:nvPr>
        </p:nvSpPr>
        <p:spPr>
          <a:xfrm xmlns:a="http://schemas.openxmlformats.org/drawingml/2006/main">
            <a:off x="438150" y="1712337"/>
            <a:ext cx="1474470" cy="1089529"/>
          </a:xfrm>
        </p:spPr>
        <p:txBody>
          <a:bodyPr xmlns:a="http://schemas.openxmlformats.org/drawingml/2006/main" wrap="square">
            <a:spAutoFit/>
          </a:bodyPr>
          <a:lstStyle xmlns:a="http://schemas.openxmlformats.org/drawingml/2006/main">
            <a:lvl1pPr marL="0" indent="0">
              <a:buNone/>
              <a:defRPr sz="1125"/>
            </a:lvl1pPr>
            <a:lvl2pPr marL="0" indent="0">
              <a:buNone/>
              <a:defRPr sz="1050"/>
            </a:lvl2pPr>
            <a:lvl3pPr marL="0" indent="0">
              <a:buNone/>
              <a:defRPr sz="1050"/>
            </a:lvl3pPr>
            <a:lvl4pPr marL="0" indent="0">
              <a:buNone/>
              <a:defRPr sz="900"/>
            </a:lvl4pPr>
            <a:lvl5pPr marL="0" indent="0">
              <a:buNone/>
              <a:defRPr sz="900"/>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4" name="Text Placeholder 11">
            <a:extLst xmlns:a="http://schemas.openxmlformats.org/drawingml/2006/main">
              <a:ext uri="{FF2B5EF4-FFF2-40B4-BE49-F238E27FC236}">
                <a16:creationId xmlns:a16="http://schemas.microsoft.com/office/drawing/2014/main" id="{438D2C80-6884-451D-8D7D-B69022CCC5C4}"/>
              </a:ext>
            </a:extLst>
          </p:cNvPr>
          <p:cNvSpPr>
            <a:spLocks xmlns:a="http://schemas.openxmlformats.org/drawingml/2006/main" noGrp="1"/>
          </p:cNvSpPr>
          <p:nvPr>
            <p:ph type="body" idx="17" hasCustomPrompt="1"/>
          </p:nvPr>
        </p:nvSpPr>
        <p:spPr>
          <a:xfrm xmlns:a="http://schemas.openxmlformats.org/drawingml/2006/main">
            <a:off x="2136755" y="1078707"/>
            <a:ext cx="1474470" cy="369332"/>
          </a:xfrm>
        </p:spPr>
        <p:txBody>
          <a:bodyPr xmlns:a="http://schemas.openxmlformats.org/drawingml/2006/main" anchor="t"/>
          <a:lstStyle xmlns:a="http://schemas.openxmlformats.org/drawingml/2006/main">
            <a:lvl1pPr marL="0" indent="0">
              <a:spcBef>
                <a:spcPts val="0"/>
              </a:spcBef>
              <a:buNone/>
              <a:defRPr sz="1200">
                <a:solidFill>
                  <a:schemeClr val="tx1"/>
                </a:solidFill>
                <a:latin typeface="+mj-lt"/>
                <a:ea typeface="+mj-lt"/>
                <a:cs typeface="+mj-lt"/>
              </a:defRPr>
            </a:lvl1pPr>
          </a:lstStyle>
          <a:p xmlns:a="http://schemas.openxmlformats.org/drawingml/2006/main">
            <a:pPr marL="0" lvl="0" indent="0">
              <a:buNone/>
            </a:pPr>
            <a:r>
              <a:t>Click to edit text styles</a:t>
            </a:r>
          </a:p>
        </p:txBody>
      </p:sp>
      <p:sp>
        <p:nvSpPr>
          <p:cNvPr id="25" name="Text Placeholder 9">
            <a:extLst xmlns:a="http://schemas.openxmlformats.org/drawingml/2006/main">
              <a:ext uri="{FF2B5EF4-FFF2-40B4-BE49-F238E27FC236}">
                <a16:creationId xmlns:a16="http://schemas.microsoft.com/office/drawing/2014/main" id="{7614A884-0AD6-4A85-A432-2B13E7464DA9}"/>
              </a:ext>
            </a:extLst>
          </p:cNvPr>
          <p:cNvSpPr>
            <a:spLocks xmlns:a="http://schemas.openxmlformats.org/drawingml/2006/main" noGrp="1"/>
          </p:cNvSpPr>
          <p:nvPr>
            <p:ph type="body" idx="15"/>
          </p:nvPr>
        </p:nvSpPr>
        <p:spPr>
          <a:xfrm xmlns:a="http://schemas.openxmlformats.org/drawingml/2006/main">
            <a:off x="2136755" y="1707357"/>
            <a:ext cx="1474470" cy="1089529"/>
          </a:xfrm>
        </p:spPr>
        <p:txBody>
          <a:bodyPr xmlns:a="http://schemas.openxmlformats.org/drawingml/2006/main" wrap="square">
            <a:spAutoFit/>
          </a:bodyPr>
          <a:lstStyle xmlns:a="http://schemas.openxmlformats.org/drawingml/2006/main">
            <a:lvl1pPr marL="0" indent="0">
              <a:buNone/>
              <a:defRPr sz="1125"/>
            </a:lvl1pPr>
            <a:lvl2pPr marL="0" indent="0">
              <a:buNone/>
              <a:defRPr sz="1050"/>
            </a:lvl2pPr>
            <a:lvl3pPr marL="0" indent="0">
              <a:buNone/>
              <a:defRPr sz="1050"/>
            </a:lvl3pPr>
            <a:lvl4pPr marL="0" indent="0">
              <a:buNone/>
              <a:defRPr sz="900"/>
            </a:lvl4pPr>
            <a:lvl5pPr marL="0" indent="0">
              <a:buNone/>
              <a:defRPr sz="900"/>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6" name="Text Placeholder 11">
            <a:extLst xmlns:a="http://schemas.openxmlformats.org/drawingml/2006/main">
              <a:ext uri="{FF2B5EF4-FFF2-40B4-BE49-F238E27FC236}">
                <a16:creationId xmlns:a16="http://schemas.microsoft.com/office/drawing/2014/main" id="{7D8FFDED-9FE5-4D94-8EB0-7D645C10FBFF}"/>
              </a:ext>
            </a:extLst>
          </p:cNvPr>
          <p:cNvSpPr>
            <a:spLocks xmlns:a="http://schemas.openxmlformats.org/drawingml/2006/main" noGrp="1"/>
          </p:cNvSpPr>
          <p:nvPr>
            <p:ph type="body" idx="18" hasCustomPrompt="1"/>
          </p:nvPr>
        </p:nvSpPr>
        <p:spPr>
          <a:xfrm xmlns:a="http://schemas.openxmlformats.org/drawingml/2006/main">
            <a:off x="3835361" y="1078707"/>
            <a:ext cx="1474470" cy="369332"/>
          </a:xfrm>
        </p:spPr>
        <p:txBody>
          <a:bodyPr xmlns:a="http://schemas.openxmlformats.org/drawingml/2006/main" anchor="t"/>
          <a:lstStyle xmlns:a="http://schemas.openxmlformats.org/drawingml/2006/main">
            <a:lvl1pPr marL="0" indent="0">
              <a:spcBef>
                <a:spcPts val="0"/>
              </a:spcBef>
              <a:buNone/>
              <a:defRPr sz="1200">
                <a:solidFill>
                  <a:schemeClr val="tx1"/>
                </a:solidFill>
                <a:latin typeface="+mj-lt"/>
                <a:ea typeface="+mj-lt"/>
                <a:cs typeface="+mj-lt"/>
              </a:defRPr>
            </a:lvl1pPr>
          </a:lstStyle>
          <a:p xmlns:a="http://schemas.openxmlformats.org/drawingml/2006/main">
            <a:pPr marL="0" lvl="0" indent="0">
              <a:buNone/>
            </a:pPr>
            <a:r>
              <a:t>Click to edit text styles</a:t>
            </a:r>
          </a:p>
        </p:txBody>
      </p:sp>
      <p:sp>
        <p:nvSpPr>
          <p:cNvPr id="27" name="Text Placeholder 7">
            <a:extLst xmlns:a="http://schemas.openxmlformats.org/drawingml/2006/main">
              <a:ext uri="{FF2B5EF4-FFF2-40B4-BE49-F238E27FC236}">
                <a16:creationId xmlns:a16="http://schemas.microsoft.com/office/drawing/2014/main" id="{D429D954-9297-44FA-B7BD-56586012419C}"/>
              </a:ext>
            </a:extLst>
          </p:cNvPr>
          <p:cNvSpPr>
            <a:spLocks xmlns:a="http://schemas.openxmlformats.org/drawingml/2006/main" noGrp="1"/>
          </p:cNvSpPr>
          <p:nvPr>
            <p:ph type="body" idx="19"/>
          </p:nvPr>
        </p:nvSpPr>
        <p:spPr>
          <a:xfrm xmlns:a="http://schemas.openxmlformats.org/drawingml/2006/main">
            <a:off x="3835361" y="1712337"/>
            <a:ext cx="1474470" cy="1089529"/>
          </a:xfrm>
        </p:spPr>
        <p:txBody>
          <a:bodyPr xmlns:a="http://schemas.openxmlformats.org/drawingml/2006/main" wrap="square">
            <a:spAutoFit/>
          </a:bodyPr>
          <a:lstStyle xmlns:a="http://schemas.openxmlformats.org/drawingml/2006/main">
            <a:lvl1pPr marL="0" indent="0">
              <a:buNone/>
              <a:defRPr sz="1125"/>
            </a:lvl1pPr>
            <a:lvl2pPr marL="0" indent="0">
              <a:buNone/>
              <a:defRPr sz="1050"/>
            </a:lvl2pPr>
            <a:lvl3pPr marL="0" indent="0">
              <a:buNone/>
              <a:defRPr sz="1050"/>
            </a:lvl3pPr>
            <a:lvl4pPr marL="0" indent="0">
              <a:buNone/>
              <a:defRPr sz="900"/>
            </a:lvl4pPr>
            <a:lvl5pPr marL="0" indent="0">
              <a:buNone/>
              <a:defRPr sz="900"/>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8" name="Text Placeholder 11">
            <a:extLst xmlns:a="http://schemas.openxmlformats.org/drawingml/2006/main">
              <a:ext uri="{FF2B5EF4-FFF2-40B4-BE49-F238E27FC236}">
                <a16:creationId xmlns:a16="http://schemas.microsoft.com/office/drawing/2014/main" id="{04D43B0D-50F8-4F63-AFA3-34A46F42E816}"/>
              </a:ext>
            </a:extLst>
          </p:cNvPr>
          <p:cNvSpPr>
            <a:spLocks xmlns:a="http://schemas.openxmlformats.org/drawingml/2006/main" noGrp="1"/>
          </p:cNvSpPr>
          <p:nvPr>
            <p:ph type="body" idx="20" hasCustomPrompt="1"/>
          </p:nvPr>
        </p:nvSpPr>
        <p:spPr>
          <a:xfrm xmlns:a="http://schemas.openxmlformats.org/drawingml/2006/main">
            <a:off x="5533966" y="1078707"/>
            <a:ext cx="1474470" cy="369332"/>
          </a:xfrm>
        </p:spPr>
        <p:txBody>
          <a:bodyPr xmlns:a="http://schemas.openxmlformats.org/drawingml/2006/main" anchor="t"/>
          <a:lstStyle xmlns:a="http://schemas.openxmlformats.org/drawingml/2006/main">
            <a:lvl1pPr marL="0" indent="0">
              <a:spcBef>
                <a:spcPts val="0"/>
              </a:spcBef>
              <a:buNone/>
              <a:defRPr sz="1200">
                <a:solidFill>
                  <a:schemeClr val="tx1"/>
                </a:solidFill>
                <a:latin typeface="+mj-lt"/>
                <a:ea typeface="+mj-lt"/>
                <a:cs typeface="+mj-lt"/>
              </a:defRPr>
            </a:lvl1pPr>
          </a:lstStyle>
          <a:p xmlns:a="http://schemas.openxmlformats.org/drawingml/2006/main">
            <a:pPr marL="0" lvl="0" indent="0">
              <a:buNone/>
            </a:pPr>
            <a:r>
              <a:t>Click to edit text styles</a:t>
            </a:r>
          </a:p>
        </p:txBody>
      </p:sp>
      <p:sp>
        <p:nvSpPr>
          <p:cNvPr id="29" name="Text Placeholder 9">
            <a:extLst xmlns:a="http://schemas.openxmlformats.org/drawingml/2006/main">
              <a:ext uri="{FF2B5EF4-FFF2-40B4-BE49-F238E27FC236}">
                <a16:creationId xmlns:a16="http://schemas.microsoft.com/office/drawing/2014/main" id="{804CEFDA-6A6F-42D3-B65C-4BE1054C905E}"/>
              </a:ext>
            </a:extLst>
          </p:cNvPr>
          <p:cNvSpPr>
            <a:spLocks xmlns:a="http://schemas.openxmlformats.org/drawingml/2006/main" noGrp="1"/>
          </p:cNvSpPr>
          <p:nvPr>
            <p:ph type="body" idx="21"/>
          </p:nvPr>
        </p:nvSpPr>
        <p:spPr>
          <a:xfrm xmlns:a="http://schemas.openxmlformats.org/drawingml/2006/main">
            <a:off x="5533966" y="1707357"/>
            <a:ext cx="1474470" cy="1089529"/>
          </a:xfrm>
        </p:spPr>
        <p:txBody>
          <a:bodyPr xmlns:a="http://schemas.openxmlformats.org/drawingml/2006/main" wrap="square">
            <a:spAutoFit/>
          </a:bodyPr>
          <a:lstStyle xmlns:a="http://schemas.openxmlformats.org/drawingml/2006/main">
            <a:lvl1pPr marL="0" indent="0">
              <a:buNone/>
              <a:defRPr sz="1125"/>
            </a:lvl1pPr>
            <a:lvl2pPr marL="0" indent="0">
              <a:buNone/>
              <a:defRPr sz="1050"/>
            </a:lvl2pPr>
            <a:lvl3pPr marL="0" indent="0">
              <a:buNone/>
              <a:defRPr sz="1050"/>
            </a:lvl3pPr>
            <a:lvl4pPr marL="0" indent="0">
              <a:buNone/>
              <a:defRPr sz="900"/>
            </a:lvl4pPr>
            <a:lvl5pPr marL="0" indent="0">
              <a:buNone/>
              <a:defRPr sz="900"/>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11" name="Text Placeholder 11">
            <a:extLst xmlns:a="http://schemas.openxmlformats.org/drawingml/2006/main">
              <a:ext uri="{FF2B5EF4-FFF2-40B4-BE49-F238E27FC236}">
                <a16:creationId xmlns:a16="http://schemas.microsoft.com/office/drawing/2014/main" id="{540485AC-5036-400C-92C3-D3E9EC0252BC}"/>
              </a:ext>
            </a:extLst>
          </p:cNvPr>
          <p:cNvSpPr>
            <a:spLocks xmlns:a="http://schemas.openxmlformats.org/drawingml/2006/main" noGrp="1"/>
          </p:cNvSpPr>
          <p:nvPr>
            <p:ph type="body" idx="22" hasCustomPrompt="1"/>
          </p:nvPr>
        </p:nvSpPr>
        <p:spPr>
          <a:xfrm xmlns:a="http://schemas.openxmlformats.org/drawingml/2006/main">
            <a:off x="7232571" y="1078707"/>
            <a:ext cx="1474470" cy="369332"/>
          </a:xfrm>
        </p:spPr>
        <p:txBody>
          <a:bodyPr xmlns:a="http://schemas.openxmlformats.org/drawingml/2006/main" anchor="t"/>
          <a:lstStyle xmlns:a="http://schemas.openxmlformats.org/drawingml/2006/main">
            <a:lvl1pPr marL="0" indent="0">
              <a:spcBef>
                <a:spcPts val="0"/>
              </a:spcBef>
              <a:buNone/>
              <a:defRPr sz="1200">
                <a:solidFill>
                  <a:schemeClr val="tx1"/>
                </a:solidFill>
                <a:latin typeface="+mj-lt"/>
                <a:ea typeface="+mj-lt"/>
                <a:cs typeface="+mj-lt"/>
              </a:defRPr>
            </a:lvl1pPr>
          </a:lstStyle>
          <a:p xmlns:a="http://schemas.openxmlformats.org/drawingml/2006/main">
            <a:pPr marL="0" lvl="0" indent="0">
              <a:buNone/>
            </a:pPr>
            <a:r>
              <a:t>Click to edit text styles</a:t>
            </a:r>
          </a:p>
        </p:txBody>
      </p:sp>
      <p:sp>
        <p:nvSpPr>
          <p:cNvPr id="12" name="Text Placeholder 9">
            <a:extLst xmlns:a="http://schemas.openxmlformats.org/drawingml/2006/main">
              <a:ext uri="{FF2B5EF4-FFF2-40B4-BE49-F238E27FC236}">
                <a16:creationId xmlns:a16="http://schemas.microsoft.com/office/drawing/2014/main" id="{F90290A2-7689-4DF5-971A-36C2D9173411}"/>
              </a:ext>
            </a:extLst>
          </p:cNvPr>
          <p:cNvSpPr>
            <a:spLocks xmlns:a="http://schemas.openxmlformats.org/drawingml/2006/main" noGrp="1"/>
          </p:cNvSpPr>
          <p:nvPr>
            <p:ph type="body" idx="23"/>
          </p:nvPr>
        </p:nvSpPr>
        <p:spPr>
          <a:xfrm xmlns:a="http://schemas.openxmlformats.org/drawingml/2006/main">
            <a:off x="7232571" y="1707357"/>
            <a:ext cx="1474470" cy="1089529"/>
          </a:xfrm>
        </p:spPr>
        <p:txBody>
          <a:bodyPr xmlns:a="http://schemas.openxmlformats.org/drawingml/2006/main" wrap="square">
            <a:spAutoFit/>
          </a:bodyPr>
          <a:lstStyle xmlns:a="http://schemas.openxmlformats.org/drawingml/2006/main">
            <a:lvl1pPr marL="0" indent="0">
              <a:buNone/>
              <a:defRPr sz="1125"/>
            </a:lvl1pPr>
            <a:lvl2pPr marL="0" indent="0">
              <a:buNone/>
              <a:defRPr sz="1050"/>
            </a:lvl2pPr>
            <a:lvl3pPr marL="0" indent="0">
              <a:buNone/>
              <a:defRPr sz="1050"/>
            </a:lvl3pPr>
            <a:lvl4pPr marL="0" indent="0">
              <a:buNone/>
              <a:defRPr sz="900"/>
            </a:lvl4pPr>
            <a:lvl5pPr marL="0" indent="0">
              <a:buNone/>
              <a:defRPr sz="900"/>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Tree>
  </p:cSld>
</p:sldLayout>
</file>

<file path=ppt/slideLayouts/slideLayout13.xml><?xml version="1.0" encoding="utf-8"?>
<p:sldLayout xmlns:p="http://schemas.openxmlformats.org/presentationml/2006/main"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0AAD849-7CFE-4AF7-A7C5-6BBD50C88C1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Tree>
  </p:cSld>
</p:sldLayout>
</file>

<file path=ppt/slideLayouts/slideLayout14.xml><?xml version="1.0" encoding="utf-8"?>
<p:sldLayout xmlns:p="http://schemas.openxmlformats.org/presentationml/2006/main" preserve="1">
  <p:cSld name="Title Only - left side ">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0AAD849-7CFE-4AF7-A7C5-6BBD50C88C1A}"/>
              </a:ext>
            </a:extLst>
          </p:cNvPr>
          <p:cNvSpPr>
            <a:spLocks xmlns:a="http://schemas.openxmlformats.org/drawingml/2006/main" noGrp="1"/>
          </p:cNvSpPr>
          <p:nvPr>
            <p:ph type="title" idx="0"/>
          </p:nvPr>
        </p:nvSpPr>
        <p:spPr>
          <a:xfrm xmlns:a="http://schemas.openxmlformats.org/drawingml/2006/main">
            <a:off x="441198" y="1740754"/>
            <a:ext cx="3095769" cy="1661993"/>
          </a:xfrm>
        </p:spPr>
        <p:txBody>
          <a:bodyPr xmlns:a="http://schemas.openxmlformats.org/drawingml/2006/main" wrap="square" anchor="ctr">
            <a:spAutoFit/>
          </a:bodyPr>
          <a:lstStyle xmlns:a="http://schemas.openxmlformats.org/drawingml/2006/main"/>
          <a:p xmlns:a="http://schemas.openxmlformats.org/drawingml/2006/main">
            <a:r>
              <a:t>Click to edit Master title style</a:t>
            </a:r>
          </a:p>
        </p:txBody>
      </p:sp>
    </p:spTree>
  </p:cSld>
</p:sldLayout>
</file>

<file path=ppt/slideLayouts/slideLayout15.xml><?xml version="1.0" encoding="utf-8"?>
<p:sldLayout xmlns:p="http://schemas.openxmlformats.org/presentationml/2006/main" preserve="1">
  <p:cSld name="Small title - half page">
    <p:spTree>
      <p:nvGrpSpPr>
        <p:cNvPr id="1" name=""/>
        <p:cNvGrpSpPr/>
        <p:nvPr/>
      </p:nvGrpSpPr>
      <p:grpSpPr>
        <a:xfrm xmlns:a="http://schemas.openxmlformats.org/drawingml/2006/main"/>
      </p:grpSpPr>
      <p:sp>
        <p:nvSpPr>
          <p:cNvPr id="2" name="Title 2">
            <a:extLst xmlns:a="http://schemas.openxmlformats.org/drawingml/2006/main">
              <a:ext uri="{FF2B5EF4-FFF2-40B4-BE49-F238E27FC236}">
                <a16:creationId xmlns:a16="http://schemas.microsoft.com/office/drawing/2014/main" id="{4B2500C4-B436-4E3A-8A91-A02448A774DB}"/>
              </a:ext>
            </a:extLst>
          </p:cNvPr>
          <p:cNvSpPr>
            <a:spLocks xmlns:a="http://schemas.openxmlformats.org/drawingml/2006/main" noGrp="1"/>
          </p:cNvSpPr>
          <p:nvPr>
            <p:ph type="title" idx="0"/>
          </p:nvPr>
        </p:nvSpPr>
        <p:spPr>
          <a:xfrm xmlns:a="http://schemas.openxmlformats.org/drawingml/2006/main">
            <a:off x="438151" y="342900"/>
            <a:ext cx="4131314" cy="279308"/>
          </a:xfrm>
        </p:spPr>
        <p:txBody>
          <a:bodyPr xmlns:a="http://schemas.openxmlformats.org/drawingml/2006/main" tIns="64008"/>
          <a:lstStyle xmlns:a="http://schemas.openxmlformats.org/drawingml/2006/main">
            <a:lvl1pPr marL="0" indent="0">
              <a:buNone/>
              <a:defRPr sz="1500" spc="0">
                <a:latin typeface="+mj-lt"/>
                <a:ea typeface="+mj-lt"/>
                <a:cs typeface="+mj-lt"/>
              </a:defRPr>
            </a:lvl1pPr>
          </a:lstStyle>
          <a:p xmlns:a="http://schemas.openxmlformats.org/drawingml/2006/main">
            <a:r>
              <a:t>Click to edit Master title style</a:t>
            </a:r>
          </a:p>
        </p:txBody>
      </p:sp>
    </p:spTree>
  </p:cSld>
</p:sldLayout>
</file>

<file path=ppt/slideLayouts/slideLayout16.xml><?xml version="1.0" encoding="utf-8"?>
<p:sldLayout xmlns:p="http://schemas.openxmlformats.org/presentationml/2006/main" preserve="1">
  <p:cSld name="Title - Square Photo ">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935C9167-B5C7-4834-AC78-240C8C3EF11E}"/>
              </a:ext>
            </a:extLst>
          </p:cNvPr>
          <p:cNvSpPr>
            <a:spLocks xmlns:a="http://schemas.openxmlformats.org/drawingml/2006/main" noGrp="1"/>
          </p:cNvSpPr>
          <p:nvPr>
            <p:ph type="title" idx="0" hasCustomPrompt="1"/>
          </p:nvPr>
        </p:nvSpPr>
        <p:spPr>
          <a:xfrm xmlns:a="http://schemas.openxmlformats.org/drawingml/2006/main">
            <a:off x="441197" y="441722"/>
            <a:ext cx="3118772" cy="1901427"/>
          </a:xfrm>
        </p:spPr>
        <p:txBody>
          <a:bodyPr xmlns:a="http://schemas.openxmlformats.org/drawingml/2006/main" anchor="b"/>
          <a:lstStyle xmlns:a="http://schemas.openxmlformats.org/drawingml/2006/main">
            <a:lvl1pPr marL="0" indent="0">
              <a:buNone/>
              <a:defRPr/>
            </a:lvl1pPr>
          </a:lstStyle>
          <a:p xmlns:a="http://schemas.openxmlformats.org/drawingml/2006/main">
            <a:r>
              <a:t>Title square photo layout </a:t>
            </a:r>
          </a:p>
        </p:txBody>
      </p:sp>
      <p:sp>
        <p:nvSpPr>
          <p:cNvPr id="4" name="Text Placeholder 3">
            <a:extLst xmlns:a="http://schemas.openxmlformats.org/drawingml/2006/main">
              <a:ext uri="{FF2B5EF4-FFF2-40B4-BE49-F238E27FC236}">
                <a16:creationId xmlns:a16="http://schemas.microsoft.com/office/drawing/2014/main" id="{0E780C89-4FC1-4FE7-AFCA-1C41A1B0944C}"/>
              </a:ext>
            </a:extLst>
          </p:cNvPr>
          <p:cNvSpPr>
            <a:spLocks xmlns:a="http://schemas.openxmlformats.org/drawingml/2006/main" noGrp="1"/>
          </p:cNvSpPr>
          <p:nvPr>
            <p:ph type="body" idx="10"/>
          </p:nvPr>
        </p:nvSpPr>
        <p:spPr>
          <a:xfrm xmlns:a="http://schemas.openxmlformats.org/drawingml/2006/main">
            <a:off x="438150" y="2651655"/>
            <a:ext cx="3121819" cy="2050123"/>
          </a:xfrm>
        </p:spPr>
        <p:txBody>
          <a:bodyPr xmlns:a="http://schemas.openxmlformats.org/drawingml/2006/main"/>
          <a:lstStyle xmlns:a="http://schemas.openxmlformats.org/drawingml/2006/main">
            <a:lvl1pPr marL="0" indent="0">
              <a:buNone/>
              <a:defRPr sz="1650">
                <a:latin typeface="+mn-lt"/>
                <a:ea typeface="+mn-lt"/>
                <a:cs typeface="+mn-lt"/>
              </a:defRPr>
            </a:lvl1pPr>
            <a:lvl2pPr marL="0" indent="0">
              <a:buNone/>
              <a:defRPr/>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p:txBody>
      </p:sp>
      <p:sp>
        <p:nvSpPr>
          <p:cNvPr id="5" name="Picture Placeholder">
            <a:extLst xmlns:a="http://schemas.openxmlformats.org/drawingml/2006/main">
              <a:ext uri="{FF2B5EF4-FFF2-40B4-BE49-F238E27FC236}">
                <a16:creationId xmlns:a16="http://schemas.microsoft.com/office/drawing/2014/main" id="{2E18FD0C-FA99-4937-92CD-5CF7F279CD8E}"/>
              </a:ext>
            </a:extLst>
          </p:cNvPr>
          <p:cNvSpPr>
            <a:spLocks xmlns:a="http://schemas.openxmlformats.org/drawingml/2006/main" noGrp="1"/>
          </p:cNvSpPr>
          <p:nvPr>
            <p:ph type="pic" idx="11" hasCustomPrompt="1"/>
          </p:nvPr>
        </p:nvSpPr>
        <p:spPr>
          <a:xfrm xmlns:a="http://schemas.openxmlformats.org/drawingml/2006/main">
            <a:off x="4000500" y="0"/>
            <a:ext cx="5143500" cy="5143500"/>
          </a:xfrm>
          <a:prstGeom xmlns:a="http://schemas.openxmlformats.org/drawingml/2006/main" prst="rect">
            <a:avLst/>
          </a:prstGeom>
          <a:blipFill xmlns:a="http://schemas.openxmlformats.org/drawingml/2006/main">
            <a:blip xmlns:r="http://schemas.openxmlformats.org/officeDocument/2006/relationships" r:embed="R2b256603f9764e53"/>
            <a:stretch>
              <a:fillRect l="0" t="0" r="0" b="0"/>
            </a:stretch>
          </a:blipFill>
        </p:spPr>
        <p:txBody>
          <a:bodyPr xmlns:a="http://schemas.openxmlformats.org/drawingml/2006/main" lIns="0" tIns="2377440" rIns="0" anchor="t">
            <a:noAutofit/>
          </a:bodyPr>
          <a:lstStyle xmlns:a="http://schemas.openxmlformats.org/drawingml/2006/main">
            <a:lvl1pPr marL="0" indent="0" algn="ctr">
              <a:lnSpc>
                <a:spcPct val="100000"/>
              </a:lnSpc>
              <a:buNone/>
              <a:defRPr sz="105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6" name="TextBox 5">
            <a:extLst xmlns:a="http://schemas.openxmlformats.org/drawingml/2006/main">
              <a:ext uri="{FF2B5EF4-FFF2-40B4-BE49-F238E27FC236}">
                <a16:creationId xmlns:a16="http://schemas.microsoft.com/office/drawing/2014/main" id="{16BDF4B0-32EF-4DA8-9A83-B73DD831057C}"/>
              </a:ext>
            </a:extLst>
          </p:cNvPr>
          <p:cNvSpPr>
            <a:spLocks xmlns:a="http://schemas.openxmlformats.org/drawingml/2006/main" noGrp="1"/>
          </p:cNvSpPr>
          <p:nvPr/>
        </p:nvSpPr>
        <p:spPr>
          <a:xfrm xmlns:a="http://schemas.openxmlformats.org/drawingml/2006/main">
            <a:off x="9266791" y="-152958"/>
            <a:ext cx="432811"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17.xml><?xml version="1.0" encoding="utf-8"?>
<p:sldLayout xmlns:p="http://schemas.openxmlformats.org/presentationml/2006/main" preserve="1">
  <p:cSld name="Square Photo ">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9B92DE97-5F35-4963-AC7A-96FEB98062FF}"/>
              </a:ext>
            </a:extLst>
          </p:cNvPr>
          <p:cNvSpPr>
            <a:spLocks xmlns:a="http://schemas.openxmlformats.org/drawingml/2006/main" noGrp="1"/>
          </p:cNvSpPr>
          <p:nvPr>
            <p:ph type="title" idx="0"/>
          </p:nvPr>
        </p:nvSpPr>
        <p:spPr>
          <a:xfrm xmlns:a="http://schemas.openxmlformats.org/drawingml/2006/main">
            <a:off x="441197" y="439341"/>
            <a:ext cx="3119963" cy="4262437"/>
          </a:xfrm>
        </p:spPr>
        <p:txBody>
          <a:bodyPr xmlns:a="http://schemas.openxmlformats.org/drawingml/2006/main" anchor="ctr"/>
          <a:lstStyle xmlns:a="http://schemas.openxmlformats.org/drawingml/2006/main"/>
          <a:p xmlns:a="http://schemas.openxmlformats.org/drawingml/2006/main">
            <a:r>
              <a:t>Click to edit Master title style</a:t>
            </a:r>
          </a:p>
        </p:txBody>
      </p:sp>
      <p:sp>
        <p:nvSpPr>
          <p:cNvPr id="4" name="Picture Placeholder">
            <a:extLst xmlns:a="http://schemas.openxmlformats.org/drawingml/2006/main">
              <a:ext uri="{FF2B5EF4-FFF2-40B4-BE49-F238E27FC236}">
                <a16:creationId xmlns:a16="http://schemas.microsoft.com/office/drawing/2014/main" id="{FEB5B31F-7AD9-4BC6-8D61-62AD8011666E}"/>
              </a:ext>
            </a:extLst>
          </p:cNvPr>
          <p:cNvSpPr>
            <a:spLocks xmlns:a="http://schemas.openxmlformats.org/drawingml/2006/main" noGrp="1"/>
          </p:cNvSpPr>
          <p:nvPr>
            <p:ph type="pic" idx="11" hasCustomPrompt="1"/>
          </p:nvPr>
        </p:nvSpPr>
        <p:spPr>
          <a:xfrm xmlns:a="http://schemas.openxmlformats.org/drawingml/2006/main">
            <a:off x="4000500" y="0"/>
            <a:ext cx="5143500" cy="5143500"/>
          </a:xfrm>
          <a:prstGeom xmlns:a="http://schemas.openxmlformats.org/drawingml/2006/main" prst="rect">
            <a:avLst/>
          </a:prstGeom>
          <a:blipFill xmlns:a="http://schemas.openxmlformats.org/drawingml/2006/main">
            <a:blip xmlns:r="http://schemas.openxmlformats.org/officeDocument/2006/relationships" r:embed="Rf9d0fbc434ce4151"/>
            <a:stretch>
              <a:fillRect l="0" t="0" r="0" b="0"/>
            </a:stretch>
          </a:blipFill>
        </p:spPr>
        <p:txBody>
          <a:bodyPr xmlns:a="http://schemas.openxmlformats.org/drawingml/2006/main" lIns="0" tIns="2377440" rIns="0" anchor="t">
            <a:noAutofit/>
          </a:bodyPr>
          <a:lstStyle xmlns:a="http://schemas.openxmlformats.org/drawingml/2006/main">
            <a:lvl1pPr marL="0" indent="0" algn="ctr">
              <a:lnSpc>
                <a:spcPct val="100000"/>
              </a:lnSpc>
              <a:buNone/>
              <a:defRPr sz="105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5" name="TextBox 4">
            <a:extLst xmlns:a="http://schemas.openxmlformats.org/drawingml/2006/main">
              <a:ext uri="{FF2B5EF4-FFF2-40B4-BE49-F238E27FC236}">
                <a16:creationId xmlns:a16="http://schemas.microsoft.com/office/drawing/2014/main" id="{8A09A47B-FEF5-47F3-B2DD-A73E7C3234AF}"/>
              </a:ext>
            </a:extLst>
          </p:cNvPr>
          <p:cNvSpPr>
            <a:spLocks xmlns:a="http://schemas.openxmlformats.org/drawingml/2006/main" noGrp="1"/>
          </p:cNvSpPr>
          <p:nvPr/>
        </p:nvSpPr>
        <p:spPr>
          <a:xfrm xmlns:a="http://schemas.openxmlformats.org/drawingml/2006/main">
            <a:off x="9266791" y="-152958"/>
            <a:ext cx="432811"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18.xml><?xml version="1.0" encoding="utf-8"?>
<p:sldLayout xmlns:p="http://schemas.openxmlformats.org/presentationml/2006/main" preserve="1">
  <p:cSld name="Square Photo 2">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84E2C6C6-B442-4DE7-9C6C-405B9005314D}"/>
              </a:ext>
            </a:extLst>
          </p:cNvPr>
          <p:cNvSpPr>
            <a:spLocks xmlns:a="http://schemas.openxmlformats.org/drawingml/2006/main" noGrp="1"/>
          </p:cNvSpPr>
          <p:nvPr>
            <p:ph type="title" idx="0" hasCustomPrompt="1"/>
          </p:nvPr>
        </p:nvSpPr>
        <p:spPr>
          <a:xfrm xmlns:a="http://schemas.openxmlformats.org/drawingml/2006/main">
            <a:off x="441198" y="2234804"/>
            <a:ext cx="3122344" cy="2466975"/>
          </a:xfrm>
        </p:spPr>
        <p:txBody>
          <a:bodyPr xmlns:a="http://schemas.openxmlformats.org/drawingml/2006/main" anchor="t"/>
          <a:lstStyle xmlns:a="http://schemas.openxmlformats.org/drawingml/2006/main">
            <a:lvl1pPr marL="0" indent="0">
              <a:buNone/>
              <a:defRPr sz="2100"/>
            </a:lvl1pPr>
          </a:lstStyle>
          <a:p xmlns:a="http://schemas.openxmlformats.org/drawingml/2006/main">
            <a:r>
              <a:t>Square photo layout with smaller text</a:t>
            </a:r>
          </a:p>
        </p:txBody>
      </p:sp>
      <p:sp>
        <p:nvSpPr>
          <p:cNvPr id="4" name="Picture Placeholder">
            <a:extLst xmlns:a="http://schemas.openxmlformats.org/drawingml/2006/main">
              <a:ext uri="{FF2B5EF4-FFF2-40B4-BE49-F238E27FC236}">
                <a16:creationId xmlns:a16="http://schemas.microsoft.com/office/drawing/2014/main" id="{3EBEAA94-C151-43DE-8A5A-09E8A930427E}"/>
              </a:ext>
            </a:extLst>
          </p:cNvPr>
          <p:cNvSpPr>
            <a:spLocks xmlns:a="http://schemas.openxmlformats.org/drawingml/2006/main" noGrp="1"/>
          </p:cNvSpPr>
          <p:nvPr>
            <p:ph type="pic" idx="11" hasCustomPrompt="1"/>
          </p:nvPr>
        </p:nvSpPr>
        <p:spPr>
          <a:xfrm xmlns:a="http://schemas.openxmlformats.org/drawingml/2006/main">
            <a:off x="4000500" y="0"/>
            <a:ext cx="5143500" cy="5143500"/>
          </a:xfrm>
          <a:prstGeom xmlns:a="http://schemas.openxmlformats.org/drawingml/2006/main" prst="rect">
            <a:avLst/>
          </a:prstGeom>
          <a:blipFill xmlns:a="http://schemas.openxmlformats.org/drawingml/2006/main">
            <a:blip xmlns:r="http://schemas.openxmlformats.org/officeDocument/2006/relationships" r:embed="Ra8476bdde16e4e9b"/>
            <a:stretch>
              <a:fillRect l="0" t="0" r="0" b="0"/>
            </a:stretch>
          </a:blipFill>
        </p:spPr>
        <p:txBody>
          <a:bodyPr xmlns:a="http://schemas.openxmlformats.org/drawingml/2006/main" lIns="0" tIns="2377440" rIns="0" anchor="t">
            <a:noAutofit/>
          </a:bodyPr>
          <a:lstStyle xmlns:a="http://schemas.openxmlformats.org/drawingml/2006/main">
            <a:lvl1pPr marL="0" indent="0" algn="ctr">
              <a:lnSpc>
                <a:spcPct val="100000"/>
              </a:lnSpc>
              <a:buNone/>
              <a:defRPr sz="105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5" name="TextBox 4">
            <a:extLst xmlns:a="http://schemas.openxmlformats.org/drawingml/2006/main">
              <a:ext uri="{FF2B5EF4-FFF2-40B4-BE49-F238E27FC236}">
                <a16:creationId xmlns:a16="http://schemas.microsoft.com/office/drawing/2014/main" id="{6C2F1290-9237-4BEE-AAAC-6708F286265B}"/>
              </a:ext>
            </a:extLst>
          </p:cNvPr>
          <p:cNvSpPr>
            <a:spLocks xmlns:a="http://schemas.openxmlformats.org/drawingml/2006/main" noGrp="1"/>
          </p:cNvSpPr>
          <p:nvPr/>
        </p:nvSpPr>
        <p:spPr>
          <a:xfrm xmlns:a="http://schemas.openxmlformats.org/drawingml/2006/main">
            <a:off x="9266791" y="-152958"/>
            <a:ext cx="432811"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19.xml><?xml version="1.0" encoding="utf-8"?>
<p:sldLayout xmlns:p="http://schemas.openxmlformats.org/presentationml/2006/main" preserve="1">
  <p:cSld name="Photo full bleed lower title">
    <p:spTree>
      <p:nvGrpSpPr>
        <p:cNvPr id="1" name=""/>
        <p:cNvGrpSpPr/>
        <p:nvPr/>
      </p:nvGrpSpPr>
      <p:grpSpPr>
        <a:xfrm xmlns:a="http://schemas.openxmlformats.org/drawingml/2006/main"/>
      </p:grpSpPr>
      <p:sp>
        <p:nvSpPr>
          <p:cNvPr id="8" name="Picture Placeholder 7">
            <a:extLst xmlns:a="http://schemas.openxmlformats.org/drawingml/2006/main">
              <a:ext uri="{FF2B5EF4-FFF2-40B4-BE49-F238E27FC236}">
                <a16:creationId xmlns:a16="http://schemas.microsoft.com/office/drawing/2014/main" id="{FA608AEF-BE66-4029-BA63-DA15E89C3291}"/>
              </a:ext>
            </a:extLst>
          </p:cNvPr>
          <p:cNvSpPr>
            <a:spLocks xmlns:a="http://schemas.openxmlformats.org/drawingml/2006/main" noGrp="1"/>
          </p:cNvSpPr>
          <p:nvPr>
            <p:ph type="pic" idx="10" hasCustomPrompt="1"/>
          </p:nvPr>
        </p:nvSpPr>
        <p:spPr>
          <a:xfrm xmlns:a="http://schemas.openxmlformats.org/drawingml/2006/main">
            <a:off x="0" y="0"/>
            <a:ext cx="9144000" cy="5143500"/>
          </a:xfrm>
          <a:prstGeom xmlns:a="http://schemas.openxmlformats.org/drawingml/2006/main" prst="rect">
            <a:avLst/>
          </a:prstGeom>
          <a:blipFill xmlns:a="http://schemas.openxmlformats.org/drawingml/2006/main">
            <a:blip xmlns:r="http://schemas.openxmlformats.org/officeDocument/2006/relationships" r:embed="R8abe5c988d524a50"/>
            <a:stretch>
              <a:fillRect l="0" t="0" r="0" b="0"/>
            </a:stretch>
          </a:blipFill>
        </p:spPr>
        <p:txBody>
          <a:bodyPr xmlns:a="http://schemas.openxmlformats.org/drawingml/2006/main" wrap="none" bIns="1554480" anchor="ctr">
            <a:noAutofit/>
          </a:bodyPr>
          <a:lstStyle xmlns:a="http://schemas.openxmlformats.org/drawingml/2006/main">
            <a:lvl1pPr marL="0" indent="0" algn="ctr">
              <a:buNone/>
              <a:defRPr sz="1050" b="1">
                <a:solidFill>
                  <a:srgbClr val="000000"/>
                </a:solidFill>
              </a:defRPr>
            </a:lvl1pPr>
          </a:lstStyle>
          <a:p xmlns:a="http://schemas.openxmlformats.org/drawingml/2006/main">
            <a:r>
              <a:t>Drag &amp; drop your photo here </a:t>
            </a:r>
            <a:br/>
            <a:r>
              <a:t>or click or tap icon below </a:t>
            </a:r>
            <a:br/>
            <a:r>
              <a:t>to insert</a:t>
            </a:r>
          </a:p>
        </p:txBody>
      </p:sp>
      <p:sp>
        <p:nvSpPr>
          <p:cNvPr id="3" name="Title 2">
            <a:extLst xmlns:a="http://schemas.openxmlformats.org/drawingml/2006/main">
              <a:ext uri="{FF2B5EF4-FFF2-40B4-BE49-F238E27FC236}">
                <a16:creationId xmlns:a16="http://schemas.microsoft.com/office/drawing/2014/main" id="{E033AC47-6988-4AF2-AB7A-F400B9B8392F}"/>
              </a:ext>
            </a:extLst>
          </p:cNvPr>
          <p:cNvSpPr>
            <a:spLocks xmlns:a="http://schemas.openxmlformats.org/drawingml/2006/main" noGrp="1"/>
          </p:cNvSpPr>
          <p:nvPr>
            <p:ph type="title" idx="0"/>
          </p:nvPr>
        </p:nvSpPr>
        <p:spPr>
          <a:xfrm xmlns:a="http://schemas.openxmlformats.org/drawingml/2006/main">
            <a:off x="0" y="2743200"/>
            <a:ext cx="9144000" cy="2400300"/>
          </a:xfrm>
          <a:prstGeom xmlns:a="http://schemas.openxmlformats.org/drawingml/2006/main" prst="rect">
            <a:avLst/>
          </a:prstGeom>
          <a:gradFill xmlns:a="http://schemas.openxmlformats.org/drawingml/2006/main" flip="none" rotWithShape="1">
            <a:gsLst>
              <a:gs pos="40000">
                <a:srgbClr val="000000">
                  <a:alpha val="70000"/>
                </a:srgbClr>
              </a:gs>
              <a:gs pos="100000">
                <a:srgbClr val="000000">
                  <a:alpha val="0"/>
                </a:srgbClr>
              </a:gs>
            </a:gsLst>
            <a:lin ang="16200000" scaled="1"/>
            <a:tileRect/>
          </a:gradFill>
        </p:spPr>
        <p:txBody>
          <a:bodyPr xmlns:a="http://schemas.openxmlformats.org/drawingml/2006/main" lIns="585216" tIns="585216" rIns="585216" bIns="585216" anchor="b">
            <a:noAutofit/>
          </a:bodyPr>
          <a:lstStyle xmlns:a="http://schemas.openxmlformats.org/drawingml/2006/main">
            <a:lvl1pPr marL="0" indent="0">
              <a:buNone/>
              <a:defRPr sz="2700" spc="0">
                <a:solidFill>
                  <a:srgbClr val="FFFFFF"/>
                </a:solidFill>
              </a:defRPr>
            </a:lvl1pPr>
          </a:lstStyle>
          <a:p xmlns:a="http://schemas.openxmlformats.org/drawingml/2006/main">
            <a:r>
              <a:t>Click to edit Master title style</a:t>
            </a:r>
          </a:p>
        </p:txBody>
      </p:sp>
      <p:sp>
        <p:nvSpPr>
          <p:cNvPr id="6" name="TextBox 5">
            <a:extLst xmlns:a="http://schemas.openxmlformats.org/drawingml/2006/main">
              <a:ext uri="{FF2B5EF4-FFF2-40B4-BE49-F238E27FC236}">
                <a16:creationId xmlns:a16="http://schemas.microsoft.com/office/drawing/2014/main" id="{03F619C2-B134-493A-AB9F-5DE39C929931}"/>
              </a:ext>
            </a:extLst>
          </p:cNvPr>
          <p:cNvSpPr>
            <a:spLocks xmlns:a="http://schemas.openxmlformats.org/drawingml/2006/main" noGrp="1"/>
          </p:cNvSpPr>
          <p:nvPr/>
        </p:nvSpPr>
        <p:spPr>
          <a:xfrm xmlns:a="http://schemas.openxmlformats.org/drawingml/2006/main">
            <a:off x="9266791" y="-152958"/>
            <a:ext cx="432811"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20.xml><?xml version="1.0" encoding="utf-8"?>
<p:sldLayout xmlns:p="http://schemas.openxmlformats.org/presentationml/2006/main" preserve="1">
  <p:cSld name="Photo full bleed left title">
    <p:spTree>
      <p:nvGrpSpPr>
        <p:cNvPr id="1" name=""/>
        <p:cNvGrpSpPr/>
        <p:nvPr/>
      </p:nvGrpSpPr>
      <p:grpSpPr>
        <a:xfrm xmlns:a="http://schemas.openxmlformats.org/drawingml/2006/main"/>
      </p:grpSpPr>
      <p:sp>
        <p:nvSpPr>
          <p:cNvPr id="8" name="Picture Placeholder 7">
            <a:extLst xmlns:a="http://schemas.openxmlformats.org/drawingml/2006/main">
              <a:ext uri="{FF2B5EF4-FFF2-40B4-BE49-F238E27FC236}">
                <a16:creationId xmlns:a16="http://schemas.microsoft.com/office/drawing/2014/main" id="{FA608AEF-BE66-4029-BA63-DA15E89C3291}"/>
              </a:ext>
            </a:extLst>
          </p:cNvPr>
          <p:cNvSpPr>
            <a:spLocks xmlns:a="http://schemas.openxmlformats.org/drawingml/2006/main" noGrp="1"/>
          </p:cNvSpPr>
          <p:nvPr>
            <p:ph type="pic" idx="10" hasCustomPrompt="1"/>
          </p:nvPr>
        </p:nvSpPr>
        <p:spPr>
          <a:xfrm xmlns:a="http://schemas.openxmlformats.org/drawingml/2006/main">
            <a:off x="0" y="0"/>
            <a:ext cx="9144000" cy="5143500"/>
          </a:xfrm>
          <a:prstGeom xmlns:a="http://schemas.openxmlformats.org/drawingml/2006/main" prst="rect">
            <a:avLst/>
          </a:prstGeom>
          <a:blipFill xmlns:a="http://schemas.openxmlformats.org/drawingml/2006/main">
            <a:blip xmlns:r="http://schemas.openxmlformats.org/officeDocument/2006/relationships" r:embed="Ref4742532f1f4153"/>
            <a:stretch>
              <a:fillRect l="0" t="0" r="0" b="0"/>
            </a:stretch>
          </a:blipFill>
        </p:spPr>
        <p:txBody>
          <a:bodyPr xmlns:a="http://schemas.openxmlformats.org/drawingml/2006/main" wrap="none" bIns="1554480" anchor="ctr">
            <a:noAutofit/>
          </a:bodyPr>
          <a:lstStyle xmlns:a="http://schemas.openxmlformats.org/drawingml/2006/main">
            <a:lvl1pPr marL="0" indent="0" algn="ctr">
              <a:buNone/>
              <a:defRPr sz="1050" b="1">
                <a:solidFill>
                  <a:srgbClr val="000000"/>
                </a:solidFill>
              </a:defRPr>
            </a:lvl1pPr>
          </a:lstStyle>
          <a:p xmlns:a="http://schemas.openxmlformats.org/drawingml/2006/main">
            <a:r>
              <a:t>Drag &amp; drop your photo here </a:t>
            </a:r>
            <a:br/>
            <a:r>
              <a:t>or click or tap icon below </a:t>
            </a:r>
            <a:br/>
            <a:r>
              <a:t>to insert</a:t>
            </a:r>
          </a:p>
        </p:txBody>
      </p:sp>
      <p:sp>
        <p:nvSpPr>
          <p:cNvPr id="3" name="Title 2">
            <a:extLst xmlns:a="http://schemas.openxmlformats.org/drawingml/2006/main">
              <a:ext uri="{FF2B5EF4-FFF2-40B4-BE49-F238E27FC236}">
                <a16:creationId xmlns:a16="http://schemas.microsoft.com/office/drawing/2014/main" id="{E033AC47-6988-4AF2-AB7A-F400B9B8392F}"/>
              </a:ext>
            </a:extLst>
          </p:cNvPr>
          <p:cNvSpPr>
            <a:spLocks xmlns:a="http://schemas.openxmlformats.org/drawingml/2006/main" noGrp="1"/>
          </p:cNvSpPr>
          <p:nvPr>
            <p:ph type="title" idx="0" hasCustomPrompt="1"/>
          </p:nvPr>
        </p:nvSpPr>
        <p:spPr>
          <a:xfrm xmlns:a="http://schemas.openxmlformats.org/drawingml/2006/main">
            <a:off x="-2" y="0"/>
            <a:ext cx="4251960" cy="5143500"/>
          </a:xfrm>
          <a:prstGeom xmlns:a="http://schemas.openxmlformats.org/drawingml/2006/main" prst="rect">
            <a:avLst/>
          </a:prstGeom>
          <a:gradFill xmlns:a="http://schemas.openxmlformats.org/drawingml/2006/main" flip="none" rotWithShape="1">
            <a:gsLst>
              <a:gs pos="50000">
                <a:srgbClr val="000000">
                  <a:alpha val="70000"/>
                </a:srgbClr>
              </a:gs>
              <a:gs pos="100000">
                <a:srgbClr val="000000">
                  <a:alpha val="0"/>
                </a:srgbClr>
              </a:gs>
            </a:gsLst>
            <a:lin ang="0" scaled="1"/>
            <a:tileRect/>
          </a:gradFill>
        </p:spPr>
        <p:txBody>
          <a:bodyPr xmlns:a="http://schemas.openxmlformats.org/drawingml/2006/main" lIns="585216" tIns="585216" rIns="585216" bIns="585216" anchor="ctr">
            <a:noAutofit/>
          </a:bodyPr>
          <a:lstStyle xmlns:a="http://schemas.openxmlformats.org/drawingml/2006/main">
            <a:lvl1pPr marL="0" indent="0">
              <a:buNone/>
              <a:defRPr sz="2700" spc="0">
                <a:solidFill>
                  <a:srgbClr val="FFFFFF"/>
                </a:solidFill>
              </a:defRPr>
            </a:lvl1pPr>
          </a:lstStyle>
          <a:p xmlns:a="http://schemas.openxmlformats.org/drawingml/2006/main">
            <a:r>
              <a:t>Click to edit </a:t>
            </a:r>
            <a:br/>
            <a:r>
              <a:t>Master title style</a:t>
            </a:r>
          </a:p>
        </p:txBody>
      </p:sp>
      <p:sp>
        <p:nvSpPr>
          <p:cNvPr id="6" name="TextBox 5">
            <a:extLst xmlns:a="http://schemas.openxmlformats.org/drawingml/2006/main">
              <a:ext uri="{FF2B5EF4-FFF2-40B4-BE49-F238E27FC236}">
                <a16:creationId xmlns:a16="http://schemas.microsoft.com/office/drawing/2014/main" id="{1D4894F6-B50F-43E1-83FC-4F2200B2FA65}"/>
              </a:ext>
            </a:extLst>
          </p:cNvPr>
          <p:cNvSpPr>
            <a:spLocks xmlns:a="http://schemas.openxmlformats.org/drawingml/2006/main" noGrp="1"/>
          </p:cNvSpPr>
          <p:nvPr/>
        </p:nvSpPr>
        <p:spPr>
          <a:xfrm xmlns:a="http://schemas.openxmlformats.org/drawingml/2006/main">
            <a:off x="9266791" y="-152958"/>
            <a:ext cx="432811"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21.xml><?xml version="1.0" encoding="utf-8"?>
<p:sldLayout xmlns:p="http://schemas.openxmlformats.org/presentationml/2006/main" preserve="1">
  <p:cSld name="Photo full bleed right title">
    <p:spTree>
      <p:nvGrpSpPr>
        <p:cNvPr id="1" name=""/>
        <p:cNvGrpSpPr/>
        <p:nvPr/>
      </p:nvGrpSpPr>
      <p:grpSpPr>
        <a:xfrm xmlns:a="http://schemas.openxmlformats.org/drawingml/2006/main"/>
      </p:grpSpPr>
      <p:sp>
        <p:nvSpPr>
          <p:cNvPr id="8" name="Picture Placeholder 7">
            <a:extLst xmlns:a="http://schemas.openxmlformats.org/drawingml/2006/main">
              <a:ext uri="{FF2B5EF4-FFF2-40B4-BE49-F238E27FC236}">
                <a16:creationId xmlns:a16="http://schemas.microsoft.com/office/drawing/2014/main" id="{FA608AEF-BE66-4029-BA63-DA15E89C3291}"/>
              </a:ext>
            </a:extLst>
          </p:cNvPr>
          <p:cNvSpPr>
            <a:spLocks xmlns:a="http://schemas.openxmlformats.org/drawingml/2006/main" noGrp="1"/>
          </p:cNvSpPr>
          <p:nvPr>
            <p:ph type="pic" idx="10" hasCustomPrompt="1"/>
          </p:nvPr>
        </p:nvSpPr>
        <p:spPr>
          <a:xfrm xmlns:a="http://schemas.openxmlformats.org/drawingml/2006/main">
            <a:off x="0" y="0"/>
            <a:ext cx="9144000" cy="5143500"/>
          </a:xfrm>
          <a:prstGeom xmlns:a="http://schemas.openxmlformats.org/drawingml/2006/main" prst="rect">
            <a:avLst/>
          </a:prstGeom>
          <a:blipFill xmlns:a="http://schemas.openxmlformats.org/drawingml/2006/main">
            <a:blip xmlns:r="http://schemas.openxmlformats.org/officeDocument/2006/relationships" r:embed="Rbc11370370084ba2"/>
            <a:stretch>
              <a:fillRect l="0" t="0" r="0" b="0"/>
            </a:stretch>
          </a:blipFill>
        </p:spPr>
        <p:txBody>
          <a:bodyPr xmlns:a="http://schemas.openxmlformats.org/drawingml/2006/main" wrap="none" bIns="1554480" anchor="ctr">
            <a:noAutofit/>
          </a:bodyPr>
          <a:lstStyle xmlns:a="http://schemas.openxmlformats.org/drawingml/2006/main">
            <a:lvl1pPr marL="0" indent="0" algn="ctr">
              <a:buNone/>
              <a:defRPr sz="1050" b="1">
                <a:solidFill>
                  <a:srgbClr val="000000"/>
                </a:solidFill>
              </a:defRPr>
            </a:lvl1pPr>
          </a:lstStyle>
          <a:p xmlns:a="http://schemas.openxmlformats.org/drawingml/2006/main">
            <a:r>
              <a:t>Drag &amp; drop your photo here </a:t>
            </a:r>
            <a:br/>
            <a:r>
              <a:t>or click or tap icon below </a:t>
            </a:r>
            <a:br/>
            <a:r>
              <a:t>to insert</a:t>
            </a:r>
          </a:p>
        </p:txBody>
      </p:sp>
      <p:sp>
        <p:nvSpPr>
          <p:cNvPr id="3" name="Title 2">
            <a:extLst xmlns:a="http://schemas.openxmlformats.org/drawingml/2006/main">
              <a:ext uri="{FF2B5EF4-FFF2-40B4-BE49-F238E27FC236}">
                <a16:creationId xmlns:a16="http://schemas.microsoft.com/office/drawing/2014/main" id="{E033AC47-6988-4AF2-AB7A-F400B9B8392F}"/>
              </a:ext>
            </a:extLst>
          </p:cNvPr>
          <p:cNvSpPr>
            <a:spLocks xmlns:a="http://schemas.openxmlformats.org/drawingml/2006/main" noGrp="1"/>
          </p:cNvSpPr>
          <p:nvPr>
            <p:ph type="title" idx="0" hasCustomPrompt="1"/>
          </p:nvPr>
        </p:nvSpPr>
        <p:spPr>
          <a:xfrm xmlns:a="http://schemas.openxmlformats.org/drawingml/2006/main">
            <a:off x="4892040" y="0"/>
            <a:ext cx="4251960" cy="5143500"/>
          </a:xfrm>
          <a:prstGeom xmlns:a="http://schemas.openxmlformats.org/drawingml/2006/main" prst="rect">
            <a:avLst/>
          </a:prstGeom>
          <a:gradFill xmlns:a="http://schemas.openxmlformats.org/drawingml/2006/main" flip="none" rotWithShape="1">
            <a:gsLst>
              <a:gs pos="50000">
                <a:srgbClr val="000000">
                  <a:alpha val="70000"/>
                </a:srgbClr>
              </a:gs>
              <a:gs pos="100000">
                <a:srgbClr val="000000">
                  <a:alpha val="0"/>
                </a:srgbClr>
              </a:gs>
            </a:gsLst>
            <a:lin ang="10800000" scaled="1"/>
            <a:tileRect/>
          </a:gradFill>
          <a:ln xmlns:a="http://schemas.openxmlformats.org/drawingml/2006/main">
            <a:noFill/>
          </a:ln>
        </p:spPr>
        <p:txBody>
          <a:bodyPr xmlns:a="http://schemas.openxmlformats.org/drawingml/2006/main" lIns="585216" tIns="585216" rIns="585216" bIns="585216" anchor="ctr">
            <a:noAutofit/>
          </a:bodyPr>
          <a:lstStyle xmlns:a="http://schemas.openxmlformats.org/drawingml/2006/main">
            <a:lvl1pPr marL="0" indent="0" algn="r">
              <a:buNone/>
              <a:defRPr sz="2700" spc="0">
                <a:solidFill>
                  <a:srgbClr val="FFFFFF"/>
                </a:solidFill>
              </a:defRPr>
            </a:lvl1pPr>
          </a:lstStyle>
          <a:p xmlns:a="http://schemas.openxmlformats.org/drawingml/2006/main">
            <a:r>
              <a:t>Click to edit </a:t>
            </a:r>
            <a:br/>
            <a:r>
              <a:t>Master title style</a:t>
            </a:r>
          </a:p>
        </p:txBody>
      </p:sp>
      <p:sp>
        <p:nvSpPr>
          <p:cNvPr id="6" name="TextBox 5">
            <a:extLst xmlns:a="http://schemas.openxmlformats.org/drawingml/2006/main">
              <a:ext uri="{FF2B5EF4-FFF2-40B4-BE49-F238E27FC236}">
                <a16:creationId xmlns:a16="http://schemas.microsoft.com/office/drawing/2014/main" id="{A629011D-E3B4-416F-9D7F-7A99AE49F65A}"/>
              </a:ext>
            </a:extLst>
          </p:cNvPr>
          <p:cNvSpPr>
            <a:spLocks xmlns:a="http://schemas.openxmlformats.org/drawingml/2006/main" noGrp="1"/>
          </p:cNvSpPr>
          <p:nvPr/>
        </p:nvSpPr>
        <p:spPr>
          <a:xfrm xmlns:a="http://schemas.openxmlformats.org/drawingml/2006/main">
            <a:off x="9266791" y="-152958"/>
            <a:ext cx="432811"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22.xml><?xml version="1.0" encoding="utf-8"?>
<p:sldLayout xmlns:p="http://schemas.openxmlformats.org/presentationml/2006/main" preserve="1">
  <p:cSld name="Top horizontal photo and titl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8E01E45-D858-46CB-8C37-2ADA7A8B4F38}"/>
              </a:ext>
            </a:extLst>
          </p:cNvPr>
          <p:cNvSpPr>
            <a:spLocks xmlns:a="http://schemas.openxmlformats.org/drawingml/2006/main" noGrp="1"/>
          </p:cNvSpPr>
          <p:nvPr>
            <p:ph type="title" idx="0"/>
          </p:nvPr>
        </p:nvSpPr>
        <p:spPr>
          <a:xfrm xmlns:a="http://schemas.openxmlformats.org/drawingml/2006/main">
            <a:off x="441197" y="3867912"/>
            <a:ext cx="8263890" cy="833867"/>
          </a:xfrm>
        </p:spPr>
        <p:txBody>
          <a:bodyPr xmlns:a="http://schemas.openxmlformats.org/drawingml/2006/main" anchor="ctr"/>
          <a:lstStyle xmlns:a="http://schemas.openxmlformats.org/drawingml/2006/main">
            <a:lvl1pPr marL="0" indent="0" algn="ctr">
              <a:buNone/>
              <a:defRPr/>
            </a:lvl1pPr>
          </a:lstStyle>
          <a:p xmlns:a="http://schemas.openxmlformats.org/drawingml/2006/main">
            <a:r>
              <a:t>Click to edit Master title style</a:t>
            </a:r>
          </a:p>
        </p:txBody>
      </p:sp>
      <p:sp>
        <p:nvSpPr>
          <p:cNvPr id="4" name="Picture Placeholder">
            <a:extLst xmlns:a="http://schemas.openxmlformats.org/drawingml/2006/main">
              <a:ext uri="{FF2B5EF4-FFF2-40B4-BE49-F238E27FC236}">
                <a16:creationId xmlns:a16="http://schemas.microsoft.com/office/drawing/2014/main" id="{FEB5B31F-7AD9-4BC6-8D61-62AD8011666E}"/>
              </a:ext>
            </a:extLst>
          </p:cNvPr>
          <p:cNvSpPr>
            <a:spLocks xmlns:a="http://schemas.openxmlformats.org/drawingml/2006/main" noGrp="1"/>
          </p:cNvSpPr>
          <p:nvPr>
            <p:ph type="pic" idx="11" hasCustomPrompt="1"/>
          </p:nvPr>
        </p:nvSpPr>
        <p:spPr>
          <a:xfrm xmlns:a="http://schemas.openxmlformats.org/drawingml/2006/main">
            <a:off x="0" y="0"/>
            <a:ext cx="9144000" cy="3429000"/>
          </a:xfrm>
          <a:prstGeom xmlns:a="http://schemas.openxmlformats.org/drawingml/2006/main" prst="rect">
            <a:avLst/>
          </a:prstGeom>
          <a:blipFill xmlns:a="http://schemas.openxmlformats.org/drawingml/2006/main">
            <a:blip xmlns:r="http://schemas.openxmlformats.org/officeDocument/2006/relationships" r:embed="R5ac58dd72b384585"/>
            <a:stretch>
              <a:fillRect l="0" t="0" r="0" b="0"/>
            </a:stretch>
          </a:blipFill>
        </p:spPr>
        <p:txBody>
          <a:bodyPr xmlns:a="http://schemas.openxmlformats.org/drawingml/2006/main" vert="horz" wrap="square" lIns="0" tIns="1280160" rIns="0" bIns="0" anchor="t">
            <a:noAutofit/>
          </a:bodyPr>
          <a:lstStyle xmlns:a="http://schemas.openxmlformats.org/drawingml/2006/main">
            <a:lvl1pPr marL="0" indent="0" algn="ctr">
              <a:buNone/>
              <a:defRPr sz="1050" b="1">
                <a:solidFill>
                  <a:srgbClr val="000000"/>
                </a:solidFill>
              </a:defRPr>
            </a:lvl1pPr>
          </a:lstStyle>
          <a:p xmlns:a="http://schemas.openxmlformats.org/drawingml/2006/main">
            <a:pPr marL="0" lvl="0" indent="0" algn="ctr">
              <a:buNone/>
            </a:pPr>
            <a:r>
              <a:t>Drag &amp; drop your photo here </a:t>
            </a:r>
            <a:br/>
            <a:r>
              <a:t>or click or tap icon below </a:t>
            </a:r>
            <a:br/>
            <a:r>
              <a:t>to insert</a:t>
            </a:r>
          </a:p>
        </p:txBody>
      </p:sp>
      <p:sp>
        <p:nvSpPr>
          <p:cNvPr id="5" name="TextBox 4">
            <a:extLst xmlns:a="http://schemas.openxmlformats.org/drawingml/2006/main">
              <a:ext uri="{FF2B5EF4-FFF2-40B4-BE49-F238E27FC236}">
                <a16:creationId xmlns:a16="http://schemas.microsoft.com/office/drawing/2014/main" id="{3A996C37-D0C9-4349-A860-B639C4EB9D5D}"/>
              </a:ext>
            </a:extLst>
          </p:cNvPr>
          <p:cNvSpPr>
            <a:spLocks xmlns:a="http://schemas.openxmlformats.org/drawingml/2006/main" noGrp="1"/>
          </p:cNvSpPr>
          <p:nvPr/>
        </p:nvSpPr>
        <p:spPr>
          <a:xfrm xmlns:a="http://schemas.openxmlformats.org/drawingml/2006/main">
            <a:off x="9266791" y="-152958"/>
            <a:ext cx="432811"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23.xml><?xml version="1.0" encoding="utf-8"?>
<p:sldLayout xmlns:p="http://schemas.openxmlformats.org/presentationml/2006/main" preserve="1">
  <p:cSld name="Bottom horizontal photo and titl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45563AC-3A0B-4839-A9DC-F00E8E5411A6}"/>
              </a:ext>
            </a:extLst>
          </p:cNvPr>
          <p:cNvSpPr>
            <a:spLocks xmlns:a="http://schemas.openxmlformats.org/drawingml/2006/main" noGrp="1"/>
          </p:cNvSpPr>
          <p:nvPr>
            <p:ph type="title" idx="0"/>
          </p:nvPr>
        </p:nvSpPr>
        <p:spPr>
          <a:xfrm xmlns:a="http://schemas.openxmlformats.org/drawingml/2006/main">
            <a:off x="441197" y="439341"/>
            <a:ext cx="8263890" cy="836247"/>
          </a:xfrm>
        </p:spPr>
        <p:txBody>
          <a:bodyPr xmlns:a="http://schemas.openxmlformats.org/drawingml/2006/main" anchor="ctr"/>
          <a:lstStyle xmlns:a="http://schemas.openxmlformats.org/drawingml/2006/main">
            <a:lvl1pPr marL="0" indent="0" algn="ctr">
              <a:buNone/>
              <a:defRPr/>
            </a:lvl1pPr>
          </a:lstStyle>
          <a:p xmlns:a="http://schemas.openxmlformats.org/drawingml/2006/main">
            <a:r>
              <a:t>Click to edit Master title style</a:t>
            </a:r>
          </a:p>
        </p:txBody>
      </p:sp>
      <p:sp>
        <p:nvSpPr>
          <p:cNvPr id="4" name="Picture Placeholder">
            <a:extLst xmlns:a="http://schemas.openxmlformats.org/drawingml/2006/main">
              <a:ext uri="{FF2B5EF4-FFF2-40B4-BE49-F238E27FC236}">
                <a16:creationId xmlns:a16="http://schemas.microsoft.com/office/drawing/2014/main" id="{FEB5B31F-7AD9-4BC6-8D61-62AD8011666E}"/>
              </a:ext>
            </a:extLst>
          </p:cNvPr>
          <p:cNvSpPr>
            <a:spLocks xmlns:a="http://schemas.openxmlformats.org/drawingml/2006/main" noGrp="1"/>
          </p:cNvSpPr>
          <p:nvPr>
            <p:ph type="pic" idx="11" hasCustomPrompt="1"/>
          </p:nvPr>
        </p:nvSpPr>
        <p:spPr>
          <a:xfrm xmlns:a="http://schemas.openxmlformats.org/drawingml/2006/main">
            <a:off x="-1786" y="1714500"/>
            <a:ext cx="9144000" cy="3429000"/>
          </a:xfrm>
          <a:prstGeom xmlns:a="http://schemas.openxmlformats.org/drawingml/2006/main" prst="rect">
            <a:avLst/>
          </a:prstGeom>
          <a:blipFill xmlns:a="http://schemas.openxmlformats.org/drawingml/2006/main">
            <a:blip xmlns:r="http://schemas.openxmlformats.org/officeDocument/2006/relationships" r:embed="Rb1ec5f478ef34317"/>
            <a:stretch>
              <a:fillRect l="0" t="0" r="0" b="0"/>
            </a:stretch>
          </a:blipFill>
        </p:spPr>
        <p:txBody>
          <a:bodyPr xmlns:a="http://schemas.openxmlformats.org/drawingml/2006/main" vert="horz" wrap="square" lIns="0" tIns="1371600" rIns="0" bIns="0" anchor="t">
            <a:noAutofit/>
          </a:bodyPr>
          <a:lstStyle xmlns:a="http://schemas.openxmlformats.org/drawingml/2006/main">
            <a:lvl1pPr marL="0" indent="0" algn="ctr">
              <a:buNone/>
              <a:defRPr sz="1050" b="1">
                <a:solidFill>
                  <a:srgbClr val="000000"/>
                </a:solidFill>
              </a:defRPr>
            </a:lvl1pPr>
          </a:lstStyle>
          <a:p xmlns:a="http://schemas.openxmlformats.org/drawingml/2006/main">
            <a:pPr marL="0" lvl="0" indent="0" algn="ctr">
              <a:buNone/>
            </a:pPr>
            <a:r>
              <a:t>Drag &amp; drop your photo here </a:t>
            </a:r>
            <a:br/>
            <a:r>
              <a:t>or click or tap icon below </a:t>
            </a:r>
            <a:br/>
            <a:r>
              <a:t>to insert</a:t>
            </a:r>
          </a:p>
        </p:txBody>
      </p:sp>
      <p:sp>
        <p:nvSpPr>
          <p:cNvPr id="5" name="TextBox 4">
            <a:extLst xmlns:a="http://schemas.openxmlformats.org/drawingml/2006/main">
              <a:ext uri="{FF2B5EF4-FFF2-40B4-BE49-F238E27FC236}">
                <a16:creationId xmlns:a16="http://schemas.microsoft.com/office/drawing/2014/main" id="{3D6FDE6F-0F4B-446A-A51F-494FB0996655}"/>
              </a:ext>
            </a:extLst>
          </p:cNvPr>
          <p:cNvSpPr>
            <a:spLocks xmlns:a="http://schemas.openxmlformats.org/drawingml/2006/main" noGrp="1"/>
          </p:cNvSpPr>
          <p:nvPr/>
        </p:nvSpPr>
        <p:spPr>
          <a:xfrm xmlns:a="http://schemas.openxmlformats.org/drawingml/2006/main">
            <a:off x="9266791" y="-152958"/>
            <a:ext cx="432811"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24.xml><?xml version="1.0" encoding="utf-8"?>
<p:sldLayout xmlns:p="http://schemas.openxmlformats.org/presentationml/2006/main" preserve="1">
  <p:cSld name="Two picture content">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027DCA08-1117-4B11-AEFD-AAB2B33543F9}"/>
              </a:ext>
            </a:extLst>
          </p:cNvPr>
          <p:cNvSpPr>
            <a:spLocks xmlns:a="http://schemas.openxmlformats.org/drawingml/2006/main" noGrp="1"/>
          </p:cNvSpPr>
          <p:nvPr>
            <p:ph type="title" idx="0"/>
          </p:nvPr>
        </p:nvSpPr>
        <p:spPr>
          <a:xfrm xmlns:a="http://schemas.openxmlformats.org/drawingml/2006/main">
            <a:off x="441197" y="342900"/>
            <a:ext cx="8263890" cy="737426"/>
          </a:xfrm>
        </p:spPr>
        <p:txBody>
          <a:bodyPr xmlns:a="http://schemas.openxmlformats.org/drawingml/2006/main"/>
          <a:lstStyle xmlns:a="http://schemas.openxmlformats.org/drawingml/2006/main"/>
          <a:p xmlns:a="http://schemas.openxmlformats.org/drawingml/2006/main">
            <a:r>
              <a:t>Click to edit Master title style</a:t>
            </a:r>
          </a:p>
        </p:txBody>
      </p:sp>
      <p:sp>
        <p:nvSpPr>
          <p:cNvPr id="4" name="Text Placeholder 3">
            <a:extLst xmlns:a="http://schemas.openxmlformats.org/drawingml/2006/main">
              <a:ext uri="{FF2B5EF4-FFF2-40B4-BE49-F238E27FC236}">
                <a16:creationId xmlns:a16="http://schemas.microsoft.com/office/drawing/2014/main" id="{AE833B58-0629-4A46-8711-902C16A99314}"/>
              </a:ext>
            </a:extLst>
          </p:cNvPr>
          <p:cNvSpPr>
            <a:spLocks xmlns:a="http://schemas.openxmlformats.org/drawingml/2006/main" noGrp="1"/>
          </p:cNvSpPr>
          <p:nvPr>
            <p:ph type="body" idx="16"/>
          </p:nvPr>
        </p:nvSpPr>
        <p:spPr>
          <a:xfrm xmlns:a="http://schemas.openxmlformats.org/drawingml/2006/main">
            <a:off x="438149" y="4267200"/>
            <a:ext cx="4025646" cy="434579"/>
          </a:xfrm>
        </p:spPr>
        <p:txBody>
          <a:bodyPr xmlns:a="http://schemas.openxmlformats.org/drawingml/2006/main"/>
          <a:lstStyle xmlns:a="http://schemas.openxmlformats.org/drawingml/2006/main">
            <a:lvl1pPr marL="0" indent="0" algn="l">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9" name="Picture Placeholder">
            <a:extLst xmlns:a="http://schemas.openxmlformats.org/drawingml/2006/main">
              <a:ext uri="{FF2B5EF4-FFF2-40B4-BE49-F238E27FC236}">
                <a16:creationId xmlns:a16="http://schemas.microsoft.com/office/drawing/2014/main" id="{1231301F-62BD-4CF6-8990-CDF00AFC8CCF}"/>
              </a:ext>
            </a:extLst>
          </p:cNvPr>
          <p:cNvSpPr>
            <a:spLocks xmlns:a="http://schemas.openxmlformats.org/drawingml/2006/main" noGrp="1"/>
          </p:cNvSpPr>
          <p:nvPr>
            <p:ph type="pic" idx="13" hasCustomPrompt="1"/>
          </p:nvPr>
        </p:nvSpPr>
        <p:spPr>
          <a:xfrm xmlns:a="http://schemas.openxmlformats.org/drawingml/2006/main">
            <a:off x="436959" y="1519238"/>
            <a:ext cx="4025646" cy="2606040"/>
          </a:xfrm>
          <a:prstGeom xmlns:a="http://schemas.openxmlformats.org/drawingml/2006/main" prst="rect">
            <a:avLst/>
          </a:prstGeom>
          <a:blipFill xmlns:a="http://schemas.openxmlformats.org/drawingml/2006/main">
            <a:blip xmlns:r="http://schemas.openxmlformats.org/officeDocument/2006/relationships" r:embed="R94d3a029ab244e02"/>
            <a:stretch>
              <a:fillRect l="0" t="0" r="0" b="0"/>
            </a:stretch>
          </a:blipFill>
        </p:spPr>
        <p:txBody>
          <a:bodyPr xmlns:a="http://schemas.openxmlformats.org/drawingml/2006/main" vert="horz" wrap="square" lIns="0" tIns="0" rIns="0" bIns="1005840" anchor="ctr">
            <a:noAutofit/>
          </a:bodyPr>
          <a:lstStyle xmlns:a="http://schemas.openxmlformats.org/drawingml/2006/main">
            <a:lvl1pPr marL="0" indent="0" algn="ctr">
              <a:buNone/>
              <a:defRPr sz="750" b="1">
                <a:solidFill>
                  <a:srgbClr val="000000"/>
                </a:solidFill>
              </a:defRPr>
            </a:lvl1pPr>
          </a:lstStyle>
          <a:p xmlns:a="http://schemas.openxmlformats.org/drawingml/2006/main">
            <a:pPr marL="0" lvl="0" indent="0" algn="ctr">
              <a:buNone/>
            </a:pPr>
            <a:r>
              <a:t>Drag &amp; drop your photo here </a:t>
            </a:r>
            <a:br/>
            <a:r>
              <a:t>or click or tap icon below </a:t>
            </a:r>
            <a:br/>
            <a:r>
              <a:t>to insert</a:t>
            </a:r>
          </a:p>
        </p:txBody>
      </p:sp>
      <p:sp>
        <p:nvSpPr>
          <p:cNvPr id="13" name="Text Placeholder 3">
            <a:extLst xmlns:a="http://schemas.openxmlformats.org/drawingml/2006/main">
              <a:ext uri="{FF2B5EF4-FFF2-40B4-BE49-F238E27FC236}">
                <a16:creationId xmlns:a16="http://schemas.microsoft.com/office/drawing/2014/main" id="{05B401B2-8D93-427E-90A4-52337B3965E8}"/>
              </a:ext>
            </a:extLst>
          </p:cNvPr>
          <p:cNvSpPr>
            <a:spLocks xmlns:a="http://schemas.openxmlformats.org/drawingml/2006/main" noGrp="1"/>
          </p:cNvSpPr>
          <p:nvPr>
            <p:ph type="body" idx="18"/>
          </p:nvPr>
        </p:nvSpPr>
        <p:spPr>
          <a:xfrm xmlns:a="http://schemas.openxmlformats.org/drawingml/2006/main">
            <a:off x="4681395" y="4267200"/>
            <a:ext cx="4025646" cy="434579"/>
          </a:xfrm>
        </p:spPr>
        <p:txBody>
          <a:bodyPr xmlns:a="http://schemas.openxmlformats.org/drawingml/2006/main"/>
          <a:lstStyle xmlns:a="http://schemas.openxmlformats.org/drawingml/2006/main">
            <a:lvl1pPr marL="0" indent="0" algn="l">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1" name="Picture Placeholder">
            <a:extLst xmlns:a="http://schemas.openxmlformats.org/drawingml/2006/main">
              <a:ext uri="{FF2B5EF4-FFF2-40B4-BE49-F238E27FC236}">
                <a16:creationId xmlns:a16="http://schemas.microsoft.com/office/drawing/2014/main" id="{7223C820-5673-4288-A9D6-185A95066B1E}"/>
              </a:ext>
            </a:extLst>
          </p:cNvPr>
          <p:cNvSpPr>
            <a:spLocks xmlns:a="http://schemas.openxmlformats.org/drawingml/2006/main" noGrp="1"/>
          </p:cNvSpPr>
          <p:nvPr>
            <p:ph type="pic" idx="15" hasCustomPrompt="1"/>
          </p:nvPr>
        </p:nvSpPr>
        <p:spPr>
          <a:xfrm xmlns:a="http://schemas.openxmlformats.org/drawingml/2006/main">
            <a:off x="4679441" y="1519238"/>
            <a:ext cx="4025646" cy="2606040"/>
          </a:xfrm>
          <a:prstGeom xmlns:a="http://schemas.openxmlformats.org/drawingml/2006/main" prst="rect">
            <a:avLst/>
          </a:prstGeom>
          <a:blipFill xmlns:a="http://schemas.openxmlformats.org/drawingml/2006/main">
            <a:blip xmlns:r="http://schemas.openxmlformats.org/officeDocument/2006/relationships" r:embed="R38af30ad210d43b2"/>
            <a:stretch>
              <a:fillRect l="0" t="0" r="0" b="0"/>
            </a:stretch>
          </a:blipFill>
        </p:spPr>
        <p:txBody>
          <a:bodyPr xmlns:a="http://schemas.openxmlformats.org/drawingml/2006/main" vert="horz" wrap="square" lIns="0" tIns="0" rIns="0" bIns="1005840" anchor="ctr">
            <a:noAutofit/>
          </a:bodyPr>
          <a:lstStyle xmlns:a="http://schemas.openxmlformats.org/drawingml/2006/main">
            <a:lvl1pPr marL="0" indent="0" algn="ctr">
              <a:buNone/>
              <a:defRPr sz="750" b="1">
                <a:solidFill>
                  <a:srgbClr val="000000"/>
                </a:solidFill>
              </a:defRPr>
            </a:lvl1pPr>
          </a:lstStyle>
          <a:p xmlns:a="http://schemas.openxmlformats.org/drawingml/2006/main">
            <a:pPr marL="0" lvl="0" indent="0" algn="ctr">
              <a:buNone/>
            </a:pPr>
            <a:r>
              <a:t>Drag &amp; drop your photo here </a:t>
            </a:r>
            <a:br/>
            <a:r>
              <a:t>or click or tap icon below </a:t>
            </a:r>
            <a:br/>
            <a:r>
              <a:t>to insert</a:t>
            </a:r>
          </a:p>
        </p:txBody>
      </p:sp>
      <p:sp>
        <p:nvSpPr>
          <p:cNvPr id="10" name="TextBox 9">
            <a:extLst xmlns:a="http://schemas.openxmlformats.org/drawingml/2006/main">
              <a:ext uri="{FF2B5EF4-FFF2-40B4-BE49-F238E27FC236}">
                <a16:creationId xmlns:a16="http://schemas.microsoft.com/office/drawing/2014/main" id="{CAF59E09-7602-42B9-AB0C-9D1365A9EBB2}"/>
              </a:ext>
            </a:extLst>
          </p:cNvPr>
          <p:cNvSpPr>
            <a:spLocks xmlns:a="http://schemas.openxmlformats.org/drawingml/2006/main" noGrp="1"/>
          </p:cNvSpPr>
          <p:nvPr/>
        </p:nvSpPr>
        <p:spPr>
          <a:xfrm xmlns:a="http://schemas.openxmlformats.org/drawingml/2006/main">
            <a:off x="9266791" y="-152958"/>
            <a:ext cx="432811"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25.xml><?xml version="1.0" encoding="utf-8"?>
<p:sldLayout xmlns:p="http://schemas.openxmlformats.org/presentationml/2006/main" preserve="1">
  <p:cSld name="Three picture content">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F260F77E-464D-46F7-A8F8-6F281DAB0C7A}"/>
              </a:ext>
            </a:extLst>
          </p:cNvPr>
          <p:cNvSpPr>
            <a:spLocks xmlns:a="http://schemas.openxmlformats.org/drawingml/2006/main" noGrp="1"/>
          </p:cNvSpPr>
          <p:nvPr>
            <p:ph type="title" idx="0"/>
          </p:nvPr>
        </p:nvSpPr>
        <p:spPr>
          <a:xfrm xmlns:a="http://schemas.openxmlformats.org/drawingml/2006/main">
            <a:off x="441197" y="342900"/>
            <a:ext cx="8263890" cy="737426"/>
          </a:xfrm>
        </p:spPr>
        <p:txBody>
          <a:bodyPr xmlns:a="http://schemas.openxmlformats.org/drawingml/2006/main"/>
          <a:lstStyle xmlns:a="http://schemas.openxmlformats.org/drawingml/2006/main"/>
          <a:p xmlns:a="http://schemas.openxmlformats.org/drawingml/2006/main">
            <a:r>
              <a:t>Click to edit Master title style</a:t>
            </a:r>
          </a:p>
        </p:txBody>
      </p:sp>
      <p:sp>
        <p:nvSpPr>
          <p:cNvPr id="4" name="Text Placeholder 3">
            <a:extLst xmlns:a="http://schemas.openxmlformats.org/drawingml/2006/main">
              <a:ext uri="{FF2B5EF4-FFF2-40B4-BE49-F238E27FC236}">
                <a16:creationId xmlns:a16="http://schemas.microsoft.com/office/drawing/2014/main" id="{AE833B58-0629-4A46-8711-902C16A99314}"/>
              </a:ext>
            </a:extLst>
          </p:cNvPr>
          <p:cNvSpPr>
            <a:spLocks xmlns:a="http://schemas.openxmlformats.org/drawingml/2006/main" noGrp="1"/>
          </p:cNvSpPr>
          <p:nvPr>
            <p:ph type="body" idx="16"/>
          </p:nvPr>
        </p:nvSpPr>
        <p:spPr>
          <a:xfrm xmlns:a="http://schemas.openxmlformats.org/drawingml/2006/main">
            <a:off x="436960" y="4267200"/>
            <a:ext cx="2606278" cy="434579"/>
          </a:xfrm>
        </p:spPr>
        <p:txBody>
          <a:bodyPr xmlns:a="http://schemas.openxmlformats.org/drawingml/2006/main"/>
          <a:lstStyle xmlns:a="http://schemas.openxmlformats.org/drawingml/2006/main">
            <a:lvl1pPr marL="0" indent="0" algn="l">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9" name="Picture Placeholder">
            <a:extLst xmlns:a="http://schemas.openxmlformats.org/drawingml/2006/main">
              <a:ext uri="{FF2B5EF4-FFF2-40B4-BE49-F238E27FC236}">
                <a16:creationId xmlns:a16="http://schemas.microsoft.com/office/drawing/2014/main" id="{1231301F-62BD-4CF6-8990-CDF00AFC8CCF}"/>
              </a:ext>
            </a:extLst>
          </p:cNvPr>
          <p:cNvSpPr>
            <a:spLocks xmlns:a="http://schemas.openxmlformats.org/drawingml/2006/main" noGrp="1"/>
          </p:cNvSpPr>
          <p:nvPr>
            <p:ph type="pic" idx="13" hasCustomPrompt="1"/>
          </p:nvPr>
        </p:nvSpPr>
        <p:spPr>
          <a:xfrm xmlns:a="http://schemas.openxmlformats.org/drawingml/2006/main">
            <a:off x="436959" y="1519238"/>
            <a:ext cx="2606040" cy="2606040"/>
          </a:xfrm>
          <a:prstGeom xmlns:a="http://schemas.openxmlformats.org/drawingml/2006/main" prst="rect">
            <a:avLst/>
          </a:prstGeom>
          <a:blipFill xmlns:a="http://schemas.openxmlformats.org/drawingml/2006/main">
            <a:blip xmlns:r="http://schemas.openxmlformats.org/officeDocument/2006/relationships" r:embed="R704538d47d64435f"/>
            <a:stretch>
              <a:fillRect l="0" t="0" r="0" b="0"/>
            </a:stretch>
          </a:blipFill>
        </p:spPr>
        <p:txBody>
          <a:bodyPr xmlns:a="http://schemas.openxmlformats.org/drawingml/2006/main" lIns="0" tIns="0" rIns="0" bIns="1005840" anchor="ctr">
            <a:noAutofit/>
          </a:bodyPr>
          <a:lstStyle xmlns:a="http://schemas.openxmlformats.org/drawingml/2006/main">
            <a:lvl1pPr marL="0" indent="0" algn="ctr">
              <a:lnSpc>
                <a:spcPct val="100000"/>
              </a:lnSpc>
              <a:buNone/>
              <a:defRPr sz="60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12" name="Text Placeholder 3">
            <a:extLst xmlns:a="http://schemas.openxmlformats.org/drawingml/2006/main">
              <a:ext uri="{FF2B5EF4-FFF2-40B4-BE49-F238E27FC236}">
                <a16:creationId xmlns:a16="http://schemas.microsoft.com/office/drawing/2014/main" id="{7E8A9C08-F392-459F-B90B-EDBF4A830C55}"/>
              </a:ext>
            </a:extLst>
          </p:cNvPr>
          <p:cNvSpPr>
            <a:spLocks xmlns:a="http://schemas.openxmlformats.org/drawingml/2006/main" noGrp="1"/>
          </p:cNvSpPr>
          <p:nvPr>
            <p:ph type="body" idx="17"/>
          </p:nvPr>
        </p:nvSpPr>
        <p:spPr>
          <a:xfrm xmlns:a="http://schemas.openxmlformats.org/drawingml/2006/main">
            <a:off x="3268980" y="4267200"/>
            <a:ext cx="2606278" cy="434579"/>
          </a:xfrm>
        </p:spPr>
        <p:txBody>
          <a:bodyPr xmlns:a="http://schemas.openxmlformats.org/drawingml/2006/main"/>
          <a:lstStyle xmlns:a="http://schemas.openxmlformats.org/drawingml/2006/main">
            <a:lvl1pPr marL="0" indent="0" algn="l">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0" name="Picture Placeholder">
            <a:extLst xmlns:a="http://schemas.openxmlformats.org/drawingml/2006/main">
              <a:ext uri="{FF2B5EF4-FFF2-40B4-BE49-F238E27FC236}">
                <a16:creationId xmlns:a16="http://schemas.microsoft.com/office/drawing/2014/main" id="{7E401A97-B3D4-43E4-9B09-8AD4B6B26068}"/>
              </a:ext>
            </a:extLst>
          </p:cNvPr>
          <p:cNvSpPr>
            <a:spLocks xmlns:a="http://schemas.openxmlformats.org/drawingml/2006/main" noGrp="1"/>
          </p:cNvSpPr>
          <p:nvPr>
            <p:ph type="pic" idx="14" hasCustomPrompt="1"/>
          </p:nvPr>
        </p:nvSpPr>
        <p:spPr>
          <a:xfrm xmlns:a="http://schemas.openxmlformats.org/drawingml/2006/main">
            <a:off x="3268980" y="1519238"/>
            <a:ext cx="2606040" cy="2606040"/>
          </a:xfrm>
          <a:prstGeom xmlns:a="http://schemas.openxmlformats.org/drawingml/2006/main" prst="rect">
            <a:avLst/>
          </a:prstGeom>
          <a:blipFill xmlns:a="http://schemas.openxmlformats.org/drawingml/2006/main">
            <a:blip xmlns:r="http://schemas.openxmlformats.org/officeDocument/2006/relationships" r:embed="R0f0cc11cedfe42e6"/>
            <a:stretch>
              <a:fillRect l="0" t="0" r="0" b="0"/>
            </a:stretch>
          </a:blipFill>
        </p:spPr>
        <p:txBody>
          <a:bodyPr xmlns:a="http://schemas.openxmlformats.org/drawingml/2006/main" lIns="0" tIns="0" rIns="0" bIns="1005840" anchor="ctr">
            <a:noAutofit/>
          </a:bodyPr>
          <a:lstStyle xmlns:a="http://schemas.openxmlformats.org/drawingml/2006/main">
            <a:lvl1pPr marL="0" indent="0" algn="ctr">
              <a:lnSpc>
                <a:spcPct val="100000"/>
              </a:lnSpc>
              <a:buNone/>
              <a:defRPr sz="60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13" name="Text Placeholder 3">
            <a:extLst xmlns:a="http://schemas.openxmlformats.org/drawingml/2006/main">
              <a:ext uri="{FF2B5EF4-FFF2-40B4-BE49-F238E27FC236}">
                <a16:creationId xmlns:a16="http://schemas.microsoft.com/office/drawing/2014/main" id="{05B401B2-8D93-427E-90A4-52337B3965E8}"/>
              </a:ext>
            </a:extLst>
          </p:cNvPr>
          <p:cNvSpPr>
            <a:spLocks xmlns:a="http://schemas.openxmlformats.org/drawingml/2006/main" noGrp="1"/>
          </p:cNvSpPr>
          <p:nvPr>
            <p:ph type="body" idx="18"/>
          </p:nvPr>
        </p:nvSpPr>
        <p:spPr>
          <a:xfrm xmlns:a="http://schemas.openxmlformats.org/drawingml/2006/main">
            <a:off x="6100764" y="4267200"/>
            <a:ext cx="2606278" cy="434579"/>
          </a:xfrm>
        </p:spPr>
        <p:txBody>
          <a:bodyPr xmlns:a="http://schemas.openxmlformats.org/drawingml/2006/main"/>
          <a:lstStyle xmlns:a="http://schemas.openxmlformats.org/drawingml/2006/main">
            <a:lvl1pPr marL="0" indent="0" algn="l">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1" name="Picture Placeholder">
            <a:extLst xmlns:a="http://schemas.openxmlformats.org/drawingml/2006/main">
              <a:ext uri="{FF2B5EF4-FFF2-40B4-BE49-F238E27FC236}">
                <a16:creationId xmlns:a16="http://schemas.microsoft.com/office/drawing/2014/main" id="{7223C820-5673-4288-A9D6-185A95066B1E}"/>
              </a:ext>
            </a:extLst>
          </p:cNvPr>
          <p:cNvSpPr>
            <a:spLocks xmlns:a="http://schemas.openxmlformats.org/drawingml/2006/main" noGrp="1"/>
          </p:cNvSpPr>
          <p:nvPr>
            <p:ph type="pic" idx="15" hasCustomPrompt="1"/>
          </p:nvPr>
        </p:nvSpPr>
        <p:spPr>
          <a:xfrm xmlns:a="http://schemas.openxmlformats.org/drawingml/2006/main">
            <a:off x="6099047" y="1519238"/>
            <a:ext cx="2606040" cy="2606040"/>
          </a:xfrm>
          <a:prstGeom xmlns:a="http://schemas.openxmlformats.org/drawingml/2006/main" prst="rect">
            <a:avLst/>
          </a:prstGeom>
          <a:blipFill xmlns:a="http://schemas.openxmlformats.org/drawingml/2006/main">
            <a:blip xmlns:r="http://schemas.openxmlformats.org/officeDocument/2006/relationships" r:embed="R3345d79247564c0b"/>
            <a:stretch>
              <a:fillRect l="0" t="0" r="0" b="0"/>
            </a:stretch>
          </a:blipFill>
        </p:spPr>
        <p:txBody>
          <a:bodyPr xmlns:a="http://schemas.openxmlformats.org/drawingml/2006/main" lIns="0" tIns="0" rIns="0" bIns="1005840" anchor="ctr">
            <a:noAutofit/>
          </a:bodyPr>
          <a:lstStyle xmlns:a="http://schemas.openxmlformats.org/drawingml/2006/main">
            <a:lvl1pPr marL="0" indent="0" algn="ctr">
              <a:lnSpc>
                <a:spcPct val="100000"/>
              </a:lnSpc>
              <a:buNone/>
              <a:defRPr sz="60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14" name="TextBox 13">
            <a:extLst xmlns:a="http://schemas.openxmlformats.org/drawingml/2006/main">
              <a:ext uri="{FF2B5EF4-FFF2-40B4-BE49-F238E27FC236}">
                <a16:creationId xmlns:a16="http://schemas.microsoft.com/office/drawing/2014/main" id="{52B36921-D927-4BA6-8891-8AEE9784923C}"/>
              </a:ext>
            </a:extLst>
          </p:cNvPr>
          <p:cNvSpPr>
            <a:spLocks xmlns:a="http://schemas.openxmlformats.org/drawingml/2006/main" noGrp="1"/>
          </p:cNvSpPr>
          <p:nvPr/>
        </p:nvSpPr>
        <p:spPr>
          <a:xfrm xmlns:a="http://schemas.openxmlformats.org/drawingml/2006/main">
            <a:off x="9266791" y="-152958"/>
            <a:ext cx="432811"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26.xml><?xml version="1.0" encoding="utf-8"?>
<p:sldLayout xmlns:p="http://schemas.openxmlformats.org/presentationml/2006/main" preserve="1">
  <p:cSld name="Four picture content">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87A434B7-D4B9-4D45-A31C-F0CC4D227945}"/>
              </a:ext>
            </a:extLst>
          </p:cNvPr>
          <p:cNvSpPr>
            <a:spLocks xmlns:a="http://schemas.openxmlformats.org/drawingml/2006/main" noGrp="1"/>
          </p:cNvSpPr>
          <p:nvPr>
            <p:ph type="title" idx="0"/>
          </p:nvPr>
        </p:nvSpPr>
        <p:spPr>
          <a:xfrm xmlns:a="http://schemas.openxmlformats.org/drawingml/2006/main">
            <a:off x="441197" y="342900"/>
            <a:ext cx="8263890" cy="737426"/>
          </a:xfrm>
        </p:spPr>
        <p:txBody>
          <a:bodyPr xmlns:a="http://schemas.openxmlformats.org/drawingml/2006/main"/>
          <a:lstStyle xmlns:a="http://schemas.openxmlformats.org/drawingml/2006/main"/>
          <a:p xmlns:a="http://schemas.openxmlformats.org/drawingml/2006/main">
            <a:r>
              <a:t>Click to edit Master title style</a:t>
            </a:r>
          </a:p>
        </p:txBody>
      </p:sp>
      <p:sp>
        <p:nvSpPr>
          <p:cNvPr id="4" name="Text Placeholder 3">
            <a:extLst xmlns:a="http://schemas.openxmlformats.org/drawingml/2006/main">
              <a:ext uri="{FF2B5EF4-FFF2-40B4-BE49-F238E27FC236}">
                <a16:creationId xmlns:a16="http://schemas.microsoft.com/office/drawing/2014/main" id="{AE833B58-0629-4A46-8711-902C16A99314}"/>
              </a:ext>
            </a:extLst>
          </p:cNvPr>
          <p:cNvSpPr>
            <a:spLocks xmlns:a="http://schemas.openxmlformats.org/drawingml/2006/main" noGrp="1"/>
          </p:cNvSpPr>
          <p:nvPr>
            <p:ph type="body" idx="16"/>
          </p:nvPr>
        </p:nvSpPr>
        <p:spPr>
          <a:xfrm xmlns:a="http://schemas.openxmlformats.org/drawingml/2006/main">
            <a:off x="436960" y="3565454"/>
            <a:ext cx="1899666" cy="1136325"/>
          </a:xfrm>
        </p:spPr>
        <p:txBody>
          <a:bodyPr xmlns:a="http://schemas.openxmlformats.org/drawingml/2006/main"/>
          <a:lstStyle xmlns:a="http://schemas.openxmlformats.org/drawingml/2006/main">
            <a:lvl1pPr marL="0" indent="0" algn="l">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9" name="Picture Placeholder">
            <a:extLst xmlns:a="http://schemas.openxmlformats.org/drawingml/2006/main">
              <a:ext uri="{FF2B5EF4-FFF2-40B4-BE49-F238E27FC236}">
                <a16:creationId xmlns:a16="http://schemas.microsoft.com/office/drawing/2014/main" id="{1231301F-62BD-4CF6-8990-CDF00AFC8CCF}"/>
              </a:ext>
            </a:extLst>
          </p:cNvPr>
          <p:cNvSpPr>
            <a:spLocks xmlns:a="http://schemas.openxmlformats.org/drawingml/2006/main" noGrp="1"/>
          </p:cNvSpPr>
          <p:nvPr>
            <p:ph type="pic" idx="13" hasCustomPrompt="1"/>
          </p:nvPr>
        </p:nvSpPr>
        <p:spPr>
          <a:xfrm xmlns:a="http://schemas.openxmlformats.org/drawingml/2006/main">
            <a:off x="436959" y="1519238"/>
            <a:ext cx="1899666" cy="1899666"/>
          </a:xfrm>
          <a:prstGeom xmlns:a="http://schemas.openxmlformats.org/drawingml/2006/main" prst="rect">
            <a:avLst/>
          </a:prstGeom>
          <a:blipFill xmlns:a="http://schemas.openxmlformats.org/drawingml/2006/main">
            <a:blip xmlns:r="http://schemas.openxmlformats.org/officeDocument/2006/relationships" r:embed="Rb8195d15db024f84"/>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12" name="Text Placeholder 3">
            <a:extLst xmlns:a="http://schemas.openxmlformats.org/drawingml/2006/main">
              <a:ext uri="{FF2B5EF4-FFF2-40B4-BE49-F238E27FC236}">
                <a16:creationId xmlns:a16="http://schemas.microsoft.com/office/drawing/2014/main" id="{7E8A9C08-F392-459F-B90B-EDBF4A830C55}"/>
              </a:ext>
            </a:extLst>
          </p:cNvPr>
          <p:cNvSpPr>
            <a:spLocks xmlns:a="http://schemas.openxmlformats.org/drawingml/2006/main" noGrp="1"/>
          </p:cNvSpPr>
          <p:nvPr>
            <p:ph type="body" idx="17"/>
          </p:nvPr>
        </p:nvSpPr>
        <p:spPr>
          <a:xfrm xmlns:a="http://schemas.openxmlformats.org/drawingml/2006/main">
            <a:off x="2560431" y="3565454"/>
            <a:ext cx="1899666" cy="1136325"/>
          </a:xfrm>
        </p:spPr>
        <p:txBody>
          <a:bodyPr xmlns:a="http://schemas.openxmlformats.org/drawingml/2006/main"/>
          <a:lstStyle xmlns:a="http://schemas.openxmlformats.org/drawingml/2006/main">
            <a:lvl1pPr marL="0" indent="0" algn="l">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0" name="Picture Placeholder">
            <a:extLst xmlns:a="http://schemas.openxmlformats.org/drawingml/2006/main">
              <a:ext uri="{FF2B5EF4-FFF2-40B4-BE49-F238E27FC236}">
                <a16:creationId xmlns:a16="http://schemas.microsoft.com/office/drawing/2014/main" id="{7E401A97-B3D4-43E4-9B09-8AD4B6B26068}"/>
              </a:ext>
            </a:extLst>
          </p:cNvPr>
          <p:cNvSpPr>
            <a:spLocks xmlns:a="http://schemas.openxmlformats.org/drawingml/2006/main" noGrp="1"/>
          </p:cNvSpPr>
          <p:nvPr>
            <p:ph type="pic" idx="14" hasCustomPrompt="1"/>
          </p:nvPr>
        </p:nvSpPr>
        <p:spPr>
          <a:xfrm xmlns:a="http://schemas.openxmlformats.org/drawingml/2006/main">
            <a:off x="2560431" y="1519238"/>
            <a:ext cx="1899666" cy="1899666"/>
          </a:xfrm>
          <a:prstGeom xmlns:a="http://schemas.openxmlformats.org/drawingml/2006/main" prst="rect">
            <a:avLst/>
          </a:prstGeom>
          <a:blipFill xmlns:a="http://schemas.openxmlformats.org/drawingml/2006/main">
            <a:blip xmlns:r="http://schemas.openxmlformats.org/officeDocument/2006/relationships" r:embed="R430f3aacb2104cac"/>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13" name="Text Placeholder 3">
            <a:extLst xmlns:a="http://schemas.openxmlformats.org/drawingml/2006/main">
              <a:ext uri="{FF2B5EF4-FFF2-40B4-BE49-F238E27FC236}">
                <a16:creationId xmlns:a16="http://schemas.microsoft.com/office/drawing/2014/main" id="{05B401B2-8D93-427E-90A4-52337B3965E8}"/>
              </a:ext>
            </a:extLst>
          </p:cNvPr>
          <p:cNvSpPr>
            <a:spLocks xmlns:a="http://schemas.openxmlformats.org/drawingml/2006/main" noGrp="1"/>
          </p:cNvSpPr>
          <p:nvPr>
            <p:ph type="body" idx="18"/>
          </p:nvPr>
        </p:nvSpPr>
        <p:spPr>
          <a:xfrm xmlns:a="http://schemas.openxmlformats.org/drawingml/2006/main">
            <a:off x="4683903" y="3565454"/>
            <a:ext cx="1899666" cy="1136325"/>
          </a:xfrm>
        </p:spPr>
        <p:txBody>
          <a:bodyPr xmlns:a="http://schemas.openxmlformats.org/drawingml/2006/main"/>
          <a:lstStyle xmlns:a="http://schemas.openxmlformats.org/drawingml/2006/main">
            <a:lvl1pPr marL="0" indent="0" algn="l">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1" name="Picture Placeholder">
            <a:extLst xmlns:a="http://schemas.openxmlformats.org/drawingml/2006/main">
              <a:ext uri="{FF2B5EF4-FFF2-40B4-BE49-F238E27FC236}">
                <a16:creationId xmlns:a16="http://schemas.microsoft.com/office/drawing/2014/main" id="{7223C820-5673-4288-A9D6-185A95066B1E}"/>
              </a:ext>
            </a:extLst>
          </p:cNvPr>
          <p:cNvSpPr>
            <a:spLocks xmlns:a="http://schemas.openxmlformats.org/drawingml/2006/main" noGrp="1"/>
          </p:cNvSpPr>
          <p:nvPr>
            <p:ph type="pic" idx="15" hasCustomPrompt="1"/>
          </p:nvPr>
        </p:nvSpPr>
        <p:spPr>
          <a:xfrm xmlns:a="http://schemas.openxmlformats.org/drawingml/2006/main">
            <a:off x="4683903" y="1519238"/>
            <a:ext cx="1899666" cy="1899666"/>
          </a:xfrm>
          <a:prstGeom xmlns:a="http://schemas.openxmlformats.org/drawingml/2006/main" prst="rect">
            <a:avLst/>
          </a:prstGeom>
          <a:blipFill xmlns:a="http://schemas.openxmlformats.org/drawingml/2006/main">
            <a:blip xmlns:r="http://schemas.openxmlformats.org/officeDocument/2006/relationships" r:embed="R71de70e5d7bb401e"/>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15" name="Text Placeholder 3">
            <a:extLst xmlns:a="http://schemas.openxmlformats.org/drawingml/2006/main">
              <a:ext uri="{FF2B5EF4-FFF2-40B4-BE49-F238E27FC236}">
                <a16:creationId xmlns:a16="http://schemas.microsoft.com/office/drawing/2014/main" id="{38E883C1-8203-4549-AF30-B96AEC45AC68}"/>
              </a:ext>
            </a:extLst>
          </p:cNvPr>
          <p:cNvSpPr>
            <a:spLocks xmlns:a="http://schemas.openxmlformats.org/drawingml/2006/main" noGrp="1"/>
          </p:cNvSpPr>
          <p:nvPr>
            <p:ph type="body" idx="20"/>
          </p:nvPr>
        </p:nvSpPr>
        <p:spPr>
          <a:xfrm xmlns:a="http://schemas.openxmlformats.org/drawingml/2006/main">
            <a:off x="6807375" y="3565454"/>
            <a:ext cx="1899666" cy="1136325"/>
          </a:xfrm>
        </p:spPr>
        <p:txBody>
          <a:bodyPr xmlns:a="http://schemas.openxmlformats.org/drawingml/2006/main"/>
          <a:lstStyle xmlns:a="http://schemas.openxmlformats.org/drawingml/2006/main">
            <a:lvl1pPr marL="0" indent="0" algn="l">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4" name="Picture Placeholder">
            <a:extLst xmlns:a="http://schemas.openxmlformats.org/drawingml/2006/main">
              <a:ext uri="{FF2B5EF4-FFF2-40B4-BE49-F238E27FC236}">
                <a16:creationId xmlns:a16="http://schemas.microsoft.com/office/drawing/2014/main" id="{BBD58C33-921C-42F1-9803-1C798DB548C2}"/>
              </a:ext>
            </a:extLst>
          </p:cNvPr>
          <p:cNvSpPr>
            <a:spLocks xmlns:a="http://schemas.openxmlformats.org/drawingml/2006/main" noGrp="1"/>
          </p:cNvSpPr>
          <p:nvPr>
            <p:ph type="pic" idx="19" hasCustomPrompt="1"/>
          </p:nvPr>
        </p:nvSpPr>
        <p:spPr>
          <a:xfrm xmlns:a="http://schemas.openxmlformats.org/drawingml/2006/main">
            <a:off x="6805421" y="1519238"/>
            <a:ext cx="1899666" cy="1899666"/>
          </a:xfrm>
          <a:prstGeom xmlns:a="http://schemas.openxmlformats.org/drawingml/2006/main" prst="rect">
            <a:avLst/>
          </a:prstGeom>
          <a:blipFill xmlns:a="http://schemas.openxmlformats.org/drawingml/2006/main">
            <a:blip xmlns:r="http://schemas.openxmlformats.org/officeDocument/2006/relationships" r:embed="Rc38090245d944e48"/>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Dag &amp; drop your photo here </a:t>
            </a:r>
            <a:br/>
            <a:r>
              <a:t>or click or tap icon below </a:t>
            </a:r>
            <a:br/>
            <a:r>
              <a:t>to insert</a:t>
            </a:r>
          </a:p>
        </p:txBody>
      </p:sp>
      <p:sp>
        <p:nvSpPr>
          <p:cNvPr id="16" name="TextBox 15">
            <a:extLst xmlns:a="http://schemas.openxmlformats.org/drawingml/2006/main">
              <a:ext uri="{FF2B5EF4-FFF2-40B4-BE49-F238E27FC236}">
                <a16:creationId xmlns:a16="http://schemas.microsoft.com/office/drawing/2014/main" id="{5CF56B00-AAD4-4F4F-8228-B6CF8367DE0D}"/>
              </a:ext>
            </a:extLst>
          </p:cNvPr>
          <p:cNvSpPr>
            <a:spLocks xmlns:a="http://schemas.openxmlformats.org/drawingml/2006/main" noGrp="1"/>
          </p:cNvSpPr>
          <p:nvPr/>
        </p:nvSpPr>
        <p:spPr>
          <a:xfrm xmlns:a="http://schemas.openxmlformats.org/drawingml/2006/main">
            <a:off x="9266791" y="-152958"/>
            <a:ext cx="432811"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27.xml><?xml version="1.0" encoding="utf-8"?>
<p:sldLayout xmlns:p="http://schemas.openxmlformats.org/presentationml/2006/main" preserve="1">
  <p:cSld name="Two filmstrip photos">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1C46CB2-4FDC-43D5-B122-6F27B3C827ED}"/>
              </a:ext>
            </a:extLst>
          </p:cNvPr>
          <p:cNvSpPr>
            <a:spLocks xmlns:a="http://schemas.openxmlformats.org/drawingml/2006/main" noGrp="1"/>
          </p:cNvSpPr>
          <p:nvPr>
            <p:ph type="title" idx="0"/>
          </p:nvPr>
        </p:nvSpPr>
        <p:spPr>
          <a:xfrm xmlns:a="http://schemas.openxmlformats.org/drawingml/2006/main">
            <a:off x="441197" y="439341"/>
            <a:ext cx="8263890" cy="836676"/>
          </a:xfrm>
        </p:spPr>
        <p:txBody>
          <a:bodyPr xmlns:a="http://schemas.openxmlformats.org/drawingml/2006/main" anchor="ctr"/>
          <a:lstStyle xmlns:a="http://schemas.openxmlformats.org/drawingml/2006/main">
            <a:lvl1pPr marL="0" indent="0" algn="ctr">
              <a:buNone/>
              <a:defRPr/>
            </a:lvl1pPr>
          </a:lstStyle>
          <a:p xmlns:a="http://schemas.openxmlformats.org/drawingml/2006/main">
            <a:r>
              <a:t>Click to edit Master title style</a:t>
            </a:r>
          </a:p>
        </p:txBody>
      </p:sp>
      <p:sp>
        <p:nvSpPr>
          <p:cNvPr id="12" name="Text Placeholder 3">
            <a:extLst xmlns:a="http://schemas.openxmlformats.org/drawingml/2006/main">
              <a:ext uri="{FF2B5EF4-FFF2-40B4-BE49-F238E27FC236}">
                <a16:creationId xmlns:a16="http://schemas.microsoft.com/office/drawing/2014/main" id="{9244E618-D996-41A6-8C9D-0C3519EA7A6F}"/>
              </a:ext>
            </a:extLst>
          </p:cNvPr>
          <p:cNvSpPr>
            <a:spLocks xmlns:a="http://schemas.openxmlformats.org/drawingml/2006/main" noGrp="1"/>
          </p:cNvSpPr>
          <p:nvPr>
            <p:ph type="body" idx="16"/>
          </p:nvPr>
        </p:nvSpPr>
        <p:spPr>
          <a:xfrm xmlns:a="http://schemas.openxmlformats.org/drawingml/2006/main">
            <a:off x="438912" y="4000500"/>
            <a:ext cx="3669030" cy="701278"/>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3" name="Picture Placeholder">
            <a:extLst xmlns:a="http://schemas.openxmlformats.org/drawingml/2006/main">
              <a:ext uri="{FF2B5EF4-FFF2-40B4-BE49-F238E27FC236}">
                <a16:creationId xmlns:a16="http://schemas.microsoft.com/office/drawing/2014/main" id="{8B32544F-F93C-4713-86AD-641424F4A7B9}"/>
              </a:ext>
            </a:extLst>
          </p:cNvPr>
          <p:cNvSpPr>
            <a:spLocks xmlns:a="http://schemas.openxmlformats.org/drawingml/2006/main" noGrp="1"/>
          </p:cNvSpPr>
          <p:nvPr>
            <p:ph type="pic" idx="13" hasCustomPrompt="1"/>
          </p:nvPr>
        </p:nvSpPr>
        <p:spPr>
          <a:xfrm xmlns:a="http://schemas.openxmlformats.org/drawingml/2006/main">
            <a:off x="0" y="1714500"/>
            <a:ext cx="4546854" cy="2105406"/>
          </a:xfrm>
          <a:prstGeom xmlns:a="http://schemas.openxmlformats.org/drawingml/2006/main" prst="rect">
            <a:avLst/>
          </a:prstGeom>
          <a:blipFill xmlns:a="http://schemas.openxmlformats.org/drawingml/2006/main">
            <a:blip xmlns:r="http://schemas.openxmlformats.org/officeDocument/2006/relationships" r:embed="R05ee68cfc4b64942"/>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60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14" name="Text Placeholder 3">
            <a:extLst xmlns:a="http://schemas.openxmlformats.org/drawingml/2006/main">
              <a:ext uri="{FF2B5EF4-FFF2-40B4-BE49-F238E27FC236}">
                <a16:creationId xmlns:a16="http://schemas.microsoft.com/office/drawing/2014/main" id="{9E4C32BD-CEF7-42AC-94D8-052EF30E2361}"/>
              </a:ext>
            </a:extLst>
          </p:cNvPr>
          <p:cNvSpPr>
            <a:spLocks xmlns:a="http://schemas.openxmlformats.org/drawingml/2006/main" noGrp="1"/>
          </p:cNvSpPr>
          <p:nvPr>
            <p:ph type="body" idx="17"/>
          </p:nvPr>
        </p:nvSpPr>
        <p:spPr>
          <a:xfrm xmlns:a="http://schemas.openxmlformats.org/drawingml/2006/main">
            <a:off x="5036058" y="4000500"/>
            <a:ext cx="3669030" cy="703659"/>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5" name="Picture Placeholder">
            <a:extLst xmlns:a="http://schemas.openxmlformats.org/drawingml/2006/main">
              <a:ext uri="{FF2B5EF4-FFF2-40B4-BE49-F238E27FC236}">
                <a16:creationId xmlns:a16="http://schemas.microsoft.com/office/drawing/2014/main" id="{E25EC377-3BC6-40D8-AECB-4FEB302014CD}"/>
              </a:ext>
            </a:extLst>
          </p:cNvPr>
          <p:cNvSpPr>
            <a:spLocks xmlns:a="http://schemas.openxmlformats.org/drawingml/2006/main" noGrp="1"/>
          </p:cNvSpPr>
          <p:nvPr>
            <p:ph type="pic" idx="14" hasCustomPrompt="1"/>
          </p:nvPr>
        </p:nvSpPr>
        <p:spPr>
          <a:xfrm xmlns:a="http://schemas.openxmlformats.org/drawingml/2006/main">
            <a:off x="4597146" y="1714500"/>
            <a:ext cx="4546854" cy="2105406"/>
          </a:xfrm>
          <a:prstGeom xmlns:a="http://schemas.openxmlformats.org/drawingml/2006/main" prst="rect">
            <a:avLst/>
          </a:prstGeom>
          <a:blipFill xmlns:a="http://schemas.openxmlformats.org/drawingml/2006/main">
            <a:blip xmlns:r="http://schemas.openxmlformats.org/officeDocument/2006/relationships" r:embed="R5b62da7022c74a41"/>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60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4" name="TextBox 3">
            <a:extLst xmlns:a="http://schemas.openxmlformats.org/drawingml/2006/main">
              <a:ext uri="{FF2B5EF4-FFF2-40B4-BE49-F238E27FC236}">
                <a16:creationId xmlns:a16="http://schemas.microsoft.com/office/drawing/2014/main" id="{6AAE597A-BE1E-6B1F-960D-A90DC95443AC}"/>
              </a:ext>
            </a:extLst>
          </p:cNvPr>
          <p:cNvSpPr>
            <a:spLocks xmlns:a="http://schemas.openxmlformats.org/drawingml/2006/main" noGrp="1"/>
          </p:cNvSpPr>
          <p:nvPr/>
        </p:nvSpPr>
        <p:spPr>
          <a:xfrm xmlns:a="http://schemas.openxmlformats.org/drawingml/2006/main">
            <a:off x="9266791" y="-152958"/>
            <a:ext cx="432811"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28.xml><?xml version="1.0" encoding="utf-8"?>
<p:sldLayout xmlns:p="http://schemas.openxmlformats.org/presentationml/2006/main" preserve="1">
  <p:cSld name="Three filmstrip photos">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1C46CB2-4FDC-43D5-B122-6F27B3C827ED}"/>
              </a:ext>
            </a:extLst>
          </p:cNvPr>
          <p:cNvSpPr>
            <a:spLocks xmlns:a="http://schemas.openxmlformats.org/drawingml/2006/main" noGrp="1"/>
          </p:cNvSpPr>
          <p:nvPr>
            <p:ph type="title" idx="0"/>
          </p:nvPr>
        </p:nvSpPr>
        <p:spPr>
          <a:xfrm xmlns:a="http://schemas.openxmlformats.org/drawingml/2006/main">
            <a:off x="441197" y="439340"/>
            <a:ext cx="8263890" cy="836676"/>
          </a:xfrm>
        </p:spPr>
        <p:txBody>
          <a:bodyPr xmlns:a="http://schemas.openxmlformats.org/drawingml/2006/main" anchor="ctr"/>
          <a:lstStyle xmlns:a="http://schemas.openxmlformats.org/drawingml/2006/main">
            <a:lvl1pPr marL="0" indent="0" algn="ctr">
              <a:buNone/>
              <a:defRPr/>
            </a:lvl1pPr>
          </a:lstStyle>
          <a:p xmlns:a="http://schemas.openxmlformats.org/drawingml/2006/main">
            <a:r>
              <a:t>Click to edit Master title style</a:t>
            </a:r>
          </a:p>
        </p:txBody>
      </p:sp>
      <p:sp>
        <p:nvSpPr>
          <p:cNvPr id="12" name="Text Placeholder 3">
            <a:extLst xmlns:a="http://schemas.openxmlformats.org/drawingml/2006/main">
              <a:ext uri="{FF2B5EF4-FFF2-40B4-BE49-F238E27FC236}">
                <a16:creationId xmlns:a16="http://schemas.microsoft.com/office/drawing/2014/main" id="{9244E618-D996-41A6-8C9D-0C3519EA7A6F}"/>
              </a:ext>
            </a:extLst>
          </p:cNvPr>
          <p:cNvSpPr>
            <a:spLocks xmlns:a="http://schemas.openxmlformats.org/drawingml/2006/main" noGrp="1"/>
          </p:cNvSpPr>
          <p:nvPr>
            <p:ph type="body" idx="16"/>
          </p:nvPr>
        </p:nvSpPr>
        <p:spPr>
          <a:xfrm xmlns:a="http://schemas.openxmlformats.org/drawingml/2006/main">
            <a:off x="438912" y="3600450"/>
            <a:ext cx="2139696" cy="1101328"/>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3" name="Picture Placeholder">
            <a:extLst xmlns:a="http://schemas.openxmlformats.org/drawingml/2006/main">
              <a:ext uri="{FF2B5EF4-FFF2-40B4-BE49-F238E27FC236}">
                <a16:creationId xmlns:a16="http://schemas.microsoft.com/office/drawing/2014/main" id="{8B32544F-F93C-4713-86AD-641424F4A7B9}"/>
              </a:ext>
            </a:extLst>
          </p:cNvPr>
          <p:cNvSpPr>
            <a:spLocks xmlns:a="http://schemas.openxmlformats.org/drawingml/2006/main" noGrp="1"/>
          </p:cNvSpPr>
          <p:nvPr>
            <p:ph type="pic" idx="13" hasCustomPrompt="1"/>
          </p:nvPr>
        </p:nvSpPr>
        <p:spPr>
          <a:xfrm xmlns:a="http://schemas.openxmlformats.org/drawingml/2006/main">
            <a:off x="0" y="1714500"/>
            <a:ext cx="3017520" cy="1714500"/>
          </a:xfrm>
          <a:prstGeom xmlns:a="http://schemas.openxmlformats.org/drawingml/2006/main" prst="rect">
            <a:avLst/>
          </a:prstGeom>
          <a:blipFill xmlns:a="http://schemas.openxmlformats.org/drawingml/2006/main">
            <a:blip xmlns:r="http://schemas.openxmlformats.org/officeDocument/2006/relationships" r:embed="R367c01c851954d36"/>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14" name="Text Placeholder 3">
            <a:extLst xmlns:a="http://schemas.openxmlformats.org/drawingml/2006/main">
              <a:ext uri="{FF2B5EF4-FFF2-40B4-BE49-F238E27FC236}">
                <a16:creationId xmlns:a16="http://schemas.microsoft.com/office/drawing/2014/main" id="{9E4C32BD-CEF7-42AC-94D8-052EF30E2361}"/>
              </a:ext>
            </a:extLst>
          </p:cNvPr>
          <p:cNvSpPr>
            <a:spLocks xmlns:a="http://schemas.openxmlformats.org/drawingml/2006/main" noGrp="1"/>
          </p:cNvSpPr>
          <p:nvPr>
            <p:ph type="body" idx="17"/>
          </p:nvPr>
        </p:nvSpPr>
        <p:spPr>
          <a:xfrm xmlns:a="http://schemas.openxmlformats.org/drawingml/2006/main">
            <a:off x="3502152" y="3599557"/>
            <a:ext cx="2139696" cy="1104602"/>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5" name="Picture Placeholder">
            <a:extLst xmlns:a="http://schemas.openxmlformats.org/drawingml/2006/main">
              <a:ext uri="{FF2B5EF4-FFF2-40B4-BE49-F238E27FC236}">
                <a16:creationId xmlns:a16="http://schemas.microsoft.com/office/drawing/2014/main" id="{E25EC377-3BC6-40D8-AECB-4FEB302014CD}"/>
              </a:ext>
            </a:extLst>
          </p:cNvPr>
          <p:cNvSpPr>
            <a:spLocks xmlns:a="http://schemas.openxmlformats.org/drawingml/2006/main" noGrp="1"/>
          </p:cNvSpPr>
          <p:nvPr>
            <p:ph type="pic" idx="14" hasCustomPrompt="1"/>
          </p:nvPr>
        </p:nvSpPr>
        <p:spPr>
          <a:xfrm xmlns:a="http://schemas.openxmlformats.org/drawingml/2006/main">
            <a:off x="3063240" y="1714500"/>
            <a:ext cx="3017520" cy="1714500"/>
          </a:xfrm>
          <a:prstGeom xmlns:a="http://schemas.openxmlformats.org/drawingml/2006/main" prst="rect">
            <a:avLst/>
          </a:prstGeom>
          <a:blipFill xmlns:a="http://schemas.openxmlformats.org/drawingml/2006/main">
            <a:blip xmlns:r="http://schemas.openxmlformats.org/officeDocument/2006/relationships" r:embed="R65d3056f9a9745be"/>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16" name="Text Placeholder 3">
            <a:extLst xmlns:a="http://schemas.openxmlformats.org/drawingml/2006/main">
              <a:ext uri="{FF2B5EF4-FFF2-40B4-BE49-F238E27FC236}">
                <a16:creationId xmlns:a16="http://schemas.microsoft.com/office/drawing/2014/main" id="{D682B8EC-8F33-4730-BBE6-E8B7234C9C62}"/>
              </a:ext>
            </a:extLst>
          </p:cNvPr>
          <p:cNvSpPr>
            <a:spLocks xmlns:a="http://schemas.openxmlformats.org/drawingml/2006/main" noGrp="1"/>
          </p:cNvSpPr>
          <p:nvPr>
            <p:ph type="body" idx="18"/>
          </p:nvPr>
        </p:nvSpPr>
        <p:spPr>
          <a:xfrm xmlns:a="http://schemas.openxmlformats.org/drawingml/2006/main">
            <a:off x="6565392" y="3599558"/>
            <a:ext cx="2139696" cy="1102221"/>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7" name="Picture Placeholder">
            <a:extLst xmlns:a="http://schemas.openxmlformats.org/drawingml/2006/main">
              <a:ext uri="{FF2B5EF4-FFF2-40B4-BE49-F238E27FC236}">
                <a16:creationId xmlns:a16="http://schemas.microsoft.com/office/drawing/2014/main" id="{7DB5F15A-5980-40FF-9D54-3FDE41D604AE}"/>
              </a:ext>
            </a:extLst>
          </p:cNvPr>
          <p:cNvSpPr>
            <a:spLocks xmlns:a="http://schemas.openxmlformats.org/drawingml/2006/main" noGrp="1"/>
          </p:cNvSpPr>
          <p:nvPr>
            <p:ph type="pic" idx="15" hasCustomPrompt="1"/>
          </p:nvPr>
        </p:nvSpPr>
        <p:spPr>
          <a:xfrm xmlns:a="http://schemas.openxmlformats.org/drawingml/2006/main">
            <a:off x="6126480" y="1714500"/>
            <a:ext cx="3017520" cy="1714500"/>
          </a:xfrm>
          <a:prstGeom xmlns:a="http://schemas.openxmlformats.org/drawingml/2006/main" prst="rect">
            <a:avLst/>
          </a:prstGeom>
          <a:blipFill xmlns:a="http://schemas.openxmlformats.org/drawingml/2006/main">
            <a:blip xmlns:r="http://schemas.openxmlformats.org/officeDocument/2006/relationships" r:embed="Ra4c4c78a4ae44c1a"/>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3" name="TextBox 2">
            <a:extLst xmlns:a="http://schemas.openxmlformats.org/drawingml/2006/main">
              <a:ext uri="{FF2B5EF4-FFF2-40B4-BE49-F238E27FC236}">
                <a16:creationId xmlns:a16="http://schemas.microsoft.com/office/drawing/2014/main" id="{42B999C7-F5A8-46A6-92C5-AA3BE4E2693D}"/>
              </a:ext>
            </a:extLst>
          </p:cNvPr>
          <p:cNvSpPr>
            <a:spLocks xmlns:a="http://schemas.openxmlformats.org/drawingml/2006/main" noGrp="1"/>
          </p:cNvSpPr>
          <p:nvPr/>
        </p:nvSpPr>
        <p:spPr>
          <a:xfrm xmlns:a="http://schemas.openxmlformats.org/drawingml/2006/main">
            <a:off x="9266791" y="-152958"/>
            <a:ext cx="432811"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29.xml><?xml version="1.0" encoding="utf-8"?>
<p:sldLayout xmlns:p="http://schemas.openxmlformats.org/presentationml/2006/main" preserve="1">
  <p:cSld name="Four filmstrip photos">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1C46CB2-4FDC-43D5-B122-6F27B3C827ED}"/>
              </a:ext>
            </a:extLst>
          </p:cNvPr>
          <p:cNvSpPr>
            <a:spLocks xmlns:a="http://schemas.openxmlformats.org/drawingml/2006/main" noGrp="1"/>
          </p:cNvSpPr>
          <p:nvPr>
            <p:ph type="title" idx="0"/>
          </p:nvPr>
        </p:nvSpPr>
        <p:spPr>
          <a:xfrm xmlns:a="http://schemas.openxmlformats.org/drawingml/2006/main">
            <a:off x="441197" y="439341"/>
            <a:ext cx="8263890" cy="836676"/>
          </a:xfrm>
        </p:spPr>
        <p:txBody>
          <a:bodyPr xmlns:a="http://schemas.openxmlformats.org/drawingml/2006/main" anchor="ctr"/>
          <a:lstStyle xmlns:a="http://schemas.openxmlformats.org/drawingml/2006/main">
            <a:lvl1pPr marL="0" indent="0" algn="ctr">
              <a:buNone/>
              <a:defRPr/>
            </a:lvl1pPr>
          </a:lstStyle>
          <a:p xmlns:a="http://schemas.openxmlformats.org/drawingml/2006/main">
            <a:r>
              <a:t>Click to edit Master title style</a:t>
            </a:r>
          </a:p>
        </p:txBody>
      </p:sp>
      <p:sp>
        <p:nvSpPr>
          <p:cNvPr id="12" name="Text Placeholder 3">
            <a:extLst xmlns:a="http://schemas.openxmlformats.org/drawingml/2006/main">
              <a:ext uri="{FF2B5EF4-FFF2-40B4-BE49-F238E27FC236}">
                <a16:creationId xmlns:a16="http://schemas.microsoft.com/office/drawing/2014/main" id="{9244E618-D996-41A6-8C9D-0C3519EA7A6F}"/>
              </a:ext>
            </a:extLst>
          </p:cNvPr>
          <p:cNvSpPr>
            <a:spLocks xmlns:a="http://schemas.openxmlformats.org/drawingml/2006/main" noGrp="1"/>
          </p:cNvSpPr>
          <p:nvPr>
            <p:ph type="body" idx="16"/>
          </p:nvPr>
        </p:nvSpPr>
        <p:spPr>
          <a:xfrm xmlns:a="http://schemas.openxmlformats.org/drawingml/2006/main">
            <a:off x="438912" y="3600450"/>
            <a:ext cx="1371600" cy="1101328"/>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3" name="Picture Placeholder">
            <a:extLst xmlns:a="http://schemas.openxmlformats.org/drawingml/2006/main">
              <a:ext uri="{FF2B5EF4-FFF2-40B4-BE49-F238E27FC236}">
                <a16:creationId xmlns:a16="http://schemas.microsoft.com/office/drawing/2014/main" id="{8B32544F-F93C-4713-86AD-641424F4A7B9}"/>
              </a:ext>
            </a:extLst>
          </p:cNvPr>
          <p:cNvSpPr>
            <a:spLocks xmlns:a="http://schemas.openxmlformats.org/drawingml/2006/main" noGrp="1"/>
          </p:cNvSpPr>
          <p:nvPr>
            <p:ph type="pic" idx="13" hasCustomPrompt="1"/>
          </p:nvPr>
        </p:nvSpPr>
        <p:spPr>
          <a:xfrm xmlns:a="http://schemas.openxmlformats.org/drawingml/2006/main">
            <a:off x="0" y="1714500"/>
            <a:ext cx="2249424" cy="1714500"/>
          </a:xfrm>
          <a:prstGeom xmlns:a="http://schemas.openxmlformats.org/drawingml/2006/main" prst="rect">
            <a:avLst/>
          </a:prstGeom>
          <a:blipFill xmlns:a="http://schemas.openxmlformats.org/drawingml/2006/main">
            <a:blip xmlns:r="http://schemas.openxmlformats.org/officeDocument/2006/relationships" r:embed="R5a028fa01a1f4341"/>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14" name="Text Placeholder 3">
            <a:extLst xmlns:a="http://schemas.openxmlformats.org/drawingml/2006/main">
              <a:ext uri="{FF2B5EF4-FFF2-40B4-BE49-F238E27FC236}">
                <a16:creationId xmlns:a16="http://schemas.microsoft.com/office/drawing/2014/main" id="{9E4C32BD-CEF7-42AC-94D8-052EF30E2361}"/>
              </a:ext>
            </a:extLst>
          </p:cNvPr>
          <p:cNvSpPr>
            <a:spLocks xmlns:a="http://schemas.openxmlformats.org/drawingml/2006/main" noGrp="1"/>
          </p:cNvSpPr>
          <p:nvPr>
            <p:ph type="body" idx="17"/>
          </p:nvPr>
        </p:nvSpPr>
        <p:spPr>
          <a:xfrm xmlns:a="http://schemas.openxmlformats.org/drawingml/2006/main">
            <a:off x="2737104" y="3599557"/>
            <a:ext cx="1371600" cy="1104602"/>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5" name="Picture Placeholder">
            <a:extLst xmlns:a="http://schemas.openxmlformats.org/drawingml/2006/main">
              <a:ext uri="{FF2B5EF4-FFF2-40B4-BE49-F238E27FC236}">
                <a16:creationId xmlns:a16="http://schemas.microsoft.com/office/drawing/2014/main" id="{E25EC377-3BC6-40D8-AECB-4FEB302014CD}"/>
              </a:ext>
            </a:extLst>
          </p:cNvPr>
          <p:cNvSpPr>
            <a:spLocks xmlns:a="http://schemas.openxmlformats.org/drawingml/2006/main" noGrp="1"/>
          </p:cNvSpPr>
          <p:nvPr>
            <p:ph type="pic" idx="14" hasCustomPrompt="1"/>
          </p:nvPr>
        </p:nvSpPr>
        <p:spPr>
          <a:xfrm xmlns:a="http://schemas.openxmlformats.org/drawingml/2006/main">
            <a:off x="2298192" y="1714500"/>
            <a:ext cx="2249424" cy="1714500"/>
          </a:xfrm>
          <a:prstGeom xmlns:a="http://schemas.openxmlformats.org/drawingml/2006/main" prst="rect">
            <a:avLst/>
          </a:prstGeom>
          <a:blipFill xmlns:a="http://schemas.openxmlformats.org/drawingml/2006/main">
            <a:blip xmlns:r="http://schemas.openxmlformats.org/officeDocument/2006/relationships" r:embed="R86058733791e49d9"/>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16" name="Text Placeholder 3">
            <a:extLst xmlns:a="http://schemas.openxmlformats.org/drawingml/2006/main">
              <a:ext uri="{FF2B5EF4-FFF2-40B4-BE49-F238E27FC236}">
                <a16:creationId xmlns:a16="http://schemas.microsoft.com/office/drawing/2014/main" id="{D682B8EC-8F33-4730-BBE6-E8B7234C9C62}"/>
              </a:ext>
            </a:extLst>
          </p:cNvPr>
          <p:cNvSpPr>
            <a:spLocks xmlns:a="http://schemas.openxmlformats.org/drawingml/2006/main" noGrp="1"/>
          </p:cNvSpPr>
          <p:nvPr>
            <p:ph type="body" idx="18"/>
          </p:nvPr>
        </p:nvSpPr>
        <p:spPr>
          <a:xfrm xmlns:a="http://schemas.openxmlformats.org/drawingml/2006/main">
            <a:off x="5035296" y="3599558"/>
            <a:ext cx="1371600" cy="1102221"/>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7" name="Picture Placeholder">
            <a:extLst xmlns:a="http://schemas.openxmlformats.org/drawingml/2006/main">
              <a:ext uri="{FF2B5EF4-FFF2-40B4-BE49-F238E27FC236}">
                <a16:creationId xmlns:a16="http://schemas.microsoft.com/office/drawing/2014/main" id="{7DB5F15A-5980-40FF-9D54-3FDE41D604AE}"/>
              </a:ext>
            </a:extLst>
          </p:cNvPr>
          <p:cNvSpPr>
            <a:spLocks xmlns:a="http://schemas.openxmlformats.org/drawingml/2006/main" noGrp="1"/>
          </p:cNvSpPr>
          <p:nvPr>
            <p:ph type="pic" idx="15" hasCustomPrompt="1"/>
          </p:nvPr>
        </p:nvSpPr>
        <p:spPr>
          <a:xfrm xmlns:a="http://schemas.openxmlformats.org/drawingml/2006/main">
            <a:off x="4596384" y="1714500"/>
            <a:ext cx="2249424" cy="1714500"/>
          </a:xfrm>
          <a:prstGeom xmlns:a="http://schemas.openxmlformats.org/drawingml/2006/main" prst="rect">
            <a:avLst/>
          </a:prstGeom>
          <a:blipFill xmlns:a="http://schemas.openxmlformats.org/drawingml/2006/main">
            <a:blip xmlns:r="http://schemas.openxmlformats.org/officeDocument/2006/relationships" r:embed="R34532ea0482d4abc"/>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18" name="Text Placeholder 3">
            <a:extLst xmlns:a="http://schemas.openxmlformats.org/drawingml/2006/main">
              <a:ext uri="{FF2B5EF4-FFF2-40B4-BE49-F238E27FC236}">
                <a16:creationId xmlns:a16="http://schemas.microsoft.com/office/drawing/2014/main" id="{83564109-638C-44E2-AE84-46B44C29FD6C}"/>
              </a:ext>
            </a:extLst>
          </p:cNvPr>
          <p:cNvSpPr>
            <a:spLocks xmlns:a="http://schemas.openxmlformats.org/drawingml/2006/main" noGrp="1"/>
          </p:cNvSpPr>
          <p:nvPr>
            <p:ph type="body" idx="20"/>
          </p:nvPr>
        </p:nvSpPr>
        <p:spPr>
          <a:xfrm xmlns:a="http://schemas.openxmlformats.org/drawingml/2006/main">
            <a:off x="7333488" y="3599557"/>
            <a:ext cx="1371600" cy="1102222"/>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9" name="Picture Placeholder">
            <a:extLst xmlns:a="http://schemas.openxmlformats.org/drawingml/2006/main">
              <a:ext uri="{FF2B5EF4-FFF2-40B4-BE49-F238E27FC236}">
                <a16:creationId xmlns:a16="http://schemas.microsoft.com/office/drawing/2014/main" id="{713AAE36-2045-4D14-87DC-59D4EFCC1500}"/>
              </a:ext>
            </a:extLst>
          </p:cNvPr>
          <p:cNvSpPr>
            <a:spLocks xmlns:a="http://schemas.openxmlformats.org/drawingml/2006/main" noGrp="1"/>
          </p:cNvSpPr>
          <p:nvPr>
            <p:ph type="pic" idx="19" hasCustomPrompt="1"/>
          </p:nvPr>
        </p:nvSpPr>
        <p:spPr>
          <a:xfrm xmlns:a="http://schemas.openxmlformats.org/drawingml/2006/main">
            <a:off x="6894576" y="1714500"/>
            <a:ext cx="2249424" cy="1714500"/>
          </a:xfrm>
          <a:prstGeom xmlns:a="http://schemas.openxmlformats.org/drawingml/2006/main" prst="rect">
            <a:avLst/>
          </a:prstGeom>
          <a:blipFill xmlns:a="http://schemas.openxmlformats.org/drawingml/2006/main">
            <a:blip xmlns:r="http://schemas.openxmlformats.org/officeDocument/2006/relationships" r:embed="R394ccb9b71f64a33"/>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Dag &amp; drop your photo here </a:t>
            </a:r>
            <a:br/>
            <a:r>
              <a:t>or click or tap icon below </a:t>
            </a:r>
            <a:br/>
            <a:r>
              <a:t>to insert</a:t>
            </a:r>
          </a:p>
        </p:txBody>
      </p:sp>
      <p:sp>
        <p:nvSpPr>
          <p:cNvPr id="3" name="TextBox 2">
            <a:extLst xmlns:a="http://schemas.openxmlformats.org/drawingml/2006/main">
              <a:ext uri="{FF2B5EF4-FFF2-40B4-BE49-F238E27FC236}">
                <a16:creationId xmlns:a16="http://schemas.microsoft.com/office/drawing/2014/main" id="{B2FE569B-F817-467C-8BAC-558CE9824DBA}"/>
              </a:ext>
            </a:extLst>
          </p:cNvPr>
          <p:cNvSpPr>
            <a:spLocks xmlns:a="http://schemas.openxmlformats.org/drawingml/2006/main" noGrp="1"/>
          </p:cNvSpPr>
          <p:nvPr/>
        </p:nvSpPr>
        <p:spPr>
          <a:xfrm xmlns:a="http://schemas.openxmlformats.org/drawingml/2006/main">
            <a:off x="9266791" y="-152958"/>
            <a:ext cx="432811"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30.xml><?xml version="1.0" encoding="utf-8"?>
<p:sldLayout xmlns:p="http://schemas.openxmlformats.org/presentationml/2006/main" preserve="1">
  <p:cSld name="Five filmstrip photos">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1C46CB2-4FDC-43D5-B122-6F27B3C827ED}"/>
              </a:ext>
            </a:extLst>
          </p:cNvPr>
          <p:cNvSpPr>
            <a:spLocks xmlns:a="http://schemas.openxmlformats.org/drawingml/2006/main" noGrp="1"/>
          </p:cNvSpPr>
          <p:nvPr>
            <p:ph type="title" idx="0"/>
          </p:nvPr>
        </p:nvSpPr>
        <p:spPr>
          <a:xfrm xmlns:a="http://schemas.openxmlformats.org/drawingml/2006/main">
            <a:off x="441197" y="439341"/>
            <a:ext cx="8263890" cy="836676"/>
          </a:xfrm>
        </p:spPr>
        <p:txBody>
          <a:bodyPr xmlns:a="http://schemas.openxmlformats.org/drawingml/2006/main" anchor="ctr"/>
          <a:lstStyle xmlns:a="http://schemas.openxmlformats.org/drawingml/2006/main">
            <a:lvl1pPr marL="0" indent="0" algn="ctr">
              <a:buNone/>
              <a:defRPr/>
            </a:lvl1pPr>
          </a:lstStyle>
          <a:p xmlns:a="http://schemas.openxmlformats.org/drawingml/2006/main">
            <a:r>
              <a:t>Click to edit Master title style</a:t>
            </a:r>
          </a:p>
        </p:txBody>
      </p:sp>
      <p:sp>
        <p:nvSpPr>
          <p:cNvPr id="12" name="Text Placeholder 3">
            <a:extLst xmlns:a="http://schemas.openxmlformats.org/drawingml/2006/main">
              <a:ext uri="{FF2B5EF4-FFF2-40B4-BE49-F238E27FC236}">
                <a16:creationId xmlns:a16="http://schemas.microsoft.com/office/drawing/2014/main" id="{9244E618-D996-41A6-8C9D-0C3519EA7A6F}"/>
              </a:ext>
            </a:extLst>
          </p:cNvPr>
          <p:cNvSpPr>
            <a:spLocks xmlns:a="http://schemas.openxmlformats.org/drawingml/2006/main" noGrp="1"/>
          </p:cNvSpPr>
          <p:nvPr>
            <p:ph type="body" idx="16"/>
          </p:nvPr>
        </p:nvSpPr>
        <p:spPr>
          <a:xfrm xmlns:a="http://schemas.openxmlformats.org/drawingml/2006/main">
            <a:off x="219456" y="3600450"/>
            <a:ext cx="1351026" cy="1101328"/>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3" name="Picture Placeholder">
            <a:extLst xmlns:a="http://schemas.openxmlformats.org/drawingml/2006/main">
              <a:ext uri="{FF2B5EF4-FFF2-40B4-BE49-F238E27FC236}">
                <a16:creationId xmlns:a16="http://schemas.microsoft.com/office/drawing/2014/main" id="{8B32544F-F93C-4713-86AD-641424F4A7B9}"/>
              </a:ext>
            </a:extLst>
          </p:cNvPr>
          <p:cNvSpPr>
            <a:spLocks xmlns:a="http://schemas.openxmlformats.org/drawingml/2006/main" noGrp="1"/>
          </p:cNvSpPr>
          <p:nvPr>
            <p:ph type="pic" idx="13" hasCustomPrompt="1"/>
          </p:nvPr>
        </p:nvSpPr>
        <p:spPr>
          <a:xfrm xmlns:a="http://schemas.openxmlformats.org/drawingml/2006/main">
            <a:off x="0" y="1714500"/>
            <a:ext cx="1789938" cy="1714500"/>
          </a:xfrm>
          <a:prstGeom xmlns:a="http://schemas.openxmlformats.org/drawingml/2006/main" prst="rect">
            <a:avLst/>
          </a:prstGeom>
          <a:blipFill xmlns:a="http://schemas.openxmlformats.org/drawingml/2006/main">
            <a:blip xmlns:r="http://schemas.openxmlformats.org/officeDocument/2006/relationships" r:embed="R41ee719492804e2c"/>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14" name="Text Placeholder 3">
            <a:extLst xmlns:a="http://schemas.openxmlformats.org/drawingml/2006/main">
              <a:ext uri="{FF2B5EF4-FFF2-40B4-BE49-F238E27FC236}">
                <a16:creationId xmlns:a16="http://schemas.microsoft.com/office/drawing/2014/main" id="{9E4C32BD-CEF7-42AC-94D8-052EF30E2361}"/>
              </a:ext>
            </a:extLst>
          </p:cNvPr>
          <p:cNvSpPr>
            <a:spLocks xmlns:a="http://schemas.openxmlformats.org/drawingml/2006/main" noGrp="1"/>
          </p:cNvSpPr>
          <p:nvPr>
            <p:ph type="body" idx="17"/>
          </p:nvPr>
        </p:nvSpPr>
        <p:spPr>
          <a:xfrm xmlns:a="http://schemas.openxmlformats.org/drawingml/2006/main">
            <a:off x="2057972" y="3599557"/>
            <a:ext cx="1351026" cy="1104602"/>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5" name="Picture Placeholder">
            <a:extLst xmlns:a="http://schemas.openxmlformats.org/drawingml/2006/main">
              <a:ext uri="{FF2B5EF4-FFF2-40B4-BE49-F238E27FC236}">
                <a16:creationId xmlns:a16="http://schemas.microsoft.com/office/drawing/2014/main" id="{E25EC377-3BC6-40D8-AECB-4FEB302014CD}"/>
              </a:ext>
            </a:extLst>
          </p:cNvPr>
          <p:cNvSpPr>
            <a:spLocks xmlns:a="http://schemas.openxmlformats.org/drawingml/2006/main" noGrp="1"/>
          </p:cNvSpPr>
          <p:nvPr>
            <p:ph type="pic" idx="14" hasCustomPrompt="1"/>
          </p:nvPr>
        </p:nvSpPr>
        <p:spPr>
          <a:xfrm xmlns:a="http://schemas.openxmlformats.org/drawingml/2006/main">
            <a:off x="1838516" y="1714500"/>
            <a:ext cx="1789938" cy="1714500"/>
          </a:xfrm>
          <a:prstGeom xmlns:a="http://schemas.openxmlformats.org/drawingml/2006/main" prst="rect">
            <a:avLst/>
          </a:prstGeom>
          <a:blipFill xmlns:a="http://schemas.openxmlformats.org/drawingml/2006/main">
            <a:blip xmlns:r="http://schemas.openxmlformats.org/officeDocument/2006/relationships" r:embed="R6ea5c9f5f67847db"/>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16" name="Text Placeholder 3">
            <a:extLst xmlns:a="http://schemas.openxmlformats.org/drawingml/2006/main">
              <a:ext uri="{FF2B5EF4-FFF2-40B4-BE49-F238E27FC236}">
                <a16:creationId xmlns:a16="http://schemas.microsoft.com/office/drawing/2014/main" id="{D682B8EC-8F33-4730-BBE6-E8B7234C9C62}"/>
              </a:ext>
            </a:extLst>
          </p:cNvPr>
          <p:cNvSpPr>
            <a:spLocks xmlns:a="http://schemas.openxmlformats.org/drawingml/2006/main" noGrp="1"/>
          </p:cNvSpPr>
          <p:nvPr>
            <p:ph type="body" idx="18"/>
          </p:nvPr>
        </p:nvSpPr>
        <p:spPr>
          <a:xfrm xmlns:a="http://schemas.openxmlformats.org/drawingml/2006/main">
            <a:off x="3896487" y="3599558"/>
            <a:ext cx="1351026" cy="1102221"/>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7" name="Picture Placeholder">
            <a:extLst xmlns:a="http://schemas.openxmlformats.org/drawingml/2006/main">
              <a:ext uri="{FF2B5EF4-FFF2-40B4-BE49-F238E27FC236}">
                <a16:creationId xmlns:a16="http://schemas.microsoft.com/office/drawing/2014/main" id="{7DB5F15A-5980-40FF-9D54-3FDE41D604AE}"/>
              </a:ext>
            </a:extLst>
          </p:cNvPr>
          <p:cNvSpPr>
            <a:spLocks xmlns:a="http://schemas.openxmlformats.org/drawingml/2006/main" noGrp="1"/>
          </p:cNvSpPr>
          <p:nvPr>
            <p:ph type="pic" idx="15" hasCustomPrompt="1"/>
          </p:nvPr>
        </p:nvSpPr>
        <p:spPr>
          <a:xfrm xmlns:a="http://schemas.openxmlformats.org/drawingml/2006/main">
            <a:off x="3677031" y="1714500"/>
            <a:ext cx="1789938" cy="1714500"/>
          </a:xfrm>
          <a:prstGeom xmlns:a="http://schemas.openxmlformats.org/drawingml/2006/main" prst="rect">
            <a:avLst/>
          </a:prstGeom>
          <a:blipFill xmlns:a="http://schemas.openxmlformats.org/drawingml/2006/main">
            <a:blip xmlns:r="http://schemas.openxmlformats.org/officeDocument/2006/relationships" r:embed="Rb2a82022d197454b"/>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18" name="Text Placeholder 3">
            <a:extLst xmlns:a="http://schemas.openxmlformats.org/drawingml/2006/main">
              <a:ext uri="{FF2B5EF4-FFF2-40B4-BE49-F238E27FC236}">
                <a16:creationId xmlns:a16="http://schemas.microsoft.com/office/drawing/2014/main" id="{83564109-638C-44E2-AE84-46B44C29FD6C}"/>
              </a:ext>
            </a:extLst>
          </p:cNvPr>
          <p:cNvSpPr>
            <a:spLocks xmlns:a="http://schemas.openxmlformats.org/drawingml/2006/main" noGrp="1"/>
          </p:cNvSpPr>
          <p:nvPr>
            <p:ph type="body" idx="20"/>
          </p:nvPr>
        </p:nvSpPr>
        <p:spPr>
          <a:xfrm xmlns:a="http://schemas.openxmlformats.org/drawingml/2006/main">
            <a:off x="5735003" y="3599557"/>
            <a:ext cx="1351026" cy="1102222"/>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9" name="Picture Placeholder">
            <a:extLst xmlns:a="http://schemas.openxmlformats.org/drawingml/2006/main">
              <a:ext uri="{FF2B5EF4-FFF2-40B4-BE49-F238E27FC236}">
                <a16:creationId xmlns:a16="http://schemas.microsoft.com/office/drawing/2014/main" id="{713AAE36-2045-4D14-87DC-59D4EFCC1500}"/>
              </a:ext>
            </a:extLst>
          </p:cNvPr>
          <p:cNvSpPr>
            <a:spLocks xmlns:a="http://schemas.openxmlformats.org/drawingml/2006/main" noGrp="1"/>
          </p:cNvSpPr>
          <p:nvPr>
            <p:ph type="pic" idx="19" hasCustomPrompt="1"/>
          </p:nvPr>
        </p:nvSpPr>
        <p:spPr>
          <a:xfrm xmlns:a="http://schemas.openxmlformats.org/drawingml/2006/main">
            <a:off x="5515547" y="1714500"/>
            <a:ext cx="1789938" cy="1714500"/>
          </a:xfrm>
          <a:prstGeom xmlns:a="http://schemas.openxmlformats.org/drawingml/2006/main" prst="rect">
            <a:avLst/>
          </a:prstGeom>
          <a:blipFill xmlns:a="http://schemas.openxmlformats.org/drawingml/2006/main">
            <a:blip xmlns:r="http://schemas.openxmlformats.org/officeDocument/2006/relationships" r:embed="R5528721d897a4a36"/>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Dag &amp; drop your photo here </a:t>
            </a:r>
            <a:br/>
            <a:r>
              <a:t>or click or tap icon below </a:t>
            </a:r>
            <a:br/>
            <a:r>
              <a:t>to insert</a:t>
            </a:r>
          </a:p>
        </p:txBody>
      </p:sp>
      <p:sp>
        <p:nvSpPr>
          <p:cNvPr id="21" name="Text Placeholder 3">
            <a:extLst xmlns:a="http://schemas.openxmlformats.org/drawingml/2006/main">
              <a:ext uri="{FF2B5EF4-FFF2-40B4-BE49-F238E27FC236}">
                <a16:creationId xmlns:a16="http://schemas.microsoft.com/office/drawing/2014/main" id="{5B1B6F72-F14C-40F1-8B29-8620AA34DC63}"/>
              </a:ext>
            </a:extLst>
          </p:cNvPr>
          <p:cNvSpPr>
            <a:spLocks xmlns:a="http://schemas.openxmlformats.org/drawingml/2006/main" noGrp="1"/>
          </p:cNvSpPr>
          <p:nvPr>
            <p:ph type="body" idx="22"/>
          </p:nvPr>
        </p:nvSpPr>
        <p:spPr>
          <a:xfrm xmlns:a="http://schemas.openxmlformats.org/drawingml/2006/main">
            <a:off x="7573518" y="3599557"/>
            <a:ext cx="1351026" cy="1102222"/>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20" name="Picture Placeholder">
            <a:extLst xmlns:a="http://schemas.openxmlformats.org/drawingml/2006/main">
              <a:ext uri="{FF2B5EF4-FFF2-40B4-BE49-F238E27FC236}">
                <a16:creationId xmlns:a16="http://schemas.microsoft.com/office/drawing/2014/main" id="{2AD682C7-20D7-4ED0-99A7-C8530DAC8612}"/>
              </a:ext>
            </a:extLst>
          </p:cNvPr>
          <p:cNvSpPr>
            <a:spLocks xmlns:a="http://schemas.openxmlformats.org/drawingml/2006/main" noGrp="1"/>
          </p:cNvSpPr>
          <p:nvPr>
            <p:ph type="pic" idx="21" hasCustomPrompt="1"/>
          </p:nvPr>
        </p:nvSpPr>
        <p:spPr>
          <a:xfrm xmlns:a="http://schemas.openxmlformats.org/drawingml/2006/main">
            <a:off x="7354062" y="1714500"/>
            <a:ext cx="1789938" cy="1714500"/>
          </a:xfrm>
          <a:prstGeom xmlns:a="http://schemas.openxmlformats.org/drawingml/2006/main" prst="rect">
            <a:avLst/>
          </a:prstGeom>
          <a:blipFill xmlns:a="http://schemas.openxmlformats.org/drawingml/2006/main">
            <a:blip xmlns:r="http://schemas.openxmlformats.org/officeDocument/2006/relationships" r:embed="R9e3d7f6ba2ee4abe"/>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Dag &amp; drop your photo here </a:t>
            </a:r>
            <a:br/>
            <a:r>
              <a:t>or click or tap icon below </a:t>
            </a:r>
            <a:br/>
            <a:r>
              <a:t>to insert</a:t>
            </a:r>
          </a:p>
        </p:txBody>
      </p:sp>
      <p:sp>
        <p:nvSpPr>
          <p:cNvPr id="3" name="TextBox 2">
            <a:extLst xmlns:a="http://schemas.openxmlformats.org/drawingml/2006/main">
              <a:ext uri="{FF2B5EF4-FFF2-40B4-BE49-F238E27FC236}">
                <a16:creationId xmlns:a16="http://schemas.microsoft.com/office/drawing/2014/main" id="{B2FE569B-F817-467C-8BAC-558CE9824DBA}"/>
              </a:ext>
            </a:extLst>
          </p:cNvPr>
          <p:cNvSpPr>
            <a:spLocks xmlns:a="http://schemas.openxmlformats.org/drawingml/2006/main" noGrp="1"/>
          </p:cNvSpPr>
          <p:nvPr/>
        </p:nvSpPr>
        <p:spPr>
          <a:xfrm xmlns:a="http://schemas.openxmlformats.org/drawingml/2006/main">
            <a:off x="9266791" y="-152958"/>
            <a:ext cx="432811"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31.xml><?xml version="1.0" encoding="utf-8"?>
<p:sldLayout xmlns:p="http://schemas.openxmlformats.org/presentationml/2006/main" preserve="1">
  <p:cSld name="Three round photos">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B33D211-079C-4884-AB74-BFA812A63FE8}"/>
              </a:ext>
            </a:extLst>
          </p:cNvPr>
          <p:cNvSpPr>
            <a:spLocks xmlns:a="http://schemas.openxmlformats.org/drawingml/2006/main" noGrp="1"/>
          </p:cNvSpPr>
          <p:nvPr>
            <p:ph type="title" idx="0"/>
          </p:nvPr>
        </p:nvSpPr>
        <p:spPr>
          <a:xfrm xmlns:a="http://schemas.openxmlformats.org/drawingml/2006/main">
            <a:off x="441197" y="441722"/>
            <a:ext cx="8263890" cy="836676"/>
          </a:xfrm>
        </p:spPr>
        <p:txBody>
          <a:bodyPr xmlns:a="http://schemas.openxmlformats.org/drawingml/2006/main" anchor="ctr"/>
          <a:lstStyle xmlns:a="http://schemas.openxmlformats.org/drawingml/2006/main">
            <a:lvl1pPr marL="0" indent="0" algn="ctr">
              <a:buNone/>
              <a:defRPr/>
            </a:lvl1pPr>
          </a:lstStyle>
          <a:p xmlns:a="http://schemas.openxmlformats.org/drawingml/2006/main">
            <a:r>
              <a:t>Click to edit Master title style</a:t>
            </a:r>
          </a:p>
        </p:txBody>
      </p:sp>
      <p:sp>
        <p:nvSpPr>
          <p:cNvPr id="16" name="Picture Placeholder">
            <a:extLst xmlns:a="http://schemas.openxmlformats.org/drawingml/2006/main">
              <a:ext uri="{FF2B5EF4-FFF2-40B4-BE49-F238E27FC236}">
                <a16:creationId xmlns:a16="http://schemas.microsoft.com/office/drawing/2014/main" id="{5757E314-6417-4051-A2CD-D3614CAA6A78}"/>
              </a:ext>
            </a:extLst>
          </p:cNvPr>
          <p:cNvSpPr>
            <a:spLocks xmlns:a="http://schemas.openxmlformats.org/drawingml/2006/main" noGrp="1"/>
          </p:cNvSpPr>
          <p:nvPr>
            <p:ph type="pic" idx="13" hasCustomPrompt="1"/>
          </p:nvPr>
        </p:nvSpPr>
        <p:spPr>
          <a:xfrm xmlns:a="http://schemas.openxmlformats.org/drawingml/2006/main">
            <a:off x="1528430" y="1714500"/>
            <a:ext cx="1735074" cy="1735074"/>
          </a:xfrm>
          <a:prstGeom xmlns:a="http://schemas.openxmlformats.org/drawingml/2006/main" prst="ellipse">
            <a:avLst/>
          </a:prstGeom>
          <a:blipFill xmlns:a="http://schemas.openxmlformats.org/drawingml/2006/main">
            <a:blip xmlns:r="http://schemas.openxmlformats.org/officeDocument/2006/relationships" r:embed="R04e7695382b84800"/>
            <a:stretch>
              <a:fillRect l="0" t="0" r="0" b="0"/>
            </a:stretch>
          </a:blipFill>
        </p:spPr>
        <p:txBody>
          <a:bodyPr xmlns:a="http://schemas.openxmlformats.org/drawingml/2006/main" lIns="0" tIns="0" rIns="0" bIns="59436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a:t>
            </a:r>
            <a:br/>
            <a:r>
              <a:t>here or click or tap icon </a:t>
            </a:r>
            <a:br/>
            <a:r>
              <a:t>below to insert</a:t>
            </a:r>
          </a:p>
        </p:txBody>
      </p:sp>
      <p:sp>
        <p:nvSpPr>
          <p:cNvPr id="13" name="Text Placeholder 3">
            <a:extLst xmlns:a="http://schemas.openxmlformats.org/drawingml/2006/main">
              <a:ext uri="{FF2B5EF4-FFF2-40B4-BE49-F238E27FC236}">
                <a16:creationId xmlns:a16="http://schemas.microsoft.com/office/drawing/2014/main" id="{5BBECFAF-80A0-4620-8865-87562DFB497B}"/>
              </a:ext>
            </a:extLst>
          </p:cNvPr>
          <p:cNvSpPr>
            <a:spLocks xmlns:a="http://schemas.openxmlformats.org/drawingml/2006/main" noGrp="1"/>
          </p:cNvSpPr>
          <p:nvPr>
            <p:ph type="body" idx="16"/>
          </p:nvPr>
        </p:nvSpPr>
        <p:spPr>
          <a:xfrm xmlns:a="http://schemas.openxmlformats.org/drawingml/2006/main">
            <a:off x="1528430" y="3600450"/>
            <a:ext cx="1735074" cy="1101329"/>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7" name="Picture Placeholder">
            <a:extLst xmlns:a="http://schemas.openxmlformats.org/drawingml/2006/main">
              <a:ext uri="{FF2B5EF4-FFF2-40B4-BE49-F238E27FC236}">
                <a16:creationId xmlns:a16="http://schemas.microsoft.com/office/drawing/2014/main" id="{E5577FC3-49F5-4B04-AFD3-AA0A57BA8355}"/>
              </a:ext>
            </a:extLst>
          </p:cNvPr>
          <p:cNvSpPr>
            <a:spLocks xmlns:a="http://schemas.openxmlformats.org/drawingml/2006/main" noGrp="1"/>
          </p:cNvSpPr>
          <p:nvPr>
            <p:ph type="pic" idx="19" hasCustomPrompt="1"/>
          </p:nvPr>
        </p:nvSpPr>
        <p:spPr>
          <a:xfrm xmlns:a="http://schemas.openxmlformats.org/drawingml/2006/main">
            <a:off x="3704463" y="1714500"/>
            <a:ext cx="1735074" cy="1735074"/>
          </a:xfrm>
          <a:prstGeom xmlns:a="http://schemas.openxmlformats.org/drawingml/2006/main" prst="ellipse">
            <a:avLst/>
          </a:prstGeom>
          <a:blipFill xmlns:a="http://schemas.openxmlformats.org/drawingml/2006/main">
            <a:blip xmlns:r="http://schemas.openxmlformats.org/officeDocument/2006/relationships" r:embed="R507c67cf8aee4a8c"/>
            <a:stretch>
              <a:fillRect l="0" t="0" r="0" b="0"/>
            </a:stretch>
          </a:blipFill>
        </p:spPr>
        <p:txBody>
          <a:bodyPr xmlns:a="http://schemas.openxmlformats.org/drawingml/2006/main" lIns="0" tIns="0" rIns="0" bIns="59436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a:t>
            </a:r>
            <a:br/>
            <a:r>
              <a:t>here or click or tap icon </a:t>
            </a:r>
            <a:br/>
            <a:r>
              <a:t>below to insert</a:t>
            </a:r>
          </a:p>
        </p:txBody>
      </p:sp>
      <p:sp>
        <p:nvSpPr>
          <p:cNvPr id="14" name="Text Placeholder 3">
            <a:extLst xmlns:a="http://schemas.openxmlformats.org/drawingml/2006/main">
              <a:ext uri="{FF2B5EF4-FFF2-40B4-BE49-F238E27FC236}">
                <a16:creationId xmlns:a16="http://schemas.microsoft.com/office/drawing/2014/main" id="{8AD287B4-D736-4707-854D-BEA62EF2BBCF}"/>
              </a:ext>
            </a:extLst>
          </p:cNvPr>
          <p:cNvSpPr>
            <a:spLocks xmlns:a="http://schemas.openxmlformats.org/drawingml/2006/main" noGrp="1"/>
          </p:cNvSpPr>
          <p:nvPr>
            <p:ph type="body" idx="17"/>
          </p:nvPr>
        </p:nvSpPr>
        <p:spPr>
          <a:xfrm xmlns:a="http://schemas.openxmlformats.org/drawingml/2006/main">
            <a:off x="3704463" y="3600450"/>
            <a:ext cx="1735074" cy="1101329"/>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8" name="Picture Placeholder">
            <a:extLst xmlns:a="http://schemas.openxmlformats.org/drawingml/2006/main">
              <a:ext uri="{FF2B5EF4-FFF2-40B4-BE49-F238E27FC236}">
                <a16:creationId xmlns:a16="http://schemas.microsoft.com/office/drawing/2014/main" id="{9B56ECFD-6AA2-4EC5-A445-D1E0952199EC}"/>
              </a:ext>
            </a:extLst>
          </p:cNvPr>
          <p:cNvSpPr>
            <a:spLocks xmlns:a="http://schemas.openxmlformats.org/drawingml/2006/main" noGrp="1"/>
          </p:cNvSpPr>
          <p:nvPr>
            <p:ph type="pic" idx="20" hasCustomPrompt="1"/>
          </p:nvPr>
        </p:nvSpPr>
        <p:spPr>
          <a:xfrm xmlns:a="http://schemas.openxmlformats.org/drawingml/2006/main">
            <a:off x="5880497" y="1714500"/>
            <a:ext cx="1735074" cy="1735074"/>
          </a:xfrm>
          <a:prstGeom xmlns:a="http://schemas.openxmlformats.org/drawingml/2006/main" prst="ellipse">
            <a:avLst/>
          </a:prstGeom>
          <a:blipFill xmlns:a="http://schemas.openxmlformats.org/drawingml/2006/main">
            <a:blip xmlns:r="http://schemas.openxmlformats.org/officeDocument/2006/relationships" r:embed="R873a2a51978643e5"/>
            <a:stretch>
              <a:fillRect l="0" t="0" r="0" b="0"/>
            </a:stretch>
          </a:blipFill>
        </p:spPr>
        <p:txBody>
          <a:bodyPr xmlns:a="http://schemas.openxmlformats.org/drawingml/2006/main" lIns="0" tIns="0" rIns="0" bIns="59436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a:t>
            </a:r>
            <a:br/>
            <a:r>
              <a:t>here or click or tap icon </a:t>
            </a:r>
            <a:br/>
            <a:r>
              <a:t>below to insert</a:t>
            </a:r>
          </a:p>
        </p:txBody>
      </p:sp>
      <p:sp>
        <p:nvSpPr>
          <p:cNvPr id="15" name="Text Placeholder 3">
            <a:extLst xmlns:a="http://schemas.openxmlformats.org/drawingml/2006/main">
              <a:ext uri="{FF2B5EF4-FFF2-40B4-BE49-F238E27FC236}">
                <a16:creationId xmlns:a16="http://schemas.microsoft.com/office/drawing/2014/main" id="{9ED5A27F-D9D2-4DCB-8422-4694477ECA88}"/>
              </a:ext>
            </a:extLst>
          </p:cNvPr>
          <p:cNvSpPr>
            <a:spLocks xmlns:a="http://schemas.openxmlformats.org/drawingml/2006/main" noGrp="1"/>
          </p:cNvSpPr>
          <p:nvPr>
            <p:ph type="body" idx="18"/>
          </p:nvPr>
        </p:nvSpPr>
        <p:spPr>
          <a:xfrm xmlns:a="http://schemas.openxmlformats.org/drawingml/2006/main">
            <a:off x="5880497" y="3600450"/>
            <a:ext cx="1735074" cy="1101329"/>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20" name="TextBox 19">
            <a:extLst xmlns:a="http://schemas.openxmlformats.org/drawingml/2006/main">
              <a:ext uri="{FF2B5EF4-FFF2-40B4-BE49-F238E27FC236}">
                <a16:creationId xmlns:a16="http://schemas.microsoft.com/office/drawing/2014/main" id="{0D6AFB7A-35B4-4881-AB50-D112482166B1}"/>
              </a:ext>
            </a:extLst>
          </p:cNvPr>
          <p:cNvSpPr>
            <a:spLocks xmlns:a="http://schemas.openxmlformats.org/drawingml/2006/main" noGrp="1"/>
          </p:cNvSpPr>
          <p:nvPr/>
        </p:nvSpPr>
        <p:spPr>
          <a:xfrm xmlns:a="http://schemas.openxmlformats.org/drawingml/2006/main">
            <a:off x="9266791" y="-152958"/>
            <a:ext cx="432811"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32.xml><?xml version="1.0" encoding="utf-8"?>
<p:sldLayout xmlns:p="http://schemas.openxmlformats.org/presentationml/2006/main" preserve="1">
  <p:cSld name="Four round photos">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B33D211-079C-4884-AB74-BFA812A63FE8}"/>
              </a:ext>
            </a:extLst>
          </p:cNvPr>
          <p:cNvSpPr>
            <a:spLocks xmlns:a="http://schemas.openxmlformats.org/drawingml/2006/main" noGrp="1"/>
          </p:cNvSpPr>
          <p:nvPr>
            <p:ph type="title" idx="0"/>
          </p:nvPr>
        </p:nvSpPr>
        <p:spPr>
          <a:xfrm xmlns:a="http://schemas.openxmlformats.org/drawingml/2006/main">
            <a:off x="441197" y="437255"/>
            <a:ext cx="8263890" cy="836676"/>
          </a:xfrm>
        </p:spPr>
        <p:txBody>
          <a:bodyPr xmlns:a="http://schemas.openxmlformats.org/drawingml/2006/main" anchor="ctr"/>
          <a:lstStyle xmlns:a="http://schemas.openxmlformats.org/drawingml/2006/main">
            <a:lvl1pPr marL="0" indent="0" algn="ctr">
              <a:buNone/>
              <a:defRPr/>
            </a:lvl1pPr>
          </a:lstStyle>
          <a:p xmlns:a="http://schemas.openxmlformats.org/drawingml/2006/main">
            <a:r>
              <a:t>Click to edit Master title style</a:t>
            </a:r>
          </a:p>
        </p:txBody>
      </p:sp>
      <p:sp>
        <p:nvSpPr>
          <p:cNvPr id="16" name="Picture Placeholder">
            <a:extLst xmlns:a="http://schemas.openxmlformats.org/drawingml/2006/main">
              <a:ext uri="{FF2B5EF4-FFF2-40B4-BE49-F238E27FC236}">
                <a16:creationId xmlns:a16="http://schemas.microsoft.com/office/drawing/2014/main" id="{5757E314-6417-4051-A2CD-D3614CAA6A78}"/>
              </a:ext>
            </a:extLst>
          </p:cNvPr>
          <p:cNvSpPr>
            <a:spLocks xmlns:a="http://schemas.openxmlformats.org/drawingml/2006/main" noGrp="1"/>
          </p:cNvSpPr>
          <p:nvPr>
            <p:ph type="pic" idx="13" hasCustomPrompt="1"/>
          </p:nvPr>
        </p:nvSpPr>
        <p:spPr>
          <a:xfrm xmlns:a="http://schemas.openxmlformats.org/drawingml/2006/main">
            <a:off x="438150" y="1714500"/>
            <a:ext cx="1735074" cy="1735074"/>
          </a:xfrm>
          <a:prstGeom xmlns:a="http://schemas.openxmlformats.org/drawingml/2006/main" prst="ellipse">
            <a:avLst/>
          </a:prstGeom>
          <a:blipFill xmlns:a="http://schemas.openxmlformats.org/drawingml/2006/main">
            <a:blip xmlns:r="http://schemas.openxmlformats.org/officeDocument/2006/relationships" r:embed="R6d4cb21afecb40e9"/>
            <a:stretch>
              <a:fillRect l="0" t="0" r="0" b="0"/>
            </a:stretch>
          </a:blipFill>
        </p:spPr>
        <p:txBody>
          <a:bodyPr xmlns:a="http://schemas.openxmlformats.org/drawingml/2006/main" lIns="0" tIns="0" rIns="0" bIns="59436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a:t>
            </a:r>
            <a:br/>
            <a:r>
              <a:t>here or click or tap icon </a:t>
            </a:r>
            <a:br/>
            <a:r>
              <a:t>below to insert</a:t>
            </a:r>
          </a:p>
        </p:txBody>
      </p:sp>
      <p:sp>
        <p:nvSpPr>
          <p:cNvPr id="13" name="Text Placeholder 3">
            <a:extLst xmlns:a="http://schemas.openxmlformats.org/drawingml/2006/main">
              <a:ext uri="{FF2B5EF4-FFF2-40B4-BE49-F238E27FC236}">
                <a16:creationId xmlns:a16="http://schemas.microsoft.com/office/drawing/2014/main" id="{5BBECFAF-80A0-4620-8865-87562DFB497B}"/>
              </a:ext>
            </a:extLst>
          </p:cNvPr>
          <p:cNvSpPr>
            <a:spLocks xmlns:a="http://schemas.openxmlformats.org/drawingml/2006/main" noGrp="1"/>
          </p:cNvSpPr>
          <p:nvPr>
            <p:ph type="body" idx="16"/>
          </p:nvPr>
        </p:nvSpPr>
        <p:spPr>
          <a:xfrm xmlns:a="http://schemas.openxmlformats.org/drawingml/2006/main">
            <a:off x="438150" y="3600450"/>
            <a:ext cx="1735074" cy="1101329"/>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7" name="Picture Placeholder">
            <a:extLst xmlns:a="http://schemas.openxmlformats.org/drawingml/2006/main">
              <a:ext uri="{FF2B5EF4-FFF2-40B4-BE49-F238E27FC236}">
                <a16:creationId xmlns:a16="http://schemas.microsoft.com/office/drawing/2014/main" id="{E5577FC3-49F5-4B04-AFD3-AA0A57BA8355}"/>
              </a:ext>
            </a:extLst>
          </p:cNvPr>
          <p:cNvSpPr>
            <a:spLocks xmlns:a="http://schemas.openxmlformats.org/drawingml/2006/main" noGrp="1"/>
          </p:cNvSpPr>
          <p:nvPr>
            <p:ph type="pic" idx="19" hasCustomPrompt="1"/>
          </p:nvPr>
        </p:nvSpPr>
        <p:spPr>
          <a:xfrm xmlns:a="http://schemas.openxmlformats.org/drawingml/2006/main">
            <a:off x="2615438" y="1714500"/>
            <a:ext cx="1735074" cy="1735074"/>
          </a:xfrm>
          <a:prstGeom xmlns:a="http://schemas.openxmlformats.org/drawingml/2006/main" prst="ellipse">
            <a:avLst/>
          </a:prstGeom>
          <a:blipFill xmlns:a="http://schemas.openxmlformats.org/drawingml/2006/main">
            <a:blip xmlns:r="http://schemas.openxmlformats.org/officeDocument/2006/relationships" r:embed="Rae624d2368ce4603"/>
            <a:stretch>
              <a:fillRect l="0" t="0" r="0" b="0"/>
            </a:stretch>
          </a:blipFill>
        </p:spPr>
        <p:txBody>
          <a:bodyPr xmlns:a="http://schemas.openxmlformats.org/drawingml/2006/main" lIns="0" tIns="0" rIns="0" bIns="59436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a:t>
            </a:r>
            <a:br/>
            <a:r>
              <a:t>here or click or tap icon </a:t>
            </a:r>
            <a:br/>
            <a:r>
              <a:t>below to insert</a:t>
            </a:r>
          </a:p>
        </p:txBody>
      </p:sp>
      <p:sp>
        <p:nvSpPr>
          <p:cNvPr id="14" name="Text Placeholder 3">
            <a:extLst xmlns:a="http://schemas.openxmlformats.org/drawingml/2006/main">
              <a:ext uri="{FF2B5EF4-FFF2-40B4-BE49-F238E27FC236}">
                <a16:creationId xmlns:a16="http://schemas.microsoft.com/office/drawing/2014/main" id="{8AD287B4-D736-4707-854D-BEA62EF2BBCF}"/>
              </a:ext>
            </a:extLst>
          </p:cNvPr>
          <p:cNvSpPr>
            <a:spLocks xmlns:a="http://schemas.openxmlformats.org/drawingml/2006/main" noGrp="1"/>
          </p:cNvSpPr>
          <p:nvPr>
            <p:ph type="body" idx="17"/>
          </p:nvPr>
        </p:nvSpPr>
        <p:spPr>
          <a:xfrm xmlns:a="http://schemas.openxmlformats.org/drawingml/2006/main">
            <a:off x="2615438" y="3600450"/>
            <a:ext cx="1735074" cy="1101329"/>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8" name="Picture Placeholder">
            <a:extLst xmlns:a="http://schemas.openxmlformats.org/drawingml/2006/main">
              <a:ext uri="{FF2B5EF4-FFF2-40B4-BE49-F238E27FC236}">
                <a16:creationId xmlns:a16="http://schemas.microsoft.com/office/drawing/2014/main" id="{9B56ECFD-6AA2-4EC5-A445-D1E0952199EC}"/>
              </a:ext>
            </a:extLst>
          </p:cNvPr>
          <p:cNvSpPr>
            <a:spLocks xmlns:a="http://schemas.openxmlformats.org/drawingml/2006/main" noGrp="1"/>
          </p:cNvSpPr>
          <p:nvPr>
            <p:ph type="pic" idx="20" hasCustomPrompt="1"/>
          </p:nvPr>
        </p:nvSpPr>
        <p:spPr>
          <a:xfrm xmlns:a="http://schemas.openxmlformats.org/drawingml/2006/main">
            <a:off x="4792725" y="1714500"/>
            <a:ext cx="1735074" cy="1735074"/>
          </a:xfrm>
          <a:prstGeom xmlns:a="http://schemas.openxmlformats.org/drawingml/2006/main" prst="ellipse">
            <a:avLst/>
          </a:prstGeom>
          <a:blipFill xmlns:a="http://schemas.openxmlformats.org/drawingml/2006/main">
            <a:blip xmlns:r="http://schemas.openxmlformats.org/officeDocument/2006/relationships" r:embed="R42f9aad49d124ff6"/>
            <a:stretch>
              <a:fillRect l="0" t="0" r="0" b="0"/>
            </a:stretch>
          </a:blipFill>
        </p:spPr>
        <p:txBody>
          <a:bodyPr xmlns:a="http://schemas.openxmlformats.org/drawingml/2006/main" lIns="0" tIns="0" rIns="0" bIns="59436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a:t>
            </a:r>
            <a:br/>
            <a:r>
              <a:t>here or click or tap icon </a:t>
            </a:r>
            <a:br/>
            <a:r>
              <a:t>below to insert</a:t>
            </a:r>
          </a:p>
        </p:txBody>
      </p:sp>
      <p:sp>
        <p:nvSpPr>
          <p:cNvPr id="15" name="Text Placeholder 3">
            <a:extLst xmlns:a="http://schemas.openxmlformats.org/drawingml/2006/main">
              <a:ext uri="{FF2B5EF4-FFF2-40B4-BE49-F238E27FC236}">
                <a16:creationId xmlns:a16="http://schemas.microsoft.com/office/drawing/2014/main" id="{9ED5A27F-D9D2-4DCB-8422-4694477ECA88}"/>
              </a:ext>
            </a:extLst>
          </p:cNvPr>
          <p:cNvSpPr>
            <a:spLocks xmlns:a="http://schemas.openxmlformats.org/drawingml/2006/main" noGrp="1"/>
          </p:cNvSpPr>
          <p:nvPr>
            <p:ph type="body" idx="18"/>
          </p:nvPr>
        </p:nvSpPr>
        <p:spPr>
          <a:xfrm xmlns:a="http://schemas.openxmlformats.org/drawingml/2006/main">
            <a:off x="4792725" y="3600450"/>
            <a:ext cx="1735074" cy="1101329"/>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1" name="Picture Placeholder">
            <a:extLst xmlns:a="http://schemas.openxmlformats.org/drawingml/2006/main">
              <a:ext uri="{FF2B5EF4-FFF2-40B4-BE49-F238E27FC236}">
                <a16:creationId xmlns:a16="http://schemas.microsoft.com/office/drawing/2014/main" id="{F78E1D3B-7D6F-4EFD-9EB2-E1A27309D6AF}"/>
              </a:ext>
            </a:extLst>
          </p:cNvPr>
          <p:cNvSpPr>
            <a:spLocks xmlns:a="http://schemas.openxmlformats.org/drawingml/2006/main" noGrp="1"/>
          </p:cNvSpPr>
          <p:nvPr>
            <p:ph type="pic" idx="21" hasCustomPrompt="1"/>
          </p:nvPr>
        </p:nvSpPr>
        <p:spPr>
          <a:xfrm xmlns:a="http://schemas.openxmlformats.org/drawingml/2006/main">
            <a:off x="6970013" y="1714500"/>
            <a:ext cx="1735074" cy="1735074"/>
          </a:xfrm>
          <a:prstGeom xmlns:a="http://schemas.openxmlformats.org/drawingml/2006/main" prst="ellipse">
            <a:avLst/>
          </a:prstGeom>
          <a:blipFill xmlns:a="http://schemas.openxmlformats.org/drawingml/2006/main">
            <a:blip xmlns:r="http://schemas.openxmlformats.org/officeDocument/2006/relationships" r:embed="R8279397fc5924513"/>
            <a:stretch>
              <a:fillRect l="0" t="0" r="0" b="0"/>
            </a:stretch>
          </a:blipFill>
        </p:spPr>
        <p:txBody>
          <a:bodyPr xmlns:a="http://schemas.openxmlformats.org/drawingml/2006/main" lIns="0" tIns="0" rIns="0" bIns="59436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a:t>
            </a:r>
            <a:br/>
            <a:r>
              <a:t>here or click or tap icon </a:t>
            </a:r>
            <a:br/>
            <a:r>
              <a:t>below to insert</a:t>
            </a:r>
          </a:p>
        </p:txBody>
      </p:sp>
      <p:sp>
        <p:nvSpPr>
          <p:cNvPr id="12" name="Text Placeholder 3">
            <a:extLst xmlns:a="http://schemas.openxmlformats.org/drawingml/2006/main">
              <a:ext uri="{FF2B5EF4-FFF2-40B4-BE49-F238E27FC236}">
                <a16:creationId xmlns:a16="http://schemas.microsoft.com/office/drawing/2014/main" id="{3BB2FF62-05DC-462E-808C-4DDE1C65392C}"/>
              </a:ext>
            </a:extLst>
          </p:cNvPr>
          <p:cNvSpPr>
            <a:spLocks xmlns:a="http://schemas.openxmlformats.org/drawingml/2006/main" noGrp="1"/>
          </p:cNvSpPr>
          <p:nvPr>
            <p:ph type="body" idx="22"/>
          </p:nvPr>
        </p:nvSpPr>
        <p:spPr>
          <a:xfrm xmlns:a="http://schemas.openxmlformats.org/drawingml/2006/main">
            <a:off x="6970013" y="3600450"/>
            <a:ext cx="1735074" cy="1101329"/>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3" name="TextBox 2">
            <a:extLst xmlns:a="http://schemas.openxmlformats.org/drawingml/2006/main">
              <a:ext uri="{FF2B5EF4-FFF2-40B4-BE49-F238E27FC236}">
                <a16:creationId xmlns:a16="http://schemas.microsoft.com/office/drawing/2014/main" id="{67A72D6D-004C-4F57-AD34-F1019A756073}"/>
              </a:ext>
            </a:extLst>
          </p:cNvPr>
          <p:cNvSpPr>
            <a:spLocks xmlns:a="http://schemas.openxmlformats.org/drawingml/2006/main" noGrp="1"/>
          </p:cNvSpPr>
          <p:nvPr/>
        </p:nvSpPr>
        <p:spPr>
          <a:xfrm xmlns:a="http://schemas.openxmlformats.org/drawingml/2006/main">
            <a:off x="9266791" y="-152958"/>
            <a:ext cx="432811"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33.xml><?xml version="1.0" encoding="utf-8"?>
<p:sldLayout xmlns:p="http://schemas.openxmlformats.org/presentationml/2006/main" preserve="1">
  <p:cSld name="Five round photos">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B33D211-079C-4884-AB74-BFA812A63FE8}"/>
              </a:ext>
            </a:extLst>
          </p:cNvPr>
          <p:cNvSpPr>
            <a:spLocks xmlns:a="http://schemas.openxmlformats.org/drawingml/2006/main" noGrp="1"/>
          </p:cNvSpPr>
          <p:nvPr>
            <p:ph type="title" idx="0"/>
          </p:nvPr>
        </p:nvSpPr>
        <p:spPr>
          <a:xfrm xmlns:a="http://schemas.openxmlformats.org/drawingml/2006/main">
            <a:off x="441197" y="437255"/>
            <a:ext cx="8263890" cy="836676"/>
          </a:xfrm>
        </p:spPr>
        <p:txBody>
          <a:bodyPr xmlns:a="http://schemas.openxmlformats.org/drawingml/2006/main" anchor="ctr"/>
          <a:lstStyle xmlns:a="http://schemas.openxmlformats.org/drawingml/2006/main">
            <a:lvl1pPr marL="0" indent="0" algn="ctr">
              <a:buNone/>
              <a:defRPr/>
            </a:lvl1pPr>
          </a:lstStyle>
          <a:p xmlns:a="http://schemas.openxmlformats.org/drawingml/2006/main">
            <a:r>
              <a:t>Click to edit Master title style</a:t>
            </a:r>
          </a:p>
        </p:txBody>
      </p:sp>
      <p:sp>
        <p:nvSpPr>
          <p:cNvPr id="16" name="Picture Placeholder">
            <a:extLst xmlns:a="http://schemas.openxmlformats.org/drawingml/2006/main">
              <a:ext uri="{FF2B5EF4-FFF2-40B4-BE49-F238E27FC236}">
                <a16:creationId xmlns:a16="http://schemas.microsoft.com/office/drawing/2014/main" id="{5757E314-6417-4051-A2CD-D3614CAA6A78}"/>
              </a:ext>
            </a:extLst>
          </p:cNvPr>
          <p:cNvSpPr>
            <a:spLocks xmlns:a="http://schemas.openxmlformats.org/drawingml/2006/main" noGrp="1"/>
          </p:cNvSpPr>
          <p:nvPr>
            <p:ph type="pic" idx="13" hasCustomPrompt="1"/>
          </p:nvPr>
        </p:nvSpPr>
        <p:spPr>
          <a:xfrm xmlns:a="http://schemas.openxmlformats.org/drawingml/2006/main">
            <a:off x="438150" y="1714500"/>
            <a:ext cx="1303020" cy="1303020"/>
          </a:xfrm>
          <a:prstGeom xmlns:a="http://schemas.openxmlformats.org/drawingml/2006/main" prst="ellipse">
            <a:avLst/>
          </a:prstGeom>
          <a:blipFill xmlns:a="http://schemas.openxmlformats.org/drawingml/2006/main">
            <a:blip xmlns:r="http://schemas.openxmlformats.org/officeDocument/2006/relationships" r:embed="Rc60383ca95964a54"/>
            <a:stretch>
              <a:fillRect l="0" t="0" r="0" b="0"/>
            </a:stretch>
          </a:blipFill>
        </p:spPr>
        <p:txBody>
          <a:bodyPr xmlns:a="http://schemas.openxmlformats.org/drawingml/2006/main" lIns="0" tIns="0" rIns="0" bIns="594360" anchor="ctr">
            <a:noAutofit/>
          </a:bodyPr>
          <a:lstStyle xmlns:a="http://schemas.openxmlformats.org/drawingml/2006/main">
            <a:lvl1pPr marL="0" indent="0" algn="ctr">
              <a:lnSpc>
                <a:spcPct val="100000"/>
              </a:lnSpc>
              <a:buNone/>
              <a:defRPr sz="375" b="1">
                <a:solidFill>
                  <a:srgbClr val="000000"/>
                </a:solidFill>
                <a:latin typeface="+mn-lt"/>
                <a:ea typeface="+mn-lt"/>
                <a:cs typeface="+mn-lt"/>
              </a:defRPr>
            </a:lvl1pPr>
          </a:lstStyle>
          <a:p xmlns:a="http://schemas.openxmlformats.org/drawingml/2006/main">
            <a:r>
              <a:t>Drag &amp; drop your photo </a:t>
            </a:r>
            <a:br/>
            <a:r>
              <a:t>here or click or tap icon </a:t>
            </a:r>
            <a:br/>
            <a:r>
              <a:t>below to insert</a:t>
            </a:r>
          </a:p>
        </p:txBody>
      </p:sp>
      <p:sp>
        <p:nvSpPr>
          <p:cNvPr id="13" name="Text Placeholder 3">
            <a:extLst xmlns:a="http://schemas.openxmlformats.org/drawingml/2006/main">
              <a:ext uri="{FF2B5EF4-FFF2-40B4-BE49-F238E27FC236}">
                <a16:creationId xmlns:a16="http://schemas.microsoft.com/office/drawing/2014/main" id="{5BBECFAF-80A0-4620-8865-87562DFB497B}"/>
              </a:ext>
            </a:extLst>
          </p:cNvPr>
          <p:cNvSpPr>
            <a:spLocks xmlns:a="http://schemas.openxmlformats.org/drawingml/2006/main" noGrp="1"/>
          </p:cNvSpPr>
          <p:nvPr>
            <p:ph type="body" idx="16"/>
          </p:nvPr>
        </p:nvSpPr>
        <p:spPr>
          <a:xfrm xmlns:a="http://schemas.openxmlformats.org/drawingml/2006/main">
            <a:off x="438150" y="3176588"/>
            <a:ext cx="1303020" cy="1525191"/>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7" name="Picture Placeholder">
            <a:extLst xmlns:a="http://schemas.openxmlformats.org/drawingml/2006/main">
              <a:ext uri="{FF2B5EF4-FFF2-40B4-BE49-F238E27FC236}">
                <a16:creationId xmlns:a16="http://schemas.microsoft.com/office/drawing/2014/main" id="{E5577FC3-49F5-4B04-AFD3-AA0A57BA8355}"/>
              </a:ext>
            </a:extLst>
          </p:cNvPr>
          <p:cNvSpPr>
            <a:spLocks xmlns:a="http://schemas.openxmlformats.org/drawingml/2006/main" noGrp="1"/>
          </p:cNvSpPr>
          <p:nvPr>
            <p:ph type="pic" idx="19" hasCustomPrompt="1"/>
          </p:nvPr>
        </p:nvSpPr>
        <p:spPr>
          <a:xfrm xmlns:a="http://schemas.openxmlformats.org/drawingml/2006/main">
            <a:off x="2179130" y="1714500"/>
            <a:ext cx="1303020" cy="1303020"/>
          </a:xfrm>
          <a:prstGeom xmlns:a="http://schemas.openxmlformats.org/drawingml/2006/main" prst="ellipse">
            <a:avLst/>
          </a:prstGeom>
          <a:blipFill xmlns:a="http://schemas.openxmlformats.org/drawingml/2006/main">
            <a:blip xmlns:r="http://schemas.openxmlformats.org/officeDocument/2006/relationships" r:embed="R8f4f1585975e4b71"/>
            <a:stretch>
              <a:fillRect l="0" t="0" r="0" b="0"/>
            </a:stretch>
          </a:blipFill>
        </p:spPr>
        <p:txBody>
          <a:bodyPr xmlns:a="http://schemas.openxmlformats.org/drawingml/2006/main" lIns="0" tIns="0" rIns="0" bIns="594360" anchor="ctr">
            <a:noAutofit/>
          </a:bodyPr>
          <a:lstStyle xmlns:a="http://schemas.openxmlformats.org/drawingml/2006/main">
            <a:lvl1pPr marL="0" indent="0" algn="ctr">
              <a:lnSpc>
                <a:spcPct val="100000"/>
              </a:lnSpc>
              <a:buNone/>
              <a:defRPr sz="375" b="1">
                <a:solidFill>
                  <a:srgbClr val="000000"/>
                </a:solidFill>
                <a:latin typeface="+mn-lt"/>
                <a:ea typeface="+mn-lt"/>
                <a:cs typeface="+mn-lt"/>
              </a:defRPr>
            </a:lvl1pPr>
          </a:lstStyle>
          <a:p xmlns:a="http://schemas.openxmlformats.org/drawingml/2006/main">
            <a:r>
              <a:t>Drag &amp; drop your photo </a:t>
            </a:r>
            <a:br/>
            <a:r>
              <a:t>here or click or tap icon </a:t>
            </a:r>
            <a:br/>
            <a:r>
              <a:t>below to insert</a:t>
            </a:r>
          </a:p>
        </p:txBody>
      </p:sp>
      <p:sp>
        <p:nvSpPr>
          <p:cNvPr id="14" name="Text Placeholder 3">
            <a:extLst xmlns:a="http://schemas.openxmlformats.org/drawingml/2006/main">
              <a:ext uri="{FF2B5EF4-FFF2-40B4-BE49-F238E27FC236}">
                <a16:creationId xmlns:a16="http://schemas.microsoft.com/office/drawing/2014/main" id="{8AD287B4-D736-4707-854D-BEA62EF2BBCF}"/>
              </a:ext>
            </a:extLst>
          </p:cNvPr>
          <p:cNvSpPr>
            <a:spLocks xmlns:a="http://schemas.openxmlformats.org/drawingml/2006/main" noGrp="1"/>
          </p:cNvSpPr>
          <p:nvPr>
            <p:ph type="body" idx="17"/>
          </p:nvPr>
        </p:nvSpPr>
        <p:spPr>
          <a:xfrm xmlns:a="http://schemas.openxmlformats.org/drawingml/2006/main">
            <a:off x="2179130" y="3176588"/>
            <a:ext cx="1303020" cy="1525191"/>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8" name="Picture Placeholder">
            <a:extLst xmlns:a="http://schemas.openxmlformats.org/drawingml/2006/main">
              <a:ext uri="{FF2B5EF4-FFF2-40B4-BE49-F238E27FC236}">
                <a16:creationId xmlns:a16="http://schemas.microsoft.com/office/drawing/2014/main" id="{9B56ECFD-6AA2-4EC5-A445-D1E0952199EC}"/>
              </a:ext>
            </a:extLst>
          </p:cNvPr>
          <p:cNvSpPr>
            <a:spLocks xmlns:a="http://schemas.openxmlformats.org/drawingml/2006/main" noGrp="1"/>
          </p:cNvSpPr>
          <p:nvPr>
            <p:ph type="pic" idx="20" hasCustomPrompt="1"/>
          </p:nvPr>
        </p:nvSpPr>
        <p:spPr>
          <a:xfrm xmlns:a="http://schemas.openxmlformats.org/drawingml/2006/main">
            <a:off x="3920490" y="1714500"/>
            <a:ext cx="1303020" cy="1303020"/>
          </a:xfrm>
          <a:prstGeom xmlns:a="http://schemas.openxmlformats.org/drawingml/2006/main" prst="ellipse">
            <a:avLst/>
          </a:prstGeom>
          <a:blipFill xmlns:a="http://schemas.openxmlformats.org/drawingml/2006/main">
            <a:blip xmlns:r="http://schemas.openxmlformats.org/officeDocument/2006/relationships" r:embed="Rd45cc0ba76244ed0"/>
            <a:stretch>
              <a:fillRect l="0" t="0" r="0" b="0"/>
            </a:stretch>
          </a:blipFill>
        </p:spPr>
        <p:txBody>
          <a:bodyPr xmlns:a="http://schemas.openxmlformats.org/drawingml/2006/main" lIns="0" tIns="0" rIns="0" bIns="594360" anchor="ctr">
            <a:noAutofit/>
          </a:bodyPr>
          <a:lstStyle xmlns:a="http://schemas.openxmlformats.org/drawingml/2006/main">
            <a:lvl1pPr marL="0" indent="0" algn="ctr">
              <a:lnSpc>
                <a:spcPct val="100000"/>
              </a:lnSpc>
              <a:buNone/>
              <a:defRPr sz="375" b="1">
                <a:solidFill>
                  <a:srgbClr val="000000"/>
                </a:solidFill>
                <a:latin typeface="+mn-lt"/>
                <a:ea typeface="+mn-lt"/>
                <a:cs typeface="+mn-lt"/>
              </a:defRPr>
            </a:lvl1pPr>
          </a:lstStyle>
          <a:p xmlns:a="http://schemas.openxmlformats.org/drawingml/2006/main">
            <a:r>
              <a:t>Drag &amp; drop your photo </a:t>
            </a:r>
            <a:br/>
            <a:r>
              <a:t>here or click or tap icon </a:t>
            </a:r>
            <a:br/>
            <a:r>
              <a:t>below to insert</a:t>
            </a:r>
          </a:p>
        </p:txBody>
      </p:sp>
      <p:sp>
        <p:nvSpPr>
          <p:cNvPr id="15" name="Text Placeholder 3">
            <a:extLst xmlns:a="http://schemas.openxmlformats.org/drawingml/2006/main">
              <a:ext uri="{FF2B5EF4-FFF2-40B4-BE49-F238E27FC236}">
                <a16:creationId xmlns:a16="http://schemas.microsoft.com/office/drawing/2014/main" id="{9ED5A27F-D9D2-4DCB-8422-4694477ECA88}"/>
              </a:ext>
            </a:extLst>
          </p:cNvPr>
          <p:cNvSpPr>
            <a:spLocks xmlns:a="http://schemas.openxmlformats.org/drawingml/2006/main" noGrp="1"/>
          </p:cNvSpPr>
          <p:nvPr>
            <p:ph type="body" idx="18"/>
          </p:nvPr>
        </p:nvSpPr>
        <p:spPr>
          <a:xfrm xmlns:a="http://schemas.openxmlformats.org/drawingml/2006/main">
            <a:off x="3920490" y="3176588"/>
            <a:ext cx="1303020" cy="1525191"/>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1" name="Picture Placeholder">
            <a:extLst xmlns:a="http://schemas.openxmlformats.org/drawingml/2006/main">
              <a:ext uri="{FF2B5EF4-FFF2-40B4-BE49-F238E27FC236}">
                <a16:creationId xmlns:a16="http://schemas.microsoft.com/office/drawing/2014/main" id="{F78E1D3B-7D6F-4EFD-9EB2-E1A27309D6AF}"/>
              </a:ext>
            </a:extLst>
          </p:cNvPr>
          <p:cNvSpPr>
            <a:spLocks xmlns:a="http://schemas.openxmlformats.org/drawingml/2006/main" noGrp="1"/>
          </p:cNvSpPr>
          <p:nvPr>
            <p:ph type="pic" idx="21" hasCustomPrompt="1"/>
          </p:nvPr>
        </p:nvSpPr>
        <p:spPr>
          <a:xfrm xmlns:a="http://schemas.openxmlformats.org/drawingml/2006/main">
            <a:off x="5661089" y="1714500"/>
            <a:ext cx="1303020" cy="1303020"/>
          </a:xfrm>
          <a:prstGeom xmlns:a="http://schemas.openxmlformats.org/drawingml/2006/main" prst="ellipse">
            <a:avLst/>
          </a:prstGeom>
          <a:blipFill xmlns:a="http://schemas.openxmlformats.org/drawingml/2006/main">
            <a:blip xmlns:r="http://schemas.openxmlformats.org/officeDocument/2006/relationships" r:embed="Rd0c31f619a844d16"/>
            <a:stretch>
              <a:fillRect l="0" t="0" r="0" b="0"/>
            </a:stretch>
          </a:blipFill>
        </p:spPr>
        <p:txBody>
          <a:bodyPr xmlns:a="http://schemas.openxmlformats.org/drawingml/2006/main" lIns="0" tIns="0" rIns="0" bIns="594360" anchor="ctr">
            <a:noAutofit/>
          </a:bodyPr>
          <a:lstStyle xmlns:a="http://schemas.openxmlformats.org/drawingml/2006/main">
            <a:lvl1pPr marL="0" indent="0" algn="ctr">
              <a:lnSpc>
                <a:spcPct val="100000"/>
              </a:lnSpc>
              <a:buNone/>
              <a:defRPr sz="375" b="1">
                <a:solidFill>
                  <a:srgbClr val="000000"/>
                </a:solidFill>
                <a:latin typeface="+mn-lt"/>
                <a:ea typeface="+mn-lt"/>
                <a:cs typeface="+mn-lt"/>
              </a:defRPr>
            </a:lvl1pPr>
          </a:lstStyle>
          <a:p xmlns:a="http://schemas.openxmlformats.org/drawingml/2006/main">
            <a:r>
              <a:t>Drag &amp; drop your photo </a:t>
            </a:r>
            <a:br/>
            <a:r>
              <a:t>here or click or tap icon </a:t>
            </a:r>
            <a:br/>
            <a:r>
              <a:t>below to insert44</a:t>
            </a:r>
          </a:p>
        </p:txBody>
      </p:sp>
      <p:sp>
        <p:nvSpPr>
          <p:cNvPr id="12" name="Text Placeholder 3">
            <a:extLst xmlns:a="http://schemas.openxmlformats.org/drawingml/2006/main">
              <a:ext uri="{FF2B5EF4-FFF2-40B4-BE49-F238E27FC236}">
                <a16:creationId xmlns:a16="http://schemas.microsoft.com/office/drawing/2014/main" id="{3BB2FF62-05DC-462E-808C-4DDE1C65392C}"/>
              </a:ext>
            </a:extLst>
          </p:cNvPr>
          <p:cNvSpPr>
            <a:spLocks xmlns:a="http://schemas.openxmlformats.org/drawingml/2006/main" noGrp="1"/>
          </p:cNvSpPr>
          <p:nvPr>
            <p:ph type="body" idx="22"/>
          </p:nvPr>
        </p:nvSpPr>
        <p:spPr>
          <a:xfrm xmlns:a="http://schemas.openxmlformats.org/drawingml/2006/main">
            <a:off x="5661089" y="3176588"/>
            <a:ext cx="1303020" cy="1525191"/>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9" name="Picture Placeholder">
            <a:extLst xmlns:a="http://schemas.openxmlformats.org/drawingml/2006/main">
              <a:ext uri="{FF2B5EF4-FFF2-40B4-BE49-F238E27FC236}">
                <a16:creationId xmlns:a16="http://schemas.microsoft.com/office/drawing/2014/main" id="{E4DC3400-0B11-4EA0-9B8D-6FADE6964F37}"/>
              </a:ext>
            </a:extLst>
          </p:cNvPr>
          <p:cNvSpPr>
            <a:spLocks xmlns:a="http://schemas.openxmlformats.org/drawingml/2006/main" noGrp="1"/>
          </p:cNvSpPr>
          <p:nvPr>
            <p:ph type="pic" idx="23" hasCustomPrompt="1"/>
          </p:nvPr>
        </p:nvSpPr>
        <p:spPr>
          <a:xfrm xmlns:a="http://schemas.openxmlformats.org/drawingml/2006/main">
            <a:off x="7402067" y="1714500"/>
            <a:ext cx="1303020" cy="1303020"/>
          </a:xfrm>
          <a:prstGeom xmlns:a="http://schemas.openxmlformats.org/drawingml/2006/main" prst="ellipse">
            <a:avLst/>
          </a:prstGeom>
          <a:blipFill xmlns:a="http://schemas.openxmlformats.org/drawingml/2006/main">
            <a:blip xmlns:r="http://schemas.openxmlformats.org/officeDocument/2006/relationships" r:embed="Ra3b2976921d44d83"/>
            <a:stretch>
              <a:fillRect l="0" t="0" r="0" b="0"/>
            </a:stretch>
          </a:blipFill>
        </p:spPr>
        <p:txBody>
          <a:bodyPr xmlns:a="http://schemas.openxmlformats.org/drawingml/2006/main" lIns="0" tIns="0" rIns="0" bIns="594360" anchor="ctr">
            <a:noAutofit/>
          </a:bodyPr>
          <a:lstStyle xmlns:a="http://schemas.openxmlformats.org/drawingml/2006/main">
            <a:lvl1pPr marL="0" indent="0" algn="ctr">
              <a:lnSpc>
                <a:spcPct val="100000"/>
              </a:lnSpc>
              <a:buNone/>
              <a:defRPr sz="375" b="1">
                <a:solidFill>
                  <a:srgbClr val="000000"/>
                </a:solidFill>
                <a:latin typeface="+mn-lt"/>
                <a:ea typeface="+mn-lt"/>
                <a:cs typeface="+mn-lt"/>
              </a:defRPr>
            </a:lvl1pPr>
          </a:lstStyle>
          <a:p xmlns:a="http://schemas.openxmlformats.org/drawingml/2006/main">
            <a:r>
              <a:t>Drag &amp; drop your photo </a:t>
            </a:r>
            <a:br/>
            <a:r>
              <a:t>here or click or tap icon </a:t>
            </a:r>
            <a:br/>
            <a:r>
              <a:t>below to insert</a:t>
            </a:r>
          </a:p>
        </p:txBody>
      </p:sp>
      <p:sp>
        <p:nvSpPr>
          <p:cNvPr id="20" name="Text Placeholder 3">
            <a:extLst xmlns:a="http://schemas.openxmlformats.org/drawingml/2006/main">
              <a:ext uri="{FF2B5EF4-FFF2-40B4-BE49-F238E27FC236}">
                <a16:creationId xmlns:a16="http://schemas.microsoft.com/office/drawing/2014/main" id="{133C357E-ECC0-485F-9033-5D4DEC8774BB}"/>
              </a:ext>
            </a:extLst>
          </p:cNvPr>
          <p:cNvSpPr>
            <a:spLocks xmlns:a="http://schemas.openxmlformats.org/drawingml/2006/main" noGrp="1"/>
          </p:cNvSpPr>
          <p:nvPr>
            <p:ph type="body" idx="24"/>
          </p:nvPr>
        </p:nvSpPr>
        <p:spPr>
          <a:xfrm xmlns:a="http://schemas.openxmlformats.org/drawingml/2006/main">
            <a:off x="7402067" y="3176588"/>
            <a:ext cx="1303020" cy="1525191"/>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3" name="TextBox 2">
            <a:extLst xmlns:a="http://schemas.openxmlformats.org/drawingml/2006/main">
              <a:ext uri="{FF2B5EF4-FFF2-40B4-BE49-F238E27FC236}">
                <a16:creationId xmlns:a16="http://schemas.microsoft.com/office/drawing/2014/main" id="{67A72D6D-004C-4F57-AD34-F1019A756073}"/>
              </a:ext>
            </a:extLst>
          </p:cNvPr>
          <p:cNvSpPr>
            <a:spLocks xmlns:a="http://schemas.openxmlformats.org/drawingml/2006/main" noGrp="1"/>
          </p:cNvSpPr>
          <p:nvPr/>
        </p:nvSpPr>
        <p:spPr>
          <a:xfrm xmlns:a="http://schemas.openxmlformats.org/drawingml/2006/main">
            <a:off x="9266791" y="-152958"/>
            <a:ext cx="432811"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34.xml><?xml version="1.0" encoding="utf-8"?>
<p:sldLayout xmlns:p="http://schemas.openxmlformats.org/presentationml/2006/main" preserve="1">
  <p:cSld name="Title and text side by s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9E5C076-3B78-4451-8068-576892A08E9C}"/>
              </a:ext>
            </a:extLst>
          </p:cNvPr>
          <p:cNvSpPr>
            <a:spLocks xmlns:a="http://schemas.openxmlformats.org/drawingml/2006/main" noGrp="1"/>
          </p:cNvSpPr>
          <p:nvPr>
            <p:ph type="title" idx="0" hasCustomPrompt="1"/>
          </p:nvPr>
        </p:nvSpPr>
        <p:spPr>
          <a:xfrm xmlns:a="http://schemas.openxmlformats.org/drawingml/2006/main">
            <a:off x="438913" y="1732359"/>
            <a:ext cx="2386520" cy="2969419"/>
          </a:xfrm>
        </p:spPr>
        <p:txBody>
          <a:bodyPr xmlns:a="http://schemas.openxmlformats.org/drawingml/2006/main" anchor="t"/>
          <a:lstStyle xmlns:a="http://schemas.openxmlformats.org/drawingml/2006/main">
            <a:lvl1pPr marL="0" indent="0">
              <a:buNone/>
              <a:defRPr>
                <a:solidFill>
                  <a:schemeClr val="tx1"/>
                </a:solidFill>
              </a:defRPr>
            </a:lvl1pPr>
          </a:lstStyle>
          <a:p xmlns:a="http://schemas.openxmlformats.org/drawingml/2006/main">
            <a:r>
              <a:t>Title</a:t>
            </a:r>
          </a:p>
        </p:txBody>
      </p:sp>
      <p:sp>
        <p:nvSpPr>
          <p:cNvPr id="7" name="Text Placeholder 2">
            <a:extLst xmlns:a="http://schemas.openxmlformats.org/drawingml/2006/main">
              <a:ext uri="{FF2B5EF4-FFF2-40B4-BE49-F238E27FC236}">
                <a16:creationId xmlns:a16="http://schemas.microsoft.com/office/drawing/2014/main" id="{7E9DBFD9-3E1E-4F19-AF15-56780F9C7927}"/>
              </a:ext>
            </a:extLst>
          </p:cNvPr>
          <p:cNvSpPr>
            <a:spLocks xmlns:a="http://schemas.openxmlformats.org/drawingml/2006/main" noGrp="1"/>
          </p:cNvSpPr>
          <p:nvPr>
            <p:ph type="body" idx="11"/>
          </p:nvPr>
        </p:nvSpPr>
        <p:spPr>
          <a:xfrm xmlns:a="http://schemas.openxmlformats.org/drawingml/2006/main">
            <a:off x="3267075" y="1732360"/>
            <a:ext cx="5439966" cy="2969417"/>
          </a:xfrm>
        </p:spPr>
        <p:txBody>
          <a:bodyPr xmlns:a="http://schemas.openxmlformats.org/drawingml/2006/main" anchor="t"/>
          <a:lstStyle xmlns:a="http://schemas.openxmlformats.org/drawingml/2006/main">
            <a:lvl1pPr marL="0" indent="0">
              <a:spcAft>
                <a:spcPts val="450"/>
              </a:spcAft>
              <a:buFont typeface="Wingdings"/>
              <a:buNone/>
              <a:defRPr/>
            </a:lvl1pPr>
          </a:lstStyle>
          <a:p xmlns:a="http://schemas.openxmlformats.org/drawingml/2006/main">
            <a:pPr marL="0" lvl="0" indent="0">
              <a:buNone/>
            </a:pPr>
            <a:r>
              <a:t>Click to edit Master text styles</a:t>
            </a:r>
          </a:p>
        </p:txBody>
      </p:sp>
      <p:sp>
        <p:nvSpPr>
          <p:cNvPr id="5" name="Straight Connector 4">
            <a:extLst xmlns:a="http://schemas.openxmlformats.org/drawingml/2006/main">
              <a:ext uri="{FF2B5EF4-FFF2-40B4-BE49-F238E27FC236}">
                <a16:creationId xmlns:a16="http://schemas.microsoft.com/office/drawing/2014/main" id="{04FAB40D-C004-4D4B-924B-D5ACD0D50C93}"/>
              </a:ext>
            </a:extLst>
          </p:cNvPr>
          <p:cNvSpPr>
            <a:spLocks xmlns:a="http://schemas.openxmlformats.org/drawingml/2006/main" noGrp="1"/>
          </p:cNvSpPr>
          <p:nvPr/>
        </p:nvSpPr>
        <p:spPr>
          <a:xfrm xmlns:a="http://schemas.openxmlformats.org/drawingml/2006/main">
            <a:off x="438912" y="1514475"/>
            <a:ext cx="2386584" cy="0"/>
          </a:xfrm>
          <a:prstGeom xmlns:a="http://schemas.openxmlformats.org/drawingml/2006/main" prst="line">
            <a:avLst/>
          </a:prstGeom>
          <a:ln xmlns:a="http://schemas.openxmlformats.org/drawingml/2006/main" w="28575">
            <a:solidFill>
              <a:schemeClr val="accent1"/>
            </a:solidFill>
            <a:headEnd type="none" w="lg" len="med"/>
            <a:tailEnd type="none" w="lg"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49D8AF80-CAD5-4055-80AD-0B31EBCB52A9}"/>
              </a:ext>
            </a:extLst>
          </p:cNvPr>
          <p:cNvSpPr>
            <a:spLocks xmlns:a="http://schemas.openxmlformats.org/drawingml/2006/main" noGrp="1"/>
          </p:cNvSpPr>
          <p:nvPr/>
        </p:nvSpPr>
        <p:spPr>
          <a:xfrm xmlns:a="http://schemas.openxmlformats.org/drawingml/2006/main">
            <a:off x="9266791" y="-152958"/>
            <a:ext cx="432811"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
        <p:nvSpPr>
          <p:cNvPr id="8" name="Straight Connector 7">
            <a:extLst xmlns:a="http://schemas.openxmlformats.org/drawingml/2006/main">
              <a:ext uri="{FF2B5EF4-FFF2-40B4-BE49-F238E27FC236}">
                <a16:creationId xmlns:a16="http://schemas.microsoft.com/office/drawing/2014/main" id="{5657ED61-958B-47AA-A01B-65E84C38D55F}"/>
              </a:ext>
            </a:extLst>
          </p:cNvPr>
          <p:cNvSpPr>
            <a:spLocks xmlns:a="http://schemas.openxmlformats.org/drawingml/2006/main" noGrp="1"/>
          </p:cNvSpPr>
          <p:nvPr/>
        </p:nvSpPr>
        <p:spPr>
          <a:xfrm xmlns:a="http://schemas.openxmlformats.org/drawingml/2006/main">
            <a:off x="3265893" y="1514475"/>
            <a:ext cx="5441149" cy="0"/>
          </a:xfrm>
          <a:prstGeom xmlns:a="http://schemas.openxmlformats.org/drawingml/2006/main" prst="line">
            <a:avLst/>
          </a:prstGeom>
          <a:ln xmlns:a="http://schemas.openxmlformats.org/drawingml/2006/main" w="19050">
            <a:solidFill>
              <a:schemeClr val="tx1">
                <a:alpha val="30000"/>
              </a:schemeClr>
            </a:solidFill>
            <a:headEnd type="none" w="lg" len="med"/>
            <a:tailEnd type="none" w="lg"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35.xml><?xml version="1.0" encoding="utf-8"?>
<p:sldLayout xmlns:p="http://schemas.openxmlformats.org/presentationml/2006/main" preserve="1">
  <p:cSld name="Title and text side by side 2">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9E5C076-3B78-4451-8068-576892A08E9C}"/>
              </a:ext>
            </a:extLst>
          </p:cNvPr>
          <p:cNvSpPr>
            <a:spLocks xmlns:a="http://schemas.openxmlformats.org/drawingml/2006/main" noGrp="1"/>
          </p:cNvSpPr>
          <p:nvPr>
            <p:ph type="title" idx="0" hasCustomPrompt="1"/>
          </p:nvPr>
        </p:nvSpPr>
        <p:spPr>
          <a:xfrm xmlns:a="http://schemas.openxmlformats.org/drawingml/2006/main">
            <a:off x="441198" y="439341"/>
            <a:ext cx="2386520" cy="4262438"/>
          </a:xfrm>
        </p:spPr>
        <p:txBody>
          <a:bodyPr xmlns:a="http://schemas.openxmlformats.org/drawingml/2006/main" anchor="ctr"/>
          <a:lstStyle xmlns:a="http://schemas.openxmlformats.org/drawingml/2006/main">
            <a:lvl1pPr marL="0" indent="0">
              <a:buNone/>
              <a:defRPr/>
            </a:lvl1pPr>
          </a:lstStyle>
          <a:p xmlns:a="http://schemas.openxmlformats.org/drawingml/2006/main">
            <a:r>
              <a:t>Title</a:t>
            </a:r>
          </a:p>
        </p:txBody>
      </p:sp>
      <p:sp>
        <p:nvSpPr>
          <p:cNvPr id="3" name="Text Placeholder 2">
            <a:extLst xmlns:a="http://schemas.openxmlformats.org/drawingml/2006/main">
              <a:ext uri="{FF2B5EF4-FFF2-40B4-BE49-F238E27FC236}">
                <a16:creationId xmlns:a16="http://schemas.microsoft.com/office/drawing/2014/main" id="{A4015781-2431-48C9-AEF1-52FBD41AF3FC}"/>
              </a:ext>
            </a:extLst>
          </p:cNvPr>
          <p:cNvSpPr>
            <a:spLocks xmlns:a="http://schemas.openxmlformats.org/drawingml/2006/main" noGrp="1"/>
          </p:cNvSpPr>
          <p:nvPr>
            <p:ph type="body" idx="11"/>
          </p:nvPr>
        </p:nvSpPr>
        <p:spPr>
          <a:xfrm xmlns:a="http://schemas.openxmlformats.org/drawingml/2006/main">
            <a:off x="3706416" y="439341"/>
            <a:ext cx="5000625" cy="4262437"/>
          </a:xfrm>
        </p:spPr>
        <p:txBody>
          <a:bodyPr xmlns:a="http://schemas.openxmlformats.org/drawingml/2006/main" anchor="ctr"/>
          <a:lstStyle xmlns:a="http://schemas.openxmlformats.org/drawingml/2006/main">
            <a:lvl1pPr marL="0" indent="0">
              <a:spcAft>
                <a:spcPts val="450"/>
              </a:spcAft>
              <a:buFont typeface="Wingdings"/>
              <a:buNone/>
              <a:defRPr/>
            </a:lvl1pPr>
          </a:lstStyle>
          <a:p xmlns:a="http://schemas.openxmlformats.org/drawingml/2006/main">
            <a:pPr marL="0" lvl="0" indent="0">
              <a:buNone/>
            </a:pPr>
            <a:r>
              <a:t>Click to edit Master text styles</a:t>
            </a:r>
          </a:p>
        </p:txBody>
      </p:sp>
      <p:sp>
        <p:nvSpPr>
          <p:cNvPr id="5" name="Straight Connector 4">
            <a:extLst xmlns:a="http://schemas.openxmlformats.org/drawingml/2006/main">
              <a:ext uri="{FF2B5EF4-FFF2-40B4-BE49-F238E27FC236}">
                <a16:creationId xmlns:a16="http://schemas.microsoft.com/office/drawing/2014/main" id="{24A144A1-B43E-4205-9DBD-BF1D450B2D13}"/>
              </a:ext>
            </a:extLst>
          </p:cNvPr>
          <p:cNvSpPr>
            <a:spLocks xmlns:a="http://schemas.openxmlformats.org/drawingml/2006/main" noGrp="1"/>
          </p:cNvSpPr>
          <p:nvPr/>
        </p:nvSpPr>
        <p:spPr>
          <a:xfrm xmlns:a="http://schemas.openxmlformats.org/drawingml/2006/main">
            <a:off x="3267075" y="1933575"/>
            <a:ext cx="0" cy="1276350"/>
          </a:xfrm>
          <a:prstGeom xmlns:a="http://schemas.openxmlformats.org/drawingml/2006/main" prst="line">
            <a:avLst/>
          </a:prstGeom>
          <a:ln xmlns:a="http://schemas.openxmlformats.org/drawingml/2006/main" w="28575">
            <a:solidFill>
              <a:schemeClr val="accent1"/>
            </a:solidFill>
            <a:headEnd type="none" w="lg" len="med"/>
            <a:tailEnd type="none" w="lg"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A1DC2181-37AB-40A3-B61C-1DE7DBB57D63}"/>
              </a:ext>
            </a:extLst>
          </p:cNvPr>
          <p:cNvSpPr>
            <a:spLocks xmlns:a="http://schemas.openxmlformats.org/drawingml/2006/main" noGrp="1"/>
          </p:cNvSpPr>
          <p:nvPr/>
        </p:nvSpPr>
        <p:spPr>
          <a:xfrm xmlns:a="http://schemas.openxmlformats.org/drawingml/2006/main">
            <a:off x="9266791" y="-152958"/>
            <a:ext cx="432811"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36.xml><?xml version="1.0" encoding="utf-8"?>
<p:sldLayout xmlns:p="http://schemas.openxmlformats.org/presentationml/2006/main" preserve="1">
  <p:cSld name="Developer Code Layou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90636FE-845C-418D-82A1-1DA6DB73D781}"/>
              </a:ext>
            </a:extLst>
          </p:cNvPr>
          <p:cNvSpPr>
            <a:spLocks xmlns:a="http://schemas.openxmlformats.org/drawingml/2006/main" noGrp="1"/>
          </p:cNvSpPr>
          <p:nvPr>
            <p:ph type="title" idx="0"/>
          </p:nvPr>
        </p:nvSpPr>
        <p:spPr/>
        <p:txBody>
          <a:bodyPr xmlns:a="http://schemas.openxmlformats.org/drawingml/2006/main" anchor="ctr"/>
          <a:lstStyle xmlns:a="http://schemas.openxmlformats.org/drawingml/2006/main"/>
          <a:p xmlns:a="http://schemas.openxmlformats.org/drawingml/2006/main">
            <a:r>
              <a:t>Click to edit Master title style</a:t>
            </a:r>
          </a:p>
        </p:txBody>
      </p:sp>
      <p:sp>
        <p:nvSpPr>
          <p:cNvPr id="6" name="Rectangle 5">
            <a:extLst xmlns:a="http://schemas.openxmlformats.org/drawingml/2006/main">
              <a:ext uri="{FF2B5EF4-FFF2-40B4-BE49-F238E27FC236}">
                <a16:creationId xmlns:a16="http://schemas.microsoft.com/office/drawing/2014/main" id="{182D46E0-16CE-40B0-8623-F82D5D410958}"/>
              </a:ext>
            </a:extLst>
          </p:cNvPr>
          <p:cNvSpPr>
            <a:spLocks xmlns:a="http://schemas.openxmlformats.org/drawingml/2006/main" noGrp="1"/>
          </p:cNvSpPr>
          <p:nvPr/>
        </p:nvSpPr>
        <p:spPr>
          <a:xfrm xmlns:a="http://schemas.openxmlformats.org/drawingml/2006/main">
            <a:off x="0" y="1077516"/>
            <a:ext cx="9144000" cy="4065984"/>
          </a:xfrm>
          <a:prstGeom xmlns:a="http://schemas.openxmlformats.org/drawingml/2006/main" prst="rect">
            <a:avLst/>
          </a:prstGeom>
          <a:solidFill xmlns:a="http://schemas.openxmlformats.org/drawingml/2006/main">
            <a:srgbClr val="F4F3F5"/>
          </a:solidFill>
          <a:ln xmlns:a="http://schemas.openxmlformats.org/drawingml/2006/main">
            <a:noFill/>
            <a:headEnd type="none" w="med" len="med"/>
            <a:tailEnd type="none" w="med" len="med"/>
          </a:ln>
        </p:spPr>
        <p:style>
          <a:lnRef xmlns:a="http://schemas.openxmlformats.org/drawingml/2006/main" idx="1">
            <a:schemeClr val="accent2"/>
          </a:lnRef>
          <a:fillRef xmlns:a="http://schemas.openxmlformats.org/drawingml/2006/main" idx="3">
            <a:schemeClr val="accent2"/>
          </a:fillRef>
          <a:effectRef xmlns:a="http://schemas.openxmlformats.org/drawingml/2006/main" idx="2">
            <a:schemeClr val="accent2"/>
          </a:effectRef>
          <a:fontRef xmlns:a="http://schemas.openxmlformats.org/drawingml/2006/main" idx="minor">
            <a:schemeClr val="lt1"/>
          </a:fontRef>
        </p:style>
        <p:txBody>
          <a:bodyPr xmlns:a="http://schemas.openxmlformats.org/drawingml/2006/main" rot="0" spcFirstLastPara="0" vert="horz" wrap="square" lIns="137160" tIns="109728" rIns="137160" bIns="109728" anchor="t">
            <a:noAutofit/>
          </a:bodyPr>
          <a:lstStyle xmlns:a="http://schemas.openxmlformats.org/drawingml/2006/main"/>
          <a:p xmlns:a="http://schemas.openxmlformats.org/drawingml/2006/main">
            <a:pPr marL="0" indent="0" algn="l" defTabSz="699354">
              <a:spcBef>
                <a:spcPct val="0"/>
              </a:spcBef>
              <a:spcAft>
                <a:spcPct val="0"/>
              </a:spcAft>
              <a:buNone/>
            </a:pPr>
            <a:endParaRPr sz="1500">
              <a:solidFill>
                <a:srgbClr val="FFFFFF"/>
              </a:solidFill>
            </a:endParaRPr>
          </a:p>
        </p:txBody>
      </p:sp>
      <p:sp>
        <p:nvSpPr>
          <p:cNvPr id="8" name="Text Placeholder 14">
            <a:extLst xmlns:a="http://schemas.openxmlformats.org/drawingml/2006/main">
              <a:ext uri="{FF2B5EF4-FFF2-40B4-BE49-F238E27FC236}">
                <a16:creationId xmlns:a16="http://schemas.microsoft.com/office/drawing/2014/main" id="{44977AB6-1D7E-4858-A2EA-BF86577C3990}"/>
              </a:ext>
            </a:extLst>
          </p:cNvPr>
          <p:cNvSpPr>
            <a:spLocks xmlns:a="http://schemas.openxmlformats.org/drawingml/2006/main" noGrp="1"/>
          </p:cNvSpPr>
          <p:nvPr>
            <p:ph type="body" idx="13" hasCustomPrompt="1"/>
          </p:nvPr>
        </p:nvSpPr>
        <p:spPr>
          <a:xfrm xmlns:a="http://schemas.openxmlformats.org/drawingml/2006/main">
            <a:off x="0" y="1077516"/>
            <a:ext cx="2841269" cy="334611"/>
          </a:xfrm>
          <a:prstGeom xmlns:a="http://schemas.openxmlformats.org/drawingml/2006/main" prst="rect">
            <a:avLst/>
          </a:prstGeom>
          <a:gradFill xmlns:a="http://schemas.openxmlformats.org/drawingml/2006/main" flip="none" rotWithShape="1">
            <a:gsLst>
              <a:gs pos="0">
                <a:srgbClr val="000000"/>
              </a:gs>
              <a:gs pos="92000">
                <a:srgbClr val="000000"/>
              </a:gs>
              <a:gs pos="92000">
                <a:schemeClr val="accent1"/>
              </a:gs>
            </a:gsLst>
            <a:lin ang="16200000" scaled="1"/>
            <a:tileRect/>
          </a:gradFill>
        </p:spPr>
        <p:txBody>
          <a:bodyPr xmlns:a="http://schemas.openxmlformats.org/drawingml/2006/main" lIns="585216" tIns="91440" bIns="45720"/>
          <a:lstStyle xmlns:a="http://schemas.openxmlformats.org/drawingml/2006/main">
            <a:lvl1pPr marL="0" indent="0">
              <a:buNone/>
              <a:defRPr sz="1499">
                <a:solidFill>
                  <a:srgbClr val="FFFFFF"/>
                </a:solidFill>
                <a:latin typeface="+mj-lt"/>
                <a:ea typeface="+mj-lt"/>
                <a:cs typeface="+mj-lt"/>
              </a:defRPr>
            </a:lvl1pPr>
          </a:lstStyle>
          <a:p xmlns:a="http://schemas.openxmlformats.org/drawingml/2006/main">
            <a:pPr marL="0" lvl="0" indent="0">
              <a:buNone/>
            </a:pPr>
            <a:r>
              <a:t>Click to enter title</a:t>
            </a:r>
          </a:p>
        </p:txBody>
      </p:sp>
      <p:sp>
        <p:nvSpPr>
          <p:cNvPr id="5" name="Text Placeholder 4">
            <a:extLst xmlns:a="http://schemas.openxmlformats.org/drawingml/2006/main">
              <a:ext uri="{FF2B5EF4-FFF2-40B4-BE49-F238E27FC236}">
                <a16:creationId xmlns:a16="http://schemas.microsoft.com/office/drawing/2014/main" id="{BA9F61CF-FF79-485A-A6C8-A1952EFD58AE}"/>
              </a:ext>
            </a:extLst>
          </p:cNvPr>
          <p:cNvSpPr>
            <a:spLocks xmlns:a="http://schemas.openxmlformats.org/drawingml/2006/main" noGrp="1"/>
          </p:cNvSpPr>
          <p:nvPr>
            <p:ph type="body" idx="10"/>
          </p:nvPr>
        </p:nvSpPr>
        <p:spPr>
          <a:xfrm xmlns:a="http://schemas.openxmlformats.org/drawingml/2006/main">
            <a:off x="441197" y="1574483"/>
            <a:ext cx="8263890" cy="276999"/>
          </a:xfrm>
        </p:spPr>
        <p:txBody>
          <a:bodyPr xmlns:a="http://schemas.openxmlformats.org/drawingml/2006/main"/>
          <a:lstStyle xmlns:a="http://schemas.openxmlformats.org/drawingml/2006/main">
            <a:lvl1pPr marL="0" indent="0">
              <a:buNone/>
              <a:defRPr sz="1800">
                <a:solidFill>
                  <a:srgbClr val="000000"/>
                </a:solidFill>
                <a:latin typeface="Consolas"/>
                <a:ea typeface="Consolas"/>
                <a:cs typeface="Consolas"/>
              </a:defRPr>
            </a:lvl1pPr>
            <a:lvl2pPr marL="0" indent="0">
              <a:buNone/>
              <a:tabLst>
                <a:tab pos="258366" algn="l"/>
              </a:tabLst>
              <a:defRPr sz="1800">
                <a:solidFill>
                  <a:schemeClr val="tx1"/>
                </a:solidFill>
                <a:latin typeface="Consolas"/>
                <a:ea typeface="Consolas"/>
                <a:cs typeface="Consolas"/>
              </a:defRPr>
            </a:lvl2pPr>
            <a:lvl3pPr marL="0" indent="0">
              <a:buNone/>
              <a:tabLst>
                <a:tab pos="427435" algn="l"/>
              </a:tabLst>
              <a:defRPr sz="1800">
                <a:solidFill>
                  <a:schemeClr val="tx1"/>
                </a:solidFill>
                <a:latin typeface="Consolas"/>
                <a:ea typeface="Consolas"/>
                <a:cs typeface="Consolas"/>
              </a:defRPr>
            </a:lvl3pPr>
            <a:lvl4pPr marL="0" indent="0">
              <a:buNone/>
              <a:tabLst>
                <a:tab pos="600075" algn="l"/>
              </a:tabLst>
              <a:defRPr sz="1800">
                <a:solidFill>
                  <a:schemeClr val="tx1"/>
                </a:solidFill>
                <a:latin typeface="Consolas"/>
                <a:ea typeface="Consolas"/>
                <a:cs typeface="Consolas"/>
              </a:defRPr>
            </a:lvl4pPr>
            <a:lvl5pPr marL="0" indent="0">
              <a:buNone/>
              <a:tabLst>
                <a:tab pos="771525" algn="l"/>
              </a:tabLst>
              <a:defRPr sz="1800">
                <a:solidFill>
                  <a:schemeClr val="tx1"/>
                </a:solidFill>
                <a:latin typeface="Consolas"/>
                <a:ea typeface="Consolas"/>
                <a:cs typeface="Consolas"/>
              </a:defRPr>
            </a:lvl5pPr>
          </a:lstStyle>
          <a:p xmlns:a="http://schemas.openxmlformats.org/drawingml/2006/main">
            <a:pPr marL="0" lvl="0" indent="0">
              <a:buNone/>
            </a:pPr>
            <a:r>
              <a:t>Click to edit Master text styles</a:t>
            </a:r>
          </a:p>
        </p:txBody>
      </p:sp>
    </p:spTree>
  </p:cSld>
</p:sldLayout>
</file>

<file path=ppt/slideLayouts/slideLayout37.xml><?xml version="1.0" encoding="utf-8"?>
<p:sldLayout xmlns:p="http://schemas.openxmlformats.org/presentationml/2006/main" preserve="1">
  <p:cSld name="Code Bottom">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1845FFD-6B9A-4013-932A-5E4D7E849D1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marL="0" indent="0">
              <a:buNone/>
              <a:defRPr>
                <a:solidFill>
                  <a:schemeClr val="tx1"/>
                </a:solidFill>
              </a:defRPr>
            </a:lvl1pPr>
          </a:lstStyle>
          <a:p xmlns:a="http://schemas.openxmlformats.org/drawingml/2006/main">
            <a:r>
              <a:t>Click to edit Master title style</a:t>
            </a:r>
          </a:p>
        </p:txBody>
      </p:sp>
      <p:sp>
        <p:nvSpPr>
          <p:cNvPr id="19" name="Text Placeholder 3">
            <a:extLst xmlns:a="http://schemas.openxmlformats.org/drawingml/2006/main">
              <a:ext uri="{FF2B5EF4-FFF2-40B4-BE49-F238E27FC236}">
                <a16:creationId xmlns:a16="http://schemas.microsoft.com/office/drawing/2014/main" id="{7B17F8BB-3610-1A4F-9E76-B12E706A5517}"/>
              </a:ext>
            </a:extLst>
          </p:cNvPr>
          <p:cNvSpPr>
            <a:spLocks xmlns:a="http://schemas.openxmlformats.org/drawingml/2006/main" noGrp="1"/>
          </p:cNvSpPr>
          <p:nvPr>
            <p:ph type="body" idx="10" hasCustomPrompt="1"/>
          </p:nvPr>
        </p:nvSpPr>
        <p:spPr>
          <a:xfrm xmlns:a="http://schemas.openxmlformats.org/drawingml/2006/main">
            <a:off x="439793" y="923011"/>
            <a:ext cx="8263890" cy="276999"/>
          </a:xfrm>
        </p:spPr>
        <p:txBody>
          <a:bodyPr xmlns:a="http://schemas.openxmlformats.org/drawingml/2006/main" wrap="square">
            <a:spAutoFit/>
          </a:bodyPr>
          <a:lstStyle xmlns:a="http://schemas.openxmlformats.org/drawingml/2006/main">
            <a:lvl1pPr marL="0" indent="0">
              <a:spcBef>
                <a:spcPts val="450"/>
              </a:spcBef>
              <a:spcAft>
                <a:spcPts val="0"/>
              </a:spcAft>
              <a:buNone/>
              <a:defRPr sz="1800">
                <a:solidFill>
                  <a:schemeClr val="tx1"/>
                </a:solidFill>
                <a:latin typeface="+mn-lt"/>
                <a:ea typeface="+mn-lt"/>
                <a:cs typeface="+mn-lt"/>
              </a:defRPr>
            </a:lvl1pPr>
            <a:lvl2pPr marL="0" indent="0">
              <a:buNone/>
              <a:defRPr sz="1800">
                <a:solidFill>
                  <a:srgbClr val="2F2F2F"/>
                </a:solidFill>
                <a:latin typeface="Segoe UI"/>
                <a:ea typeface="Segoe UI"/>
                <a:cs typeface="Segoe UI"/>
              </a:defRPr>
            </a:lvl2pPr>
            <a:lvl3pPr marL="0" indent="0">
              <a:buNone/>
              <a:defRPr/>
            </a:lvl3pPr>
            <a:lvl4pPr marL="0" indent="0">
              <a:buNone/>
              <a:defRPr/>
            </a:lvl4pPr>
            <a:lvl5pPr marL="0" indent="0">
              <a:buNone/>
              <a:defRPr/>
            </a:lvl5pPr>
          </a:lstStyle>
          <a:p xmlns:a="http://schemas.openxmlformats.org/drawingml/2006/main">
            <a:pPr marL="0" lvl="0" indent="0">
              <a:buNone/>
            </a:pPr>
            <a:r>
              <a:t>Click to edit text</a:t>
            </a:r>
          </a:p>
        </p:txBody>
      </p:sp>
      <p:sp>
        <p:nvSpPr>
          <p:cNvPr id="5" name="Rectangle 4">
            <a:extLst xmlns:a="http://schemas.openxmlformats.org/drawingml/2006/main">
              <a:ext uri="{FF2B5EF4-FFF2-40B4-BE49-F238E27FC236}">
                <a16:creationId xmlns:a16="http://schemas.microsoft.com/office/drawing/2014/main" id="{F1EBE70E-6A93-4EB4-A189-6F9DE42CEE12}"/>
              </a:ext>
            </a:extLst>
          </p:cNvPr>
          <p:cNvSpPr>
            <a:spLocks xmlns:a="http://schemas.openxmlformats.org/drawingml/2006/main" noGrp="1"/>
          </p:cNvSpPr>
          <p:nvPr/>
        </p:nvSpPr>
        <p:spPr>
          <a:xfrm xmlns:a="http://schemas.openxmlformats.org/drawingml/2006/main">
            <a:off x="0" y="2120353"/>
            <a:ext cx="9144000" cy="3023147"/>
          </a:xfrm>
          <a:prstGeom xmlns:a="http://schemas.openxmlformats.org/drawingml/2006/main" prst="rect">
            <a:avLst/>
          </a:prstGeom>
          <a:solidFill xmlns:a="http://schemas.openxmlformats.org/drawingml/2006/main">
            <a:srgbClr val="F4F3F5"/>
          </a:solidFill>
          <a:ln xmlns:a="http://schemas.openxmlformats.org/drawingml/2006/main">
            <a:noFill/>
            <a:headEnd type="none" w="med" len="med"/>
            <a:tailEnd type="none" w="med" len="med"/>
          </a:ln>
        </p:spPr>
        <p:style>
          <a:lnRef xmlns:a="http://schemas.openxmlformats.org/drawingml/2006/main" idx="1">
            <a:schemeClr val="accent2"/>
          </a:lnRef>
          <a:fillRef xmlns:a="http://schemas.openxmlformats.org/drawingml/2006/main" idx="3">
            <a:schemeClr val="accent2"/>
          </a:fillRef>
          <a:effectRef xmlns:a="http://schemas.openxmlformats.org/drawingml/2006/main" idx="2">
            <a:schemeClr val="accent2"/>
          </a:effectRef>
          <a:fontRef xmlns:a="http://schemas.openxmlformats.org/drawingml/2006/main" idx="minor">
            <a:schemeClr val="lt1"/>
          </a:fontRef>
        </p:style>
        <p:txBody>
          <a:bodyPr xmlns:a="http://schemas.openxmlformats.org/drawingml/2006/main" rot="0" spcFirstLastPara="0" vert="horz" wrap="square" lIns="137160" tIns="109728" rIns="137160" bIns="109728" anchor="t">
            <a:noAutofit/>
          </a:bodyPr>
          <a:lstStyle xmlns:a="http://schemas.openxmlformats.org/drawingml/2006/main"/>
          <a:p xmlns:a="http://schemas.openxmlformats.org/drawingml/2006/main">
            <a:pPr marL="0" indent="0" algn="l" defTabSz="699354">
              <a:spcBef>
                <a:spcPct val="0"/>
              </a:spcBef>
              <a:spcAft>
                <a:spcPct val="0"/>
              </a:spcAft>
              <a:buNone/>
            </a:pPr>
            <a:endParaRPr sz="1500">
              <a:solidFill>
                <a:srgbClr val="FFFFFF"/>
              </a:solidFill>
            </a:endParaRPr>
          </a:p>
        </p:txBody>
      </p:sp>
      <p:sp>
        <p:nvSpPr>
          <p:cNvPr id="17" name="Text Placeholder 14">
            <a:extLst xmlns:a="http://schemas.openxmlformats.org/drawingml/2006/main">
              <a:ext uri="{FF2B5EF4-FFF2-40B4-BE49-F238E27FC236}">
                <a16:creationId xmlns:a16="http://schemas.microsoft.com/office/drawing/2014/main" id="{0E9A2E28-037B-FA4D-ADDC-1AFA11D65CB2}"/>
              </a:ext>
            </a:extLst>
          </p:cNvPr>
          <p:cNvSpPr>
            <a:spLocks xmlns:a="http://schemas.openxmlformats.org/drawingml/2006/main" noGrp="1"/>
          </p:cNvSpPr>
          <p:nvPr>
            <p:ph type="body" idx="13" hasCustomPrompt="1"/>
          </p:nvPr>
        </p:nvSpPr>
        <p:spPr>
          <a:xfrm xmlns:a="http://schemas.openxmlformats.org/drawingml/2006/main">
            <a:off x="0" y="2120354"/>
            <a:ext cx="2841269" cy="334611"/>
          </a:xfrm>
          <a:prstGeom xmlns:a="http://schemas.openxmlformats.org/drawingml/2006/main" prst="rect">
            <a:avLst/>
          </a:prstGeom>
          <a:gradFill xmlns:a="http://schemas.openxmlformats.org/drawingml/2006/main" flip="none" rotWithShape="1">
            <a:gsLst>
              <a:gs pos="0">
                <a:srgbClr val="000000"/>
              </a:gs>
              <a:gs pos="92000">
                <a:srgbClr val="000000"/>
              </a:gs>
              <a:gs pos="92000">
                <a:schemeClr val="accent1"/>
              </a:gs>
            </a:gsLst>
            <a:lin ang="16200000" scaled="1"/>
            <a:tileRect/>
          </a:gradFill>
        </p:spPr>
        <p:txBody>
          <a:bodyPr xmlns:a="http://schemas.openxmlformats.org/drawingml/2006/main" lIns="585216" tIns="91440" bIns="45720"/>
          <a:lstStyle xmlns:a="http://schemas.openxmlformats.org/drawingml/2006/main">
            <a:lvl1pPr marL="0" indent="0">
              <a:buNone/>
              <a:defRPr sz="1499">
                <a:solidFill>
                  <a:srgbClr val="FFFFFF"/>
                </a:solidFill>
                <a:latin typeface="+mj-lt"/>
                <a:ea typeface="+mj-lt"/>
                <a:cs typeface="+mj-lt"/>
              </a:defRPr>
            </a:lvl1pPr>
          </a:lstStyle>
          <a:p xmlns:a="http://schemas.openxmlformats.org/drawingml/2006/main">
            <a:pPr marL="0" lvl="0" indent="0">
              <a:buNone/>
            </a:pPr>
            <a:r>
              <a:t>Click to enter title</a:t>
            </a:r>
          </a:p>
        </p:txBody>
      </p:sp>
      <p:sp>
        <p:nvSpPr>
          <p:cNvPr id="13" name="Text Placeholder 4">
            <a:extLst xmlns:a="http://schemas.openxmlformats.org/drawingml/2006/main">
              <a:ext uri="{FF2B5EF4-FFF2-40B4-BE49-F238E27FC236}">
                <a16:creationId xmlns:a16="http://schemas.microsoft.com/office/drawing/2014/main" id="{47501FD0-A948-CC48-8B11-3BD4F2AE4E8F}"/>
              </a:ext>
            </a:extLst>
          </p:cNvPr>
          <p:cNvSpPr>
            <a:spLocks xmlns:a="http://schemas.openxmlformats.org/drawingml/2006/main" noGrp="1"/>
          </p:cNvSpPr>
          <p:nvPr>
            <p:ph type="body" idx="11" hasCustomPrompt="1"/>
          </p:nvPr>
        </p:nvSpPr>
        <p:spPr>
          <a:xfrm xmlns:a="http://schemas.openxmlformats.org/drawingml/2006/main">
            <a:off x="439792" y="2618414"/>
            <a:ext cx="8263890" cy="276999"/>
          </a:xfrm>
        </p:spPr>
        <p:txBody>
          <a:bodyPr xmlns:a="http://schemas.openxmlformats.org/drawingml/2006/main"/>
          <a:lstStyle xmlns:a="http://schemas.openxmlformats.org/drawingml/2006/main">
            <a:lvl1pPr marL="0" indent="0">
              <a:buNone/>
              <a:defRPr sz="1800">
                <a:solidFill>
                  <a:srgbClr val="000000"/>
                </a:solidFill>
                <a:latin typeface="Consolas"/>
                <a:ea typeface="Consolas"/>
                <a:cs typeface="Consolas"/>
              </a:defRPr>
            </a:lvl1pPr>
            <a:lvl2pPr marL="0" indent="0">
              <a:buNone/>
              <a:defRPr sz="1799">
                <a:gradFill>
                  <a:gsLst>
                    <a:gs pos="61049">
                      <a:schemeClr val="tx1"/>
                    </a:gs>
                    <a:gs pos="43000">
                      <a:schemeClr val="tx1"/>
                    </a:gs>
                  </a:gsLst>
                  <a:lin ang="5400000" scaled="0"/>
                </a:gradFill>
                <a:latin typeface="Consolas"/>
                <a:ea typeface="Consolas"/>
                <a:cs typeface="Consolas"/>
              </a:defRPr>
            </a:lvl2pPr>
            <a:lvl3pPr marL="0" indent="0">
              <a:buNone/>
              <a:defRPr sz="1499">
                <a:gradFill>
                  <a:gsLst>
                    <a:gs pos="61049">
                      <a:schemeClr val="tx1"/>
                    </a:gs>
                    <a:gs pos="43000">
                      <a:schemeClr val="tx1"/>
                    </a:gs>
                  </a:gsLst>
                  <a:lin ang="5400000" scaled="0"/>
                </a:gradFill>
                <a:latin typeface="Consolas"/>
                <a:ea typeface="Consolas"/>
                <a:cs typeface="Consolas"/>
              </a:defRPr>
            </a:lvl3pPr>
            <a:lvl4pPr marL="0" indent="0">
              <a:buNone/>
              <a:defRPr sz="1349">
                <a:gradFill>
                  <a:gsLst>
                    <a:gs pos="61049">
                      <a:schemeClr val="tx1"/>
                    </a:gs>
                    <a:gs pos="43000">
                      <a:schemeClr val="tx1"/>
                    </a:gs>
                  </a:gsLst>
                  <a:lin ang="5400000" scaled="0"/>
                </a:gradFill>
                <a:latin typeface="Consolas"/>
                <a:ea typeface="Consolas"/>
                <a:cs typeface="Consolas"/>
              </a:defRPr>
            </a:lvl4pPr>
            <a:lvl5pPr marL="0" indent="0">
              <a:buNone/>
              <a:defRPr sz="1349">
                <a:gradFill>
                  <a:gsLst>
                    <a:gs pos="61049">
                      <a:schemeClr val="tx1"/>
                    </a:gs>
                    <a:gs pos="43000">
                      <a:schemeClr val="tx1"/>
                    </a:gs>
                  </a:gsLst>
                  <a:lin ang="5400000" scaled="0"/>
                </a:gradFill>
                <a:latin typeface="Consolas"/>
                <a:ea typeface="Consolas"/>
                <a:cs typeface="Consolas"/>
              </a:defRPr>
            </a:lvl5pPr>
          </a:lstStyle>
          <a:p xmlns:a="http://schemas.openxmlformats.org/drawingml/2006/main">
            <a:pPr marL="0" lvl="0" indent="0">
              <a:buNone/>
            </a:pPr>
            <a:r>
              <a:t>Click to edit or paste code</a:t>
            </a:r>
          </a:p>
        </p:txBody>
      </p:sp>
    </p:spTree>
  </p:cSld>
</p:sldLayout>
</file>

<file path=ppt/slideLayouts/slideLayout38.xml><?xml version="1.0" encoding="utf-8"?>
<p:sldLayout xmlns:p="http://schemas.openxmlformats.org/presentationml/2006/main" preserve="1">
  <p:cSld name="Code Top">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F1EBE70E-6A93-4EB4-A189-6F9DE42CEE12}"/>
              </a:ext>
            </a:extLst>
          </p:cNvPr>
          <p:cNvSpPr>
            <a:spLocks xmlns:a="http://schemas.openxmlformats.org/drawingml/2006/main" noGrp="1"/>
          </p:cNvSpPr>
          <p:nvPr/>
        </p:nvSpPr>
        <p:spPr>
          <a:xfrm xmlns:a="http://schemas.openxmlformats.org/drawingml/2006/main">
            <a:off x="0" y="0"/>
            <a:ext cx="9144000" cy="3023147"/>
          </a:xfrm>
          <a:prstGeom xmlns:a="http://schemas.openxmlformats.org/drawingml/2006/main" prst="rect">
            <a:avLst/>
          </a:prstGeom>
          <a:solidFill xmlns:a="http://schemas.openxmlformats.org/drawingml/2006/main">
            <a:srgbClr val="F4F3F5"/>
          </a:solidFill>
          <a:ln xmlns:a="http://schemas.openxmlformats.org/drawingml/2006/main">
            <a:noFill/>
            <a:headEnd type="none" w="med" len="med"/>
            <a:tailEnd type="none" w="med" len="med"/>
          </a:ln>
        </p:spPr>
        <p:style>
          <a:lnRef xmlns:a="http://schemas.openxmlformats.org/drawingml/2006/main" idx="1">
            <a:schemeClr val="accent2"/>
          </a:lnRef>
          <a:fillRef xmlns:a="http://schemas.openxmlformats.org/drawingml/2006/main" idx="3">
            <a:schemeClr val="accent2"/>
          </a:fillRef>
          <a:effectRef xmlns:a="http://schemas.openxmlformats.org/drawingml/2006/main" idx="2">
            <a:schemeClr val="accent2"/>
          </a:effectRef>
          <a:fontRef xmlns:a="http://schemas.openxmlformats.org/drawingml/2006/main" idx="minor">
            <a:schemeClr val="lt1"/>
          </a:fontRef>
        </p:style>
        <p:txBody>
          <a:bodyPr xmlns:a="http://schemas.openxmlformats.org/drawingml/2006/main" rot="0" spcFirstLastPara="0" vert="horz" wrap="square" lIns="137160" tIns="109728" rIns="137160" bIns="109728" anchor="t">
            <a:noAutofit/>
          </a:bodyPr>
          <a:lstStyle xmlns:a="http://schemas.openxmlformats.org/drawingml/2006/main"/>
          <a:p xmlns:a="http://schemas.openxmlformats.org/drawingml/2006/main">
            <a:pPr marL="0" indent="0" algn="l" defTabSz="699354">
              <a:spcBef>
                <a:spcPct val="0"/>
              </a:spcBef>
              <a:spcAft>
                <a:spcPct val="0"/>
              </a:spcAft>
              <a:buNone/>
            </a:pPr>
            <a:endParaRPr sz="1500">
              <a:solidFill>
                <a:srgbClr val="FFFFFF"/>
              </a:solidFill>
            </a:endParaRPr>
          </a:p>
        </p:txBody>
      </p:sp>
      <p:sp>
        <p:nvSpPr>
          <p:cNvPr id="3" name="Title 2">
            <a:extLst xmlns:a="http://schemas.openxmlformats.org/drawingml/2006/main">
              <a:ext uri="{FF2B5EF4-FFF2-40B4-BE49-F238E27FC236}">
                <a16:creationId xmlns:a16="http://schemas.microsoft.com/office/drawing/2014/main" id="{71845FFD-6B9A-4013-932A-5E4D7E849D10}"/>
              </a:ext>
            </a:extLst>
          </p:cNvPr>
          <p:cNvSpPr>
            <a:spLocks xmlns:a="http://schemas.openxmlformats.org/drawingml/2006/main" noGrp="1"/>
          </p:cNvSpPr>
          <p:nvPr>
            <p:ph type="title" idx="0"/>
          </p:nvPr>
        </p:nvSpPr>
        <p:spPr>
          <a:xfrm xmlns:a="http://schemas.openxmlformats.org/drawingml/2006/main">
            <a:off x="441197" y="3168436"/>
            <a:ext cx="8263890" cy="369332"/>
          </a:xfrm>
        </p:spPr>
        <p:txBody>
          <a:bodyPr xmlns:a="http://schemas.openxmlformats.org/drawingml/2006/main"/>
          <a:lstStyle xmlns:a="http://schemas.openxmlformats.org/drawingml/2006/main">
            <a:lvl1pPr marL="0" indent="0">
              <a:buNone/>
              <a:defRPr sz="2400">
                <a:solidFill>
                  <a:schemeClr val="tx1"/>
                </a:solidFill>
              </a:defRPr>
            </a:lvl1pPr>
          </a:lstStyle>
          <a:p xmlns:a="http://schemas.openxmlformats.org/drawingml/2006/main">
            <a:r>
              <a:t>Click to edit Master title style</a:t>
            </a:r>
          </a:p>
        </p:txBody>
      </p:sp>
      <p:sp>
        <p:nvSpPr>
          <p:cNvPr id="17" name="Text Placeholder 14">
            <a:extLst xmlns:a="http://schemas.openxmlformats.org/drawingml/2006/main">
              <a:ext uri="{FF2B5EF4-FFF2-40B4-BE49-F238E27FC236}">
                <a16:creationId xmlns:a16="http://schemas.microsoft.com/office/drawing/2014/main" id="{0E9A2E28-037B-FA4D-ADDC-1AFA11D65CB2}"/>
              </a:ext>
            </a:extLst>
          </p:cNvPr>
          <p:cNvSpPr>
            <a:spLocks xmlns:a="http://schemas.openxmlformats.org/drawingml/2006/main" noGrp="1"/>
          </p:cNvSpPr>
          <p:nvPr>
            <p:ph type="body" idx="13" hasCustomPrompt="1"/>
          </p:nvPr>
        </p:nvSpPr>
        <p:spPr>
          <a:xfrm xmlns:a="http://schemas.openxmlformats.org/drawingml/2006/main">
            <a:off x="0" y="0"/>
            <a:ext cx="2841269" cy="334611"/>
          </a:xfrm>
          <a:prstGeom xmlns:a="http://schemas.openxmlformats.org/drawingml/2006/main" prst="rect">
            <a:avLst/>
          </a:prstGeom>
          <a:gradFill xmlns:a="http://schemas.openxmlformats.org/drawingml/2006/main" flip="none" rotWithShape="1">
            <a:gsLst>
              <a:gs pos="0">
                <a:srgbClr val="000000"/>
              </a:gs>
              <a:gs pos="92000">
                <a:srgbClr val="000000"/>
              </a:gs>
              <a:gs pos="92000">
                <a:schemeClr val="accent1"/>
              </a:gs>
            </a:gsLst>
            <a:lin ang="16200000" scaled="1"/>
            <a:tileRect/>
          </a:gradFill>
        </p:spPr>
        <p:txBody>
          <a:bodyPr xmlns:a="http://schemas.openxmlformats.org/drawingml/2006/main" lIns="585216" tIns="91440" bIns="45720"/>
          <a:lstStyle xmlns:a="http://schemas.openxmlformats.org/drawingml/2006/main">
            <a:lvl1pPr marL="0" indent="0">
              <a:buNone/>
              <a:defRPr sz="1499">
                <a:solidFill>
                  <a:srgbClr val="FFFFFF"/>
                </a:solidFill>
                <a:latin typeface="+mj-lt"/>
                <a:ea typeface="+mj-lt"/>
                <a:cs typeface="+mj-lt"/>
              </a:defRPr>
            </a:lvl1pPr>
          </a:lstStyle>
          <a:p xmlns:a="http://schemas.openxmlformats.org/drawingml/2006/main">
            <a:pPr marL="0" lvl="0" indent="0">
              <a:buNone/>
            </a:pPr>
            <a:r>
              <a:t>Click to enter title</a:t>
            </a:r>
          </a:p>
        </p:txBody>
      </p:sp>
      <p:sp>
        <p:nvSpPr>
          <p:cNvPr id="13" name="Text Placeholder 4">
            <a:extLst xmlns:a="http://schemas.openxmlformats.org/drawingml/2006/main">
              <a:ext uri="{FF2B5EF4-FFF2-40B4-BE49-F238E27FC236}">
                <a16:creationId xmlns:a16="http://schemas.microsoft.com/office/drawing/2014/main" id="{47501FD0-A948-CC48-8B11-3BD4F2AE4E8F}"/>
              </a:ext>
            </a:extLst>
          </p:cNvPr>
          <p:cNvSpPr>
            <a:spLocks xmlns:a="http://schemas.openxmlformats.org/drawingml/2006/main" noGrp="1"/>
          </p:cNvSpPr>
          <p:nvPr>
            <p:ph type="body" idx="11" hasCustomPrompt="1"/>
          </p:nvPr>
        </p:nvSpPr>
        <p:spPr>
          <a:xfrm xmlns:a="http://schemas.openxmlformats.org/drawingml/2006/main">
            <a:off x="439792" y="495381"/>
            <a:ext cx="8263890" cy="276999"/>
          </a:xfrm>
        </p:spPr>
        <p:txBody>
          <a:bodyPr xmlns:a="http://schemas.openxmlformats.org/drawingml/2006/main"/>
          <a:lstStyle xmlns:a="http://schemas.openxmlformats.org/drawingml/2006/main">
            <a:lvl1pPr marL="0" indent="0">
              <a:buNone/>
              <a:defRPr sz="1800">
                <a:solidFill>
                  <a:srgbClr val="000000"/>
                </a:solidFill>
                <a:latin typeface="Consolas"/>
                <a:ea typeface="Consolas"/>
                <a:cs typeface="Consolas"/>
              </a:defRPr>
            </a:lvl1pPr>
            <a:lvl2pPr marL="0" indent="0">
              <a:buNone/>
              <a:defRPr sz="1799">
                <a:gradFill>
                  <a:gsLst>
                    <a:gs pos="61049">
                      <a:schemeClr val="tx1"/>
                    </a:gs>
                    <a:gs pos="43000">
                      <a:schemeClr val="tx1"/>
                    </a:gs>
                  </a:gsLst>
                  <a:lin ang="5400000" scaled="0"/>
                </a:gradFill>
                <a:latin typeface="Consolas"/>
                <a:ea typeface="Consolas"/>
                <a:cs typeface="Consolas"/>
              </a:defRPr>
            </a:lvl2pPr>
            <a:lvl3pPr marL="0" indent="0">
              <a:buNone/>
              <a:defRPr sz="1499">
                <a:gradFill>
                  <a:gsLst>
                    <a:gs pos="61049">
                      <a:schemeClr val="tx1"/>
                    </a:gs>
                    <a:gs pos="43000">
                      <a:schemeClr val="tx1"/>
                    </a:gs>
                  </a:gsLst>
                  <a:lin ang="5400000" scaled="0"/>
                </a:gradFill>
                <a:latin typeface="Consolas"/>
                <a:ea typeface="Consolas"/>
                <a:cs typeface="Consolas"/>
              </a:defRPr>
            </a:lvl3pPr>
            <a:lvl4pPr marL="0" indent="0">
              <a:buNone/>
              <a:defRPr sz="1349">
                <a:gradFill>
                  <a:gsLst>
                    <a:gs pos="61049">
                      <a:schemeClr val="tx1"/>
                    </a:gs>
                    <a:gs pos="43000">
                      <a:schemeClr val="tx1"/>
                    </a:gs>
                  </a:gsLst>
                  <a:lin ang="5400000" scaled="0"/>
                </a:gradFill>
                <a:latin typeface="Consolas"/>
                <a:ea typeface="Consolas"/>
                <a:cs typeface="Consolas"/>
              </a:defRPr>
            </a:lvl4pPr>
            <a:lvl5pPr marL="0" indent="0">
              <a:buNone/>
              <a:defRPr sz="1349">
                <a:gradFill>
                  <a:gsLst>
                    <a:gs pos="61049">
                      <a:schemeClr val="tx1"/>
                    </a:gs>
                    <a:gs pos="43000">
                      <a:schemeClr val="tx1"/>
                    </a:gs>
                  </a:gsLst>
                  <a:lin ang="5400000" scaled="0"/>
                </a:gradFill>
                <a:latin typeface="Consolas"/>
                <a:ea typeface="Consolas"/>
                <a:cs typeface="Consolas"/>
              </a:defRPr>
            </a:lvl5pPr>
          </a:lstStyle>
          <a:p xmlns:a="http://schemas.openxmlformats.org/drawingml/2006/main">
            <a:pPr marL="0" lvl="0" indent="0">
              <a:buNone/>
            </a:pPr>
            <a:r>
              <a:t>Click to edit or paste code</a:t>
            </a:r>
          </a:p>
        </p:txBody>
      </p:sp>
      <p:sp>
        <p:nvSpPr>
          <p:cNvPr id="19" name="Text Placeholder 3">
            <a:extLst xmlns:a="http://schemas.openxmlformats.org/drawingml/2006/main">
              <a:ext uri="{FF2B5EF4-FFF2-40B4-BE49-F238E27FC236}">
                <a16:creationId xmlns:a16="http://schemas.microsoft.com/office/drawing/2014/main" id="{7B17F8BB-3610-1A4F-9E76-B12E706A5517}"/>
              </a:ext>
            </a:extLst>
          </p:cNvPr>
          <p:cNvSpPr>
            <a:spLocks xmlns:a="http://schemas.openxmlformats.org/drawingml/2006/main" noGrp="1"/>
          </p:cNvSpPr>
          <p:nvPr>
            <p:ph type="body" idx="10" hasCustomPrompt="1"/>
          </p:nvPr>
        </p:nvSpPr>
        <p:spPr>
          <a:xfrm xmlns:a="http://schemas.openxmlformats.org/drawingml/2006/main">
            <a:off x="443364" y="3747379"/>
            <a:ext cx="8263890" cy="276999"/>
          </a:xfrm>
        </p:spPr>
        <p:txBody>
          <a:bodyPr xmlns:a="http://schemas.openxmlformats.org/drawingml/2006/main" wrap="square">
            <a:spAutoFit/>
          </a:bodyPr>
          <a:lstStyle xmlns:a="http://schemas.openxmlformats.org/drawingml/2006/main">
            <a:lvl1pPr marL="0" indent="0">
              <a:spcBef>
                <a:spcPts val="450"/>
              </a:spcBef>
              <a:spcAft>
                <a:spcPts val="0"/>
              </a:spcAft>
              <a:buNone/>
              <a:defRPr sz="1800">
                <a:solidFill>
                  <a:schemeClr val="tx1"/>
                </a:solidFill>
                <a:latin typeface="+mn-lt"/>
                <a:ea typeface="+mn-lt"/>
                <a:cs typeface="+mn-lt"/>
              </a:defRPr>
            </a:lvl1pPr>
            <a:lvl2pPr marL="0" indent="0">
              <a:buNone/>
              <a:defRPr sz="1800">
                <a:solidFill>
                  <a:srgbClr val="2F2F2F"/>
                </a:solidFill>
                <a:latin typeface="Segoe UI"/>
                <a:ea typeface="Segoe UI"/>
                <a:cs typeface="Segoe UI"/>
              </a:defRPr>
            </a:lvl2pPr>
            <a:lvl3pPr marL="0" indent="0">
              <a:buNone/>
              <a:defRPr/>
            </a:lvl3pPr>
            <a:lvl4pPr marL="0" indent="0">
              <a:buNone/>
              <a:defRPr/>
            </a:lvl4pPr>
            <a:lvl5pPr marL="0" indent="0">
              <a:buNone/>
              <a:defRPr/>
            </a:lvl5pPr>
          </a:lstStyle>
          <a:p xmlns:a="http://schemas.openxmlformats.org/drawingml/2006/main">
            <a:pPr marL="0" lvl="0" indent="0">
              <a:buNone/>
            </a:pPr>
            <a:r>
              <a:t>Click to edit text</a:t>
            </a:r>
          </a:p>
        </p:txBody>
      </p:sp>
    </p:spTree>
  </p:cSld>
</p:sldLayout>
</file>

<file path=ppt/slideLayouts/slideLayout39.xml><?xml version="1.0" encoding="utf-8"?>
<p:sldLayout xmlns:p="http://schemas.openxmlformats.org/presentationml/2006/main" preserve="1">
  <p:cSld name="Code Right s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782BB27-7DA5-4478-8C18-C1FFEE20AAC1}"/>
              </a:ext>
            </a:extLst>
          </p:cNvPr>
          <p:cNvSpPr>
            <a:spLocks xmlns:a="http://schemas.openxmlformats.org/drawingml/2006/main" noGrp="1"/>
          </p:cNvSpPr>
          <p:nvPr>
            <p:ph type="title" idx="0" hasCustomPrompt="1"/>
          </p:nvPr>
        </p:nvSpPr>
        <p:spPr>
          <a:xfrm xmlns:a="http://schemas.openxmlformats.org/drawingml/2006/main">
            <a:off x="441198" y="342901"/>
            <a:ext cx="3030665" cy="369332"/>
          </a:xfrm>
        </p:spPr>
        <p:txBody>
          <a:bodyPr xmlns:a="http://schemas.openxmlformats.org/drawingml/2006/main"/>
          <a:lstStyle xmlns:a="http://schemas.openxmlformats.org/drawingml/2006/main">
            <a:lvl1pPr marL="0" indent="0">
              <a:buNone/>
              <a:defRPr sz="2400">
                <a:solidFill>
                  <a:schemeClr val="tx1"/>
                </a:solidFill>
              </a:defRPr>
            </a:lvl1pPr>
          </a:lstStyle>
          <a:p xmlns:a="http://schemas.openxmlformats.org/drawingml/2006/main">
            <a:r>
              <a:t>Click to edit title</a:t>
            </a:r>
          </a:p>
        </p:txBody>
      </p:sp>
      <p:sp>
        <p:nvSpPr>
          <p:cNvPr id="12" name="Text Placeholder 3">
            <a:extLst xmlns:a="http://schemas.openxmlformats.org/drawingml/2006/main">
              <a:ext uri="{FF2B5EF4-FFF2-40B4-BE49-F238E27FC236}">
                <a16:creationId xmlns:a16="http://schemas.microsoft.com/office/drawing/2014/main" id="{2BB818A5-4223-0847-B6E2-655C7DC7B6B4}"/>
              </a:ext>
            </a:extLst>
          </p:cNvPr>
          <p:cNvSpPr>
            <a:spLocks xmlns:a="http://schemas.openxmlformats.org/drawingml/2006/main" noGrp="1"/>
          </p:cNvSpPr>
          <p:nvPr>
            <p:ph type="body" idx="10" hasCustomPrompt="1"/>
          </p:nvPr>
        </p:nvSpPr>
        <p:spPr>
          <a:xfrm xmlns:a="http://schemas.openxmlformats.org/drawingml/2006/main">
            <a:off x="441724" y="1003604"/>
            <a:ext cx="3030139" cy="276999"/>
          </a:xfrm>
        </p:spPr>
        <p:txBody>
          <a:bodyPr xmlns:a="http://schemas.openxmlformats.org/drawingml/2006/main" wrap="square">
            <a:spAutoFit/>
          </a:bodyPr>
          <a:lstStyle xmlns:a="http://schemas.openxmlformats.org/drawingml/2006/main">
            <a:lvl1pPr marL="0" indent="0">
              <a:lnSpc>
                <a:spcPct val="100000"/>
              </a:lnSpc>
              <a:spcBef>
                <a:spcPts val="450"/>
              </a:spcBef>
              <a:spcAft>
                <a:spcPts val="0"/>
              </a:spcAft>
              <a:buNone/>
              <a:defRPr sz="1800" b="0" i="0" baseline="0">
                <a:solidFill>
                  <a:schemeClr val="tx1"/>
                </a:solidFill>
                <a:latin typeface="Segoe UI"/>
                <a:ea typeface="Segoe UI"/>
                <a:cs typeface="Segoe UI"/>
              </a:defRPr>
            </a:lvl1pPr>
            <a:lvl2pPr marL="0" indent="0">
              <a:lnSpc>
                <a:spcPct val="100000"/>
              </a:lnSpc>
              <a:spcBef>
                <a:spcPts val="45"/>
              </a:spcBef>
              <a:spcAft>
                <a:spcPts val="45"/>
              </a:spcAft>
              <a:buNone/>
              <a:defRPr sz="1800" b="0" i="0">
                <a:solidFill>
                  <a:srgbClr val="2F2F2F"/>
                </a:solidFill>
                <a:latin typeface="Segoe UI"/>
                <a:ea typeface="Segoe UI"/>
                <a:cs typeface="Segoe UI"/>
              </a:defRPr>
            </a:lvl2pPr>
            <a:lvl3pPr marL="0" indent="0">
              <a:buNone/>
              <a:defRPr/>
            </a:lvl3pPr>
            <a:lvl4pPr marL="0" indent="0">
              <a:buNone/>
              <a:defRPr/>
            </a:lvl4pPr>
            <a:lvl5pPr marL="0" indent="0">
              <a:buNone/>
              <a:defRPr/>
            </a:lvl5pPr>
          </a:lstStyle>
          <a:p xmlns:a="http://schemas.openxmlformats.org/drawingml/2006/main">
            <a:pPr marL="0" lvl="0" indent="0">
              <a:buNone/>
            </a:pPr>
            <a:r>
              <a:t>Click to edit text</a:t>
            </a:r>
          </a:p>
        </p:txBody>
      </p:sp>
      <p:sp>
        <p:nvSpPr>
          <p:cNvPr id="3" name="Rectangle 2">
            <a:extLst xmlns:a="http://schemas.openxmlformats.org/drawingml/2006/main">
              <a:ext uri="{FF2B5EF4-FFF2-40B4-BE49-F238E27FC236}">
                <a16:creationId xmlns:a16="http://schemas.microsoft.com/office/drawing/2014/main" id="{2316165A-5926-4F59-B348-996936FBB574}"/>
              </a:ext>
            </a:extLst>
          </p:cNvPr>
          <p:cNvSpPr>
            <a:spLocks xmlns:a="http://schemas.openxmlformats.org/drawingml/2006/main" noGrp="1"/>
          </p:cNvSpPr>
          <p:nvPr/>
        </p:nvSpPr>
        <p:spPr>
          <a:xfrm xmlns:a="http://schemas.openxmlformats.org/drawingml/2006/main">
            <a:off x="3904488" y="0"/>
            <a:ext cx="5239512" cy="5143500"/>
          </a:xfrm>
          <a:prstGeom xmlns:a="http://schemas.openxmlformats.org/drawingml/2006/main" prst="rect">
            <a:avLst/>
          </a:prstGeom>
          <a:solidFill xmlns:a="http://schemas.openxmlformats.org/drawingml/2006/main">
            <a:srgbClr val="F4F3F5"/>
          </a:solidFill>
          <a:ln xmlns:a="http://schemas.openxmlformats.org/drawingml/2006/main">
            <a:noFill/>
            <a:headEnd type="none" w="med" len="med"/>
            <a:tailEnd type="none" w="med" len="med"/>
          </a:ln>
        </p:spPr>
        <p:style>
          <a:lnRef xmlns:a="http://schemas.openxmlformats.org/drawingml/2006/main" idx="1">
            <a:schemeClr val="accent2"/>
          </a:lnRef>
          <a:fillRef xmlns:a="http://schemas.openxmlformats.org/drawingml/2006/main" idx="3">
            <a:schemeClr val="accent2"/>
          </a:fillRef>
          <a:effectRef xmlns:a="http://schemas.openxmlformats.org/drawingml/2006/main" idx="2">
            <a:schemeClr val="accent2"/>
          </a:effectRef>
          <a:fontRef xmlns:a="http://schemas.openxmlformats.org/drawingml/2006/main" idx="minor">
            <a:schemeClr val="lt1"/>
          </a:fontRef>
        </p:style>
        <p:txBody>
          <a:bodyPr xmlns:a="http://schemas.openxmlformats.org/drawingml/2006/main" rot="0" spcFirstLastPara="0" vert="horz" wrap="square" lIns="137160" tIns="109728" rIns="137160" bIns="109728" anchor="t">
            <a:noAutofit/>
          </a:bodyPr>
          <a:lstStyle xmlns:a="http://schemas.openxmlformats.org/drawingml/2006/main"/>
          <a:p xmlns:a="http://schemas.openxmlformats.org/drawingml/2006/main">
            <a:pPr marL="0" indent="0" algn="l" defTabSz="699354">
              <a:spcBef>
                <a:spcPct val="0"/>
              </a:spcBef>
              <a:spcAft>
                <a:spcPct val="0"/>
              </a:spcAft>
              <a:buNone/>
            </a:pPr>
            <a:endParaRPr sz="1500">
              <a:solidFill>
                <a:srgbClr val="FFFFFF"/>
              </a:solidFill>
            </a:endParaRPr>
          </a:p>
        </p:txBody>
      </p:sp>
      <p:sp>
        <p:nvSpPr>
          <p:cNvPr id="19" name="Text Placeholder 14">
            <a:extLst xmlns:a="http://schemas.openxmlformats.org/drawingml/2006/main">
              <a:ext uri="{FF2B5EF4-FFF2-40B4-BE49-F238E27FC236}">
                <a16:creationId xmlns:a16="http://schemas.microsoft.com/office/drawing/2014/main" id="{0D599919-A8E3-4D2B-86CF-50C6704F17D5}"/>
              </a:ext>
            </a:extLst>
          </p:cNvPr>
          <p:cNvSpPr>
            <a:spLocks xmlns:a="http://schemas.openxmlformats.org/drawingml/2006/main" noGrp="1"/>
          </p:cNvSpPr>
          <p:nvPr>
            <p:ph type="body" idx="13" hasCustomPrompt="1"/>
          </p:nvPr>
        </p:nvSpPr>
        <p:spPr>
          <a:xfrm xmlns:a="http://schemas.openxmlformats.org/drawingml/2006/main">
            <a:off x="3908822" y="0"/>
            <a:ext cx="2841269" cy="369236"/>
          </a:xfrm>
          <a:prstGeom xmlns:a="http://schemas.openxmlformats.org/drawingml/2006/main" prst="rect">
            <a:avLst/>
          </a:prstGeom>
          <a:gradFill xmlns:a="http://schemas.openxmlformats.org/drawingml/2006/main" flip="none" rotWithShape="1">
            <a:gsLst>
              <a:gs pos="0">
                <a:srgbClr val="000000"/>
              </a:gs>
              <a:gs pos="99000">
                <a:srgbClr val="000000"/>
              </a:gs>
              <a:gs pos="99000">
                <a:schemeClr val="accent1"/>
              </a:gs>
            </a:gsLst>
            <a:lin ang="10800000" scaled="1"/>
            <a:tileRect/>
          </a:gradFill>
        </p:spPr>
        <p:txBody>
          <a:bodyPr xmlns:a="http://schemas.openxmlformats.org/drawingml/2006/main" lIns="585216" tIns="91440" bIns="91440"/>
          <a:lstStyle xmlns:a="http://schemas.openxmlformats.org/drawingml/2006/main">
            <a:lvl1pPr marL="0" indent="0">
              <a:buNone/>
              <a:defRPr sz="1499">
                <a:solidFill>
                  <a:srgbClr val="FFFFFF"/>
                </a:solidFill>
                <a:latin typeface="+mj-lt"/>
                <a:ea typeface="+mj-lt"/>
                <a:cs typeface="+mj-lt"/>
              </a:defRPr>
            </a:lvl1pPr>
          </a:lstStyle>
          <a:p xmlns:a="http://schemas.openxmlformats.org/drawingml/2006/main">
            <a:pPr marL="0" lvl="0" indent="0">
              <a:buNone/>
            </a:pPr>
            <a:r>
              <a:t>Click to enter title</a:t>
            </a:r>
          </a:p>
        </p:txBody>
      </p:sp>
      <p:sp>
        <p:nvSpPr>
          <p:cNvPr id="13" name="Text Placeholder 4">
            <a:extLst xmlns:a="http://schemas.openxmlformats.org/drawingml/2006/main">
              <a:ext uri="{FF2B5EF4-FFF2-40B4-BE49-F238E27FC236}">
                <a16:creationId xmlns:a16="http://schemas.microsoft.com/office/drawing/2014/main" id="{47501FD0-A948-CC48-8B11-3BD4F2AE4E8F}"/>
              </a:ext>
            </a:extLst>
          </p:cNvPr>
          <p:cNvSpPr>
            <a:spLocks xmlns:a="http://schemas.openxmlformats.org/drawingml/2006/main" noGrp="1"/>
          </p:cNvSpPr>
          <p:nvPr>
            <p:ph type="body" idx="11" hasCustomPrompt="1"/>
          </p:nvPr>
        </p:nvSpPr>
        <p:spPr>
          <a:xfrm xmlns:a="http://schemas.openxmlformats.org/drawingml/2006/main">
            <a:off x="4350544" y="531890"/>
            <a:ext cx="4351471" cy="276999"/>
          </a:xfrm>
        </p:spPr>
        <p:txBody>
          <a:bodyPr xmlns:a="http://schemas.openxmlformats.org/drawingml/2006/main"/>
          <a:lstStyle xmlns:a="http://schemas.openxmlformats.org/drawingml/2006/main">
            <a:lvl1pPr marL="0" indent="0">
              <a:buNone/>
              <a:defRPr sz="1800">
                <a:solidFill>
                  <a:srgbClr val="2F2F2F"/>
                </a:solidFill>
                <a:latin typeface="Consolas"/>
                <a:ea typeface="Consolas"/>
                <a:cs typeface="Consolas"/>
              </a:defRPr>
            </a:lvl1pPr>
            <a:lvl2pPr marL="0" indent="0">
              <a:buNone/>
              <a:defRPr sz="1799">
                <a:gradFill>
                  <a:gsLst>
                    <a:gs pos="61049">
                      <a:schemeClr val="tx1"/>
                    </a:gs>
                    <a:gs pos="43000">
                      <a:schemeClr val="tx1"/>
                    </a:gs>
                  </a:gsLst>
                  <a:lin ang="5400000" scaled="0"/>
                </a:gradFill>
                <a:latin typeface="Consolas"/>
                <a:ea typeface="Consolas"/>
                <a:cs typeface="Consolas"/>
              </a:defRPr>
            </a:lvl2pPr>
            <a:lvl3pPr marL="0" indent="0">
              <a:buNone/>
              <a:defRPr sz="1499">
                <a:gradFill>
                  <a:gsLst>
                    <a:gs pos="61049">
                      <a:schemeClr val="tx1"/>
                    </a:gs>
                    <a:gs pos="43000">
                      <a:schemeClr val="tx1"/>
                    </a:gs>
                  </a:gsLst>
                  <a:lin ang="5400000" scaled="0"/>
                </a:gradFill>
                <a:latin typeface="Consolas"/>
                <a:ea typeface="Consolas"/>
                <a:cs typeface="Consolas"/>
              </a:defRPr>
            </a:lvl3pPr>
            <a:lvl4pPr marL="0" indent="0">
              <a:buNone/>
              <a:defRPr sz="1349">
                <a:gradFill>
                  <a:gsLst>
                    <a:gs pos="61049">
                      <a:schemeClr val="tx1"/>
                    </a:gs>
                    <a:gs pos="43000">
                      <a:schemeClr val="tx1"/>
                    </a:gs>
                  </a:gsLst>
                  <a:lin ang="5400000" scaled="0"/>
                </a:gradFill>
                <a:latin typeface="Consolas"/>
                <a:ea typeface="Consolas"/>
                <a:cs typeface="Consolas"/>
              </a:defRPr>
            </a:lvl4pPr>
            <a:lvl5pPr marL="0" indent="0">
              <a:buNone/>
              <a:defRPr sz="1349">
                <a:gradFill>
                  <a:gsLst>
                    <a:gs pos="61049">
                      <a:schemeClr val="tx1"/>
                    </a:gs>
                    <a:gs pos="43000">
                      <a:schemeClr val="tx1"/>
                    </a:gs>
                  </a:gsLst>
                  <a:lin ang="5400000" scaled="0"/>
                </a:gradFill>
                <a:latin typeface="Consolas"/>
                <a:ea typeface="Consolas"/>
                <a:cs typeface="Consolas"/>
              </a:defRPr>
            </a:lvl5pPr>
          </a:lstStyle>
          <a:p xmlns:a="http://schemas.openxmlformats.org/drawingml/2006/main">
            <a:pPr marL="0" lvl="0" indent="0">
              <a:buNone/>
            </a:pPr>
            <a:r>
              <a:t>Click to edit or paste code</a:t>
            </a:r>
          </a:p>
        </p:txBody>
      </p:sp>
    </p:spTree>
  </p:cSld>
</p:sldLayout>
</file>

<file path=ppt/slideLayouts/slideLayout40.xml><?xml version="1.0" encoding="utf-8"?>
<p:sldLayout xmlns:p="http://schemas.openxmlformats.org/presentationml/2006/main" preserve="1">
  <p:cSld name="Code Left sde">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2316165A-5926-4F59-B348-996936FBB574}"/>
              </a:ext>
            </a:extLst>
          </p:cNvPr>
          <p:cNvSpPr>
            <a:spLocks xmlns:a="http://schemas.openxmlformats.org/drawingml/2006/main" noGrp="1"/>
          </p:cNvSpPr>
          <p:nvPr/>
        </p:nvSpPr>
        <p:spPr>
          <a:xfrm xmlns:a="http://schemas.openxmlformats.org/drawingml/2006/main">
            <a:off x="-2" y="0"/>
            <a:ext cx="5239512" cy="5143500"/>
          </a:xfrm>
          <a:prstGeom xmlns:a="http://schemas.openxmlformats.org/drawingml/2006/main" prst="rect">
            <a:avLst/>
          </a:prstGeom>
          <a:solidFill xmlns:a="http://schemas.openxmlformats.org/drawingml/2006/main">
            <a:srgbClr val="F4F3F5"/>
          </a:solidFill>
          <a:ln xmlns:a="http://schemas.openxmlformats.org/drawingml/2006/main">
            <a:noFill/>
            <a:headEnd type="none" w="med" len="med"/>
            <a:tailEnd type="none" w="med" len="med"/>
          </a:ln>
        </p:spPr>
        <p:style>
          <a:lnRef xmlns:a="http://schemas.openxmlformats.org/drawingml/2006/main" idx="1">
            <a:schemeClr val="accent2"/>
          </a:lnRef>
          <a:fillRef xmlns:a="http://schemas.openxmlformats.org/drawingml/2006/main" idx="3">
            <a:schemeClr val="accent2"/>
          </a:fillRef>
          <a:effectRef xmlns:a="http://schemas.openxmlformats.org/drawingml/2006/main" idx="2">
            <a:schemeClr val="accent2"/>
          </a:effectRef>
          <a:fontRef xmlns:a="http://schemas.openxmlformats.org/drawingml/2006/main" idx="minor">
            <a:schemeClr val="lt1"/>
          </a:fontRef>
        </p:style>
        <p:txBody>
          <a:bodyPr xmlns:a="http://schemas.openxmlformats.org/drawingml/2006/main" rot="0" spcFirstLastPara="0" vert="horz" wrap="square" lIns="137160" tIns="109728" rIns="137160" bIns="109728" anchor="t">
            <a:noAutofit/>
          </a:bodyPr>
          <a:lstStyle xmlns:a="http://schemas.openxmlformats.org/drawingml/2006/main"/>
          <a:p xmlns:a="http://schemas.openxmlformats.org/drawingml/2006/main">
            <a:pPr marL="0" indent="0" algn="l" defTabSz="699354">
              <a:spcBef>
                <a:spcPct val="0"/>
              </a:spcBef>
              <a:spcAft>
                <a:spcPct val="0"/>
              </a:spcAft>
              <a:buNone/>
            </a:pPr>
            <a:endParaRPr sz="1500">
              <a:solidFill>
                <a:srgbClr val="FFFFFF"/>
              </a:solidFill>
            </a:endParaRPr>
          </a:p>
        </p:txBody>
      </p:sp>
      <p:sp>
        <p:nvSpPr>
          <p:cNvPr id="2" name="Title 1">
            <a:extLst xmlns:a="http://schemas.openxmlformats.org/drawingml/2006/main">
              <a:ext uri="{FF2B5EF4-FFF2-40B4-BE49-F238E27FC236}">
                <a16:creationId xmlns:a16="http://schemas.microsoft.com/office/drawing/2014/main" id="{6BB14A7D-C409-4A7C-9D82-A2E5DBB8AB72}"/>
              </a:ext>
            </a:extLst>
          </p:cNvPr>
          <p:cNvSpPr>
            <a:spLocks xmlns:a="http://schemas.openxmlformats.org/drawingml/2006/main" noGrp="1"/>
          </p:cNvSpPr>
          <p:nvPr>
            <p:ph type="title" idx="0" hasCustomPrompt="1"/>
          </p:nvPr>
        </p:nvSpPr>
        <p:spPr>
          <a:xfrm xmlns:a="http://schemas.openxmlformats.org/drawingml/2006/main">
            <a:off x="5681662" y="342901"/>
            <a:ext cx="3023425" cy="369332"/>
          </a:xfrm>
        </p:spPr>
        <p:txBody>
          <a:bodyPr xmlns:a="http://schemas.openxmlformats.org/drawingml/2006/main"/>
          <a:lstStyle xmlns:a="http://schemas.openxmlformats.org/drawingml/2006/main">
            <a:lvl1pPr marL="0" indent="0">
              <a:buNone/>
              <a:defRPr sz="2400">
                <a:solidFill>
                  <a:schemeClr val="tx1"/>
                </a:solidFill>
              </a:defRPr>
            </a:lvl1pPr>
          </a:lstStyle>
          <a:p xmlns:a="http://schemas.openxmlformats.org/drawingml/2006/main">
            <a:r>
              <a:t>Click to edit title</a:t>
            </a:r>
          </a:p>
        </p:txBody>
      </p:sp>
      <p:sp>
        <p:nvSpPr>
          <p:cNvPr id="19" name="Text Placeholder 14">
            <a:extLst xmlns:a="http://schemas.openxmlformats.org/drawingml/2006/main">
              <a:ext uri="{FF2B5EF4-FFF2-40B4-BE49-F238E27FC236}">
                <a16:creationId xmlns:a16="http://schemas.microsoft.com/office/drawing/2014/main" id="{0D599919-A8E3-4D2B-86CF-50C6704F17D5}"/>
              </a:ext>
            </a:extLst>
          </p:cNvPr>
          <p:cNvSpPr>
            <a:spLocks xmlns:a="http://schemas.openxmlformats.org/drawingml/2006/main" noGrp="1"/>
          </p:cNvSpPr>
          <p:nvPr>
            <p:ph type="body" idx="13" hasCustomPrompt="1"/>
          </p:nvPr>
        </p:nvSpPr>
        <p:spPr>
          <a:xfrm xmlns:a="http://schemas.openxmlformats.org/drawingml/2006/main">
            <a:off x="-1" y="0"/>
            <a:ext cx="2841269" cy="369236"/>
          </a:xfrm>
          <a:prstGeom xmlns:a="http://schemas.openxmlformats.org/drawingml/2006/main" prst="rect">
            <a:avLst/>
          </a:prstGeom>
          <a:gradFill xmlns:a="http://schemas.openxmlformats.org/drawingml/2006/main" flip="none" rotWithShape="1">
            <a:gsLst>
              <a:gs pos="0">
                <a:srgbClr val="000000"/>
              </a:gs>
              <a:gs pos="99000">
                <a:srgbClr val="000000"/>
              </a:gs>
              <a:gs pos="99000">
                <a:schemeClr val="accent1"/>
              </a:gs>
            </a:gsLst>
            <a:lin ang="10800000" scaled="1"/>
            <a:tileRect/>
          </a:gradFill>
        </p:spPr>
        <p:txBody>
          <a:bodyPr xmlns:a="http://schemas.openxmlformats.org/drawingml/2006/main" lIns="585216" tIns="91440" bIns="91440"/>
          <a:lstStyle xmlns:a="http://schemas.openxmlformats.org/drawingml/2006/main">
            <a:lvl1pPr marL="0" indent="0">
              <a:buNone/>
              <a:defRPr sz="1499">
                <a:solidFill>
                  <a:srgbClr val="FFFFFF"/>
                </a:solidFill>
                <a:latin typeface="+mj-lt"/>
                <a:ea typeface="+mj-lt"/>
                <a:cs typeface="+mj-lt"/>
              </a:defRPr>
            </a:lvl1pPr>
          </a:lstStyle>
          <a:p xmlns:a="http://schemas.openxmlformats.org/drawingml/2006/main">
            <a:pPr marL="0" lvl="0" indent="0">
              <a:buNone/>
            </a:pPr>
            <a:r>
              <a:t>Click to enter title</a:t>
            </a:r>
          </a:p>
        </p:txBody>
      </p:sp>
      <p:sp>
        <p:nvSpPr>
          <p:cNvPr id="13" name="Text Placeholder 4">
            <a:extLst xmlns:a="http://schemas.openxmlformats.org/drawingml/2006/main">
              <a:ext uri="{FF2B5EF4-FFF2-40B4-BE49-F238E27FC236}">
                <a16:creationId xmlns:a16="http://schemas.microsoft.com/office/drawing/2014/main" id="{47501FD0-A948-CC48-8B11-3BD4F2AE4E8F}"/>
              </a:ext>
            </a:extLst>
          </p:cNvPr>
          <p:cNvSpPr>
            <a:spLocks xmlns:a="http://schemas.openxmlformats.org/drawingml/2006/main" noGrp="1"/>
          </p:cNvSpPr>
          <p:nvPr>
            <p:ph type="body" idx="11" hasCustomPrompt="1"/>
          </p:nvPr>
        </p:nvSpPr>
        <p:spPr>
          <a:xfrm xmlns:a="http://schemas.openxmlformats.org/drawingml/2006/main">
            <a:off x="438150" y="529508"/>
            <a:ext cx="4364831" cy="276999"/>
          </a:xfrm>
        </p:spPr>
        <p:txBody>
          <a:bodyPr xmlns:a="http://schemas.openxmlformats.org/drawingml/2006/main"/>
          <a:lstStyle xmlns:a="http://schemas.openxmlformats.org/drawingml/2006/main">
            <a:lvl1pPr marL="0" indent="0">
              <a:buNone/>
              <a:defRPr sz="1800">
                <a:solidFill>
                  <a:srgbClr val="2F2F2F"/>
                </a:solidFill>
                <a:latin typeface="Consolas"/>
                <a:ea typeface="Consolas"/>
                <a:cs typeface="Consolas"/>
              </a:defRPr>
            </a:lvl1pPr>
            <a:lvl2pPr marL="0" indent="0">
              <a:buNone/>
              <a:defRPr sz="1799">
                <a:gradFill>
                  <a:gsLst>
                    <a:gs pos="61049">
                      <a:schemeClr val="tx1"/>
                    </a:gs>
                    <a:gs pos="43000">
                      <a:schemeClr val="tx1"/>
                    </a:gs>
                  </a:gsLst>
                  <a:lin ang="5400000" scaled="0"/>
                </a:gradFill>
                <a:latin typeface="Consolas"/>
                <a:ea typeface="Consolas"/>
                <a:cs typeface="Consolas"/>
              </a:defRPr>
            </a:lvl2pPr>
            <a:lvl3pPr marL="0" indent="0">
              <a:buNone/>
              <a:defRPr sz="1499">
                <a:gradFill>
                  <a:gsLst>
                    <a:gs pos="61049">
                      <a:schemeClr val="tx1"/>
                    </a:gs>
                    <a:gs pos="43000">
                      <a:schemeClr val="tx1"/>
                    </a:gs>
                  </a:gsLst>
                  <a:lin ang="5400000" scaled="0"/>
                </a:gradFill>
                <a:latin typeface="Consolas"/>
                <a:ea typeface="Consolas"/>
                <a:cs typeface="Consolas"/>
              </a:defRPr>
            </a:lvl3pPr>
            <a:lvl4pPr marL="0" indent="0">
              <a:buNone/>
              <a:defRPr sz="1349">
                <a:gradFill>
                  <a:gsLst>
                    <a:gs pos="61049">
                      <a:schemeClr val="tx1"/>
                    </a:gs>
                    <a:gs pos="43000">
                      <a:schemeClr val="tx1"/>
                    </a:gs>
                  </a:gsLst>
                  <a:lin ang="5400000" scaled="0"/>
                </a:gradFill>
                <a:latin typeface="Consolas"/>
                <a:ea typeface="Consolas"/>
                <a:cs typeface="Consolas"/>
              </a:defRPr>
            </a:lvl4pPr>
            <a:lvl5pPr marL="0" indent="0">
              <a:buNone/>
              <a:defRPr sz="1349">
                <a:gradFill>
                  <a:gsLst>
                    <a:gs pos="61049">
                      <a:schemeClr val="tx1"/>
                    </a:gs>
                    <a:gs pos="43000">
                      <a:schemeClr val="tx1"/>
                    </a:gs>
                  </a:gsLst>
                  <a:lin ang="5400000" scaled="0"/>
                </a:gradFill>
                <a:latin typeface="Consolas"/>
                <a:ea typeface="Consolas"/>
                <a:cs typeface="Consolas"/>
              </a:defRPr>
            </a:lvl5pPr>
          </a:lstStyle>
          <a:p xmlns:a="http://schemas.openxmlformats.org/drawingml/2006/main">
            <a:pPr marL="0" lvl="0" indent="0">
              <a:buNone/>
            </a:pPr>
            <a:r>
              <a:t>Click to edit or paste code</a:t>
            </a:r>
          </a:p>
        </p:txBody>
      </p:sp>
      <p:sp>
        <p:nvSpPr>
          <p:cNvPr id="12" name="Text Placeholder 3">
            <a:extLst xmlns:a="http://schemas.openxmlformats.org/drawingml/2006/main">
              <a:ext uri="{FF2B5EF4-FFF2-40B4-BE49-F238E27FC236}">
                <a16:creationId xmlns:a16="http://schemas.microsoft.com/office/drawing/2014/main" id="{2BB818A5-4223-0847-B6E2-655C7DC7B6B4}"/>
              </a:ext>
            </a:extLst>
          </p:cNvPr>
          <p:cNvSpPr>
            <a:spLocks xmlns:a="http://schemas.openxmlformats.org/drawingml/2006/main" noGrp="1"/>
          </p:cNvSpPr>
          <p:nvPr>
            <p:ph type="body" idx="10" hasCustomPrompt="1"/>
          </p:nvPr>
        </p:nvSpPr>
        <p:spPr>
          <a:xfrm xmlns:a="http://schemas.openxmlformats.org/drawingml/2006/main">
            <a:off x="5681662" y="1002506"/>
            <a:ext cx="3025379" cy="276999"/>
          </a:xfrm>
        </p:spPr>
        <p:txBody>
          <a:bodyPr xmlns:a="http://schemas.openxmlformats.org/drawingml/2006/main" wrap="square">
            <a:spAutoFit/>
          </a:bodyPr>
          <a:lstStyle xmlns:a="http://schemas.openxmlformats.org/drawingml/2006/main">
            <a:lvl1pPr marL="0" indent="0">
              <a:lnSpc>
                <a:spcPct val="100000"/>
              </a:lnSpc>
              <a:spcBef>
                <a:spcPts val="450"/>
              </a:spcBef>
              <a:spcAft>
                <a:spcPts val="0"/>
              </a:spcAft>
              <a:buNone/>
              <a:defRPr sz="1800" b="0" i="0" baseline="0">
                <a:solidFill>
                  <a:schemeClr val="tx1"/>
                </a:solidFill>
                <a:latin typeface="Segoe UI"/>
                <a:ea typeface="Segoe UI"/>
                <a:cs typeface="Segoe UI"/>
              </a:defRPr>
            </a:lvl1pPr>
            <a:lvl2pPr marL="0" indent="0">
              <a:lnSpc>
                <a:spcPct val="100000"/>
              </a:lnSpc>
              <a:spcBef>
                <a:spcPts val="45"/>
              </a:spcBef>
              <a:spcAft>
                <a:spcPts val="45"/>
              </a:spcAft>
              <a:buNone/>
              <a:defRPr sz="1800" b="0" i="0">
                <a:solidFill>
                  <a:srgbClr val="2F2F2F"/>
                </a:solidFill>
                <a:latin typeface="Segoe UI"/>
                <a:ea typeface="Segoe UI"/>
                <a:cs typeface="Segoe UI"/>
              </a:defRPr>
            </a:lvl2pPr>
            <a:lvl3pPr marL="0" indent="0">
              <a:buNone/>
              <a:defRPr/>
            </a:lvl3pPr>
            <a:lvl4pPr marL="0" indent="0">
              <a:buNone/>
              <a:defRPr/>
            </a:lvl4pPr>
            <a:lvl5pPr marL="0" indent="0">
              <a:buNone/>
              <a:defRPr/>
            </a:lvl5pPr>
          </a:lstStyle>
          <a:p xmlns:a="http://schemas.openxmlformats.org/drawingml/2006/main">
            <a:pPr marL="0" lvl="0" indent="0">
              <a:buNone/>
            </a:pPr>
            <a:r>
              <a:t>Click to edit text</a:t>
            </a:r>
          </a:p>
        </p:txBody>
      </p:sp>
    </p:spTree>
  </p:cSld>
</p:sldLayout>
</file>

<file path=ppt/slideLayouts/slideLayout41.xml><?xml version="1.0" encoding="utf-8"?>
<p:sldLayout xmlns:p="http://schemas.openxmlformats.org/presentationml/2006/main" preserve="1">
  <p:cSld name="Demo slide">
    <p:bg>
      <p:bgPr>
        <a:solidFill xmlns:a="http://schemas.openxmlformats.org/drawingml/2006/main">
          <a:srgbClr val="2A446F"/>
        </a:solidFill>
      </p:bgPr>
    </p:bg>
    <p:spTree>
      <p:nvGrpSpPr>
        <p:cNvPr id="1" name=""/>
        <p:cNvGrpSpPr/>
        <p:nvPr/>
      </p:nvGrpSpPr>
      <p:grpSpPr>
        <a:xfrm xmlns:a="http://schemas.openxmlformats.org/drawingml/2006/main"/>
      </p:grpSpPr>
      <p:pic>
        <p:nvPicPr>
          <p:cNvPr id="3" name="Picture 2">
            <a:extLst xmlns:a="http://schemas.openxmlformats.org/drawingml/2006/main">
              <a:ext uri="{FF2B5EF4-FFF2-40B4-BE49-F238E27FC236}">
                <a16:creationId xmlns:a16="http://schemas.microsoft.com/office/drawing/2014/main" id="{914219C7-1869-4C34-959F-B8595C157A2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c273b043e8b4bea"/>
          <a:srcRect xmlns:a="http://schemas.openxmlformats.org/drawingml/2006/main" l="0" t="24" r="0" b="24"/>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4B3C3D3F-68F3-4FC3-9E12-18E207F47344}"/>
              </a:ext>
            </a:extLst>
          </p:cNvPr>
          <p:cNvSpPr>
            <a:spLocks xmlns:a="http://schemas.openxmlformats.org/drawingml/2006/main" noGrp="1"/>
          </p:cNvSpPr>
          <p:nvPr>
            <p:ph type="title" idx="0" hasCustomPrompt="1"/>
          </p:nvPr>
        </p:nvSpPr>
        <p:spPr>
          <a:xfrm xmlns:a="http://schemas.openxmlformats.org/drawingml/2006/main">
            <a:off x="438912" y="2233367"/>
            <a:ext cx="4800600" cy="415499"/>
          </a:xfrm>
          <a:prstGeom xmlns:a="http://schemas.openxmlformats.org/drawingml/2006/main" prst="rect">
            <a:avLst/>
          </a:prstGeom>
          <a:noFill xmlns:a="http://schemas.openxmlformats.org/drawingml/2006/main"/>
        </p:spPr>
        <p:txBody>
          <a:bodyPr xmlns:a="http://schemas.openxmlformats.org/drawingml/2006/main" wrap="square" lIns="0" tIns="0" rIns="0" bIns="0" anchor="b">
            <a:spAutoFit/>
          </a:bodyPr>
          <a:lstStyle xmlns:a="http://schemas.openxmlformats.org/drawingml/2006/main">
            <a:lvl1pPr marL="0" indent="0" algn="l" defTabSz="699557">
              <a:lnSpc>
                <a:spcPct val="90000"/>
              </a:lnSpc>
              <a:spcBef>
                <a:spcPct val="0"/>
              </a:spcBef>
              <a:buNone/>
              <a:defRPr sz="3000" b="1" i="0" kern="1200" cap="none" spc="-38" baseline="0">
                <a:ln w="3175">
                  <a:noFill/>
                </a:ln>
                <a:solidFill>
                  <a:srgbClr val="99CEE7"/>
                </a:solidFill>
                <a:latin typeface="+mj-lt"/>
                <a:ea typeface="+mj-lt"/>
                <a:cs typeface="+mj-lt"/>
              </a:defRPr>
            </a:lvl1pPr>
          </a:lstStyle>
          <a:p xmlns:a="http://schemas.openxmlformats.org/drawingml/2006/main">
            <a:pPr marL="0" marR="0" lvl="0" indent="0" algn="l" defTabSz="699557">
              <a:lnSpc>
                <a:spcPct val="90000"/>
              </a:lnSpc>
              <a:spcBef>
                <a:spcPct val="0"/>
              </a:spcBef>
              <a:spcAft>
                <a:spcPts val="0"/>
              </a:spcAft>
              <a:buClrTx/>
              <a:buSzPct val="90000"/>
              <a:buFont typeface="Wingdings"/>
              <a:buNone/>
            </a:pPr>
            <a:r>
              <a:t>Demo title</a:t>
            </a:r>
          </a:p>
        </p:txBody>
      </p:sp>
      <p:sp>
        <p:nvSpPr>
          <p:cNvPr id="5" name="Text Placeholder 4">
            <a:extLst xmlns:a="http://schemas.openxmlformats.org/drawingml/2006/main">
              <a:ext uri="{FF2B5EF4-FFF2-40B4-BE49-F238E27FC236}">
                <a16:creationId xmlns:a16="http://schemas.microsoft.com/office/drawing/2014/main" id="{FE6B2C31-86C3-42BD-B195-05E8899226E5}"/>
              </a:ext>
            </a:extLst>
          </p:cNvPr>
          <p:cNvSpPr>
            <a:spLocks xmlns:a="http://schemas.openxmlformats.org/drawingml/2006/main" noGrp="1"/>
          </p:cNvSpPr>
          <p:nvPr>
            <p:ph type="body" idx="12" hasCustomPrompt="1"/>
          </p:nvPr>
        </p:nvSpPr>
        <p:spPr>
          <a:xfrm xmlns:a="http://schemas.openxmlformats.org/drawingml/2006/main">
            <a:off x="438912" y="2982990"/>
            <a:ext cx="4800600" cy="18466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indent="0">
              <a:spcBef>
                <a:spcPts val="0"/>
              </a:spcBef>
              <a:spcAft>
                <a:spcPts val="0"/>
              </a:spcAft>
              <a:buFont typeface="Arial"/>
              <a:buNone/>
              <a:defRPr sz="1200" spc="0" baseline="0">
                <a:solidFill>
                  <a:schemeClr val="tx1"/>
                </a:solidFill>
                <a:latin typeface="+mn-lt"/>
                <a:ea typeface="+mn-lt"/>
                <a:cs typeface="+mn-lt"/>
              </a:defRPr>
            </a:lvl1pPr>
          </a:lstStyle>
          <a:p xmlns:a="http://schemas.openxmlformats.org/drawingml/2006/main">
            <a:pPr marL="0" lvl="0" indent="0">
              <a:buNone/>
            </a:pPr>
            <a:r>
              <a:t>Speaker name</a:t>
            </a:r>
          </a:p>
        </p:txBody>
      </p:sp>
    </p:spTree>
  </p:cSld>
</p:sldLayout>
</file>

<file path=ppt/slideLayouts/slideLayout42.xml><?xml version="1.0" encoding="utf-8"?>
<p:sldLayout xmlns:p="http://schemas.openxmlformats.org/presentationml/2006/main" preserve="1">
  <p:cSld name="Demo slide 2">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D60DF62-C01A-4C0B-9647-979B1F4781FE}"/>
              </a:ext>
            </a:extLst>
          </p:cNvPr>
          <p:cNvSpPr>
            <a:spLocks xmlns:a="http://schemas.openxmlformats.org/drawingml/2006/main" noGrp="1"/>
          </p:cNvSpPr>
          <p:nvPr>
            <p:ph type="title" idx="0" hasCustomPrompt="1"/>
          </p:nvPr>
        </p:nvSpPr>
        <p:spPr>
          <a:xfrm xmlns:a="http://schemas.openxmlformats.org/drawingml/2006/main">
            <a:off x="438912" y="2233367"/>
            <a:ext cx="6858000" cy="415499"/>
          </a:xfrm>
          <a:prstGeom xmlns:a="http://schemas.openxmlformats.org/drawingml/2006/main" prst="rect">
            <a:avLst/>
          </a:prstGeom>
          <a:noFill xmlns:a="http://schemas.openxmlformats.org/drawingml/2006/main"/>
        </p:spPr>
        <p:txBody>
          <a:bodyPr xmlns:a="http://schemas.openxmlformats.org/drawingml/2006/main" wrap="square" lIns="0" tIns="0" rIns="0" bIns="0" anchor="b">
            <a:spAutoFit/>
          </a:bodyPr>
          <a:lstStyle xmlns:a="http://schemas.openxmlformats.org/drawingml/2006/main">
            <a:lvl1pPr marL="0" indent="0" algn="l" defTabSz="699557">
              <a:lnSpc>
                <a:spcPct val="90000"/>
              </a:lnSpc>
              <a:spcBef>
                <a:spcPct val="0"/>
              </a:spcBef>
              <a:buNone/>
              <a:defRPr sz="3000" b="0" kern="1200" cap="none" spc="-38" baseline="0">
                <a:ln w="3175">
                  <a:noFill/>
                </a:ln>
                <a:solidFill>
                  <a:schemeClr val="tx1"/>
                </a:solidFill>
                <a:latin typeface="+mj-lt"/>
                <a:ea typeface="+mj-lt"/>
                <a:cs typeface="+mj-lt"/>
              </a:defRPr>
            </a:lvl1pPr>
          </a:lstStyle>
          <a:p xmlns:a="http://schemas.openxmlformats.org/drawingml/2006/main">
            <a:r>
              <a:t>Demo title</a:t>
            </a:r>
          </a:p>
        </p:txBody>
      </p:sp>
      <p:sp>
        <p:nvSpPr>
          <p:cNvPr id="5" name="Text Placeholder 4">
            <a:extLst xmlns:a="http://schemas.openxmlformats.org/drawingml/2006/main">
              <a:ext uri="{FF2B5EF4-FFF2-40B4-BE49-F238E27FC236}">
                <a16:creationId xmlns:a16="http://schemas.microsoft.com/office/drawing/2014/main" id="{7487C625-FA20-405F-9DF8-18E078EADDBC}"/>
              </a:ext>
            </a:extLst>
          </p:cNvPr>
          <p:cNvSpPr>
            <a:spLocks xmlns:a="http://schemas.openxmlformats.org/drawingml/2006/main" noGrp="1"/>
          </p:cNvSpPr>
          <p:nvPr>
            <p:ph type="body" idx="12" hasCustomPrompt="1"/>
          </p:nvPr>
        </p:nvSpPr>
        <p:spPr>
          <a:xfrm xmlns:a="http://schemas.openxmlformats.org/drawingml/2006/main">
            <a:off x="438912" y="2982990"/>
            <a:ext cx="6858000" cy="18466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indent="0">
              <a:spcBef>
                <a:spcPts val="0"/>
              </a:spcBef>
              <a:spcAft>
                <a:spcPts val="0"/>
              </a:spcAft>
              <a:buFont typeface="Arial"/>
              <a:buNone/>
              <a:defRPr sz="1200" spc="0" baseline="0">
                <a:solidFill>
                  <a:schemeClr val="tx1"/>
                </a:solidFill>
                <a:latin typeface="+mn-lt"/>
                <a:ea typeface="+mn-lt"/>
                <a:cs typeface="+mn-lt"/>
              </a:defRPr>
            </a:lvl1pPr>
          </a:lstStyle>
          <a:p xmlns:a="http://schemas.openxmlformats.org/drawingml/2006/main">
            <a:pPr marL="0" lvl="0" indent="0">
              <a:buNone/>
            </a:pPr>
            <a:r>
              <a:t>Speaker name</a:t>
            </a:r>
          </a:p>
        </p:txBody>
      </p:sp>
    </p:spTree>
  </p:cSld>
</p:sldLayout>
</file>

<file path=ppt/slideLayouts/slideLayout43.xml><?xml version="1.0" encoding="utf-8"?>
<p:sldLayout xmlns:p="http://schemas.openxmlformats.org/presentationml/2006/main" preserve="1">
  <p:cSld name="Section Title">
    <p:bg>
      <p:bgPr>
        <a:solidFill xmlns:a="http://schemas.openxmlformats.org/drawingml/2006/main">
          <a:srgbClr val="2A446F"/>
        </a:solidFill>
      </p:bgPr>
    </p:bg>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C81702AC-02D8-4141-8E2B-94221BE557E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40762c7424648d2"/>
          <a:srcRect xmlns:a="http://schemas.openxmlformats.org/drawingml/2006/main" l="0" t="24" r="0" b="24"/>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2F177A48-A600-4EBC-837B-340E43300839}"/>
              </a:ext>
            </a:extLst>
          </p:cNvPr>
          <p:cNvSpPr>
            <a:spLocks xmlns:a="http://schemas.openxmlformats.org/drawingml/2006/main" noGrp="1"/>
          </p:cNvSpPr>
          <p:nvPr>
            <p:ph type="title" idx="0" hasCustomPrompt="1"/>
          </p:nvPr>
        </p:nvSpPr>
        <p:spPr>
          <a:xfrm xmlns:a="http://schemas.openxmlformats.org/drawingml/2006/main">
            <a:off x="438912" y="2235306"/>
            <a:ext cx="5006340" cy="415499"/>
          </a:xfrm>
          <a:prstGeom xmlns:a="http://schemas.openxmlformats.org/drawingml/2006/main" prst="rect">
            <a:avLst/>
          </a:prstGeom>
          <a:noFill xmlns:a="http://schemas.openxmlformats.org/drawingml/2006/main"/>
        </p:spPr>
        <p:txBody>
          <a:bodyPr xmlns:a="http://schemas.openxmlformats.org/drawingml/2006/main" wrap="square" lIns="0" tIns="0" rIns="0" bIns="0" anchor="b">
            <a:spAutoFit/>
          </a:bodyPr>
          <a:lstStyle xmlns:a="http://schemas.openxmlformats.org/drawingml/2006/main">
            <a:lvl1pPr marL="0" indent="0" algn="l" defTabSz="699557">
              <a:lnSpc>
                <a:spcPct val="90000"/>
              </a:lnSpc>
              <a:spcBef>
                <a:spcPct val="0"/>
              </a:spcBef>
              <a:buNone/>
              <a:defRPr sz="3000" b="1" i="0" kern="1200" cap="none" spc="-38" baseline="0">
                <a:ln w="3175">
                  <a:noFill/>
                </a:ln>
                <a:solidFill>
                  <a:srgbClr val="99CEE7"/>
                </a:solidFill>
                <a:latin typeface="+mj-lt"/>
                <a:ea typeface="+mj-lt"/>
                <a:cs typeface="+mj-lt"/>
              </a:defRPr>
            </a:lvl1pPr>
          </a:lstStyle>
          <a:p xmlns:a="http://schemas.openxmlformats.org/drawingml/2006/main">
            <a:pPr marL="0" marR="0" lvl="0" indent="0" algn="l" defTabSz="699557">
              <a:lnSpc>
                <a:spcPct val="90000"/>
              </a:lnSpc>
              <a:spcBef>
                <a:spcPct val="0"/>
              </a:spcBef>
              <a:spcAft>
                <a:spcPts val="0"/>
              </a:spcAft>
              <a:buClrTx/>
              <a:buSzPct val="90000"/>
              <a:buFont typeface="Wingdings"/>
              <a:buNone/>
            </a:pPr>
            <a:r>
              <a:t>Section title</a:t>
            </a:r>
          </a:p>
        </p:txBody>
      </p:sp>
    </p:spTree>
  </p:cSld>
</p:sldLayout>
</file>

<file path=ppt/slideLayouts/slideLayout44.xml><?xml version="1.0" encoding="utf-8"?>
<p:sldLayout xmlns:p="http://schemas.openxmlformats.org/presentationml/2006/main" preserve="1">
  <p:cSld name="Section Title 2">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6B56A59-7D60-4D5C-9A2F-4A786DE7FE79}"/>
              </a:ext>
            </a:extLst>
          </p:cNvPr>
          <p:cNvSpPr>
            <a:spLocks xmlns:a="http://schemas.openxmlformats.org/drawingml/2006/main" noGrp="1"/>
          </p:cNvSpPr>
          <p:nvPr>
            <p:ph type="title" idx="0" hasCustomPrompt="1"/>
          </p:nvPr>
        </p:nvSpPr>
        <p:spPr>
          <a:xfrm xmlns:a="http://schemas.openxmlformats.org/drawingml/2006/main">
            <a:off x="438912" y="2235306"/>
            <a:ext cx="6858000" cy="415499"/>
          </a:xfrm>
          <a:prstGeom xmlns:a="http://schemas.openxmlformats.org/drawingml/2006/main" prst="rect">
            <a:avLst/>
          </a:prstGeom>
          <a:noFill xmlns:a="http://schemas.openxmlformats.org/drawingml/2006/main"/>
        </p:spPr>
        <p:txBody>
          <a:bodyPr xmlns:a="http://schemas.openxmlformats.org/drawingml/2006/main" wrap="square" lIns="0" tIns="0" rIns="0" bIns="0" anchor="b">
            <a:spAutoFit/>
          </a:bodyPr>
          <a:lstStyle xmlns:a="http://schemas.openxmlformats.org/drawingml/2006/main">
            <a:lvl1pPr marL="0" indent="0" algn="l" defTabSz="699557">
              <a:lnSpc>
                <a:spcPct val="90000"/>
              </a:lnSpc>
              <a:spcBef>
                <a:spcPct val="0"/>
              </a:spcBef>
              <a:buNone/>
              <a:defRPr sz="3000" b="0" kern="1200" cap="none" spc="-38" baseline="0">
                <a:ln w="3175">
                  <a:noFill/>
                </a:ln>
                <a:solidFill>
                  <a:schemeClr val="tx1"/>
                </a:solidFill>
                <a:latin typeface="+mj-lt"/>
                <a:ea typeface="+mj-lt"/>
                <a:cs typeface="+mj-lt"/>
              </a:defRPr>
            </a:lvl1pPr>
          </a:lstStyle>
          <a:p xmlns:a="http://schemas.openxmlformats.org/drawingml/2006/main">
            <a:r>
              <a:t>Section title</a:t>
            </a:r>
          </a:p>
        </p:txBody>
      </p:sp>
    </p:spTree>
  </p:cSld>
</p:sldLayout>
</file>

<file path=ppt/slideLayouts/slideLayout45.xml><?xml version="1.0" encoding="utf-8"?>
<p:sldLayout xmlns:p="http://schemas.openxmlformats.org/presentationml/2006/main" preserve="1">
  <p:cSld name="Blank">
    <p:spTree>
      <p:nvGrpSpPr>
        <p:cNvPr id="1" name=""/>
        <p:cNvGrpSpPr/>
        <p:nvPr/>
      </p:nvGrpSpPr>
      <p:grpSpPr>
        <a:xfrm xmlns:a="http://schemas.openxmlformats.org/drawingml/2006/main"/>
      </p:grpSpPr>
    </p:spTree>
  </p:cSld>
</p:sldLayout>
</file>

<file path=ppt/slideLayouts/slideLayout46.xml><?xml version="1.0" encoding="utf-8"?>
<p:sldLayout xmlns:p="http://schemas.openxmlformats.org/presentationml/2006/main" preserve="1">
  <p:cSld name="Blank 2">
    <p:bg>
      <p:bgRef idx="1001">
        <a:schemeClr xmlns:a="http://schemas.openxmlformats.org/drawingml/2006/main" val="bg2"/>
      </p:bgRef>
    </p:bg>
    <p:spTree>
      <p:nvGrpSpPr>
        <p:cNvPr id="1" name=""/>
        <p:cNvGrpSpPr/>
        <p:nvPr/>
      </p:nvGrpSpPr>
      <p:grpSpPr>
        <a:xfrm xmlns:a="http://schemas.openxmlformats.org/drawingml/2006/main"/>
      </p:grpSpPr>
    </p:spTree>
  </p:cSld>
</p:sldLayout>
</file>

<file path=ppt/slideLayouts/slideLayout47.xml><?xml version="1.0" encoding="utf-8"?>
<p:sldLayout xmlns:p="http://schemas.openxmlformats.org/presentationml/2006/main" preserve="1">
  <p:cSld name="Closing logo slide">
    <p:bg>
      <p:bgRef idx="1001">
        <a:schemeClr xmlns:a="http://schemas.openxmlformats.org/drawingml/2006/main" val="bg2"/>
      </p:bgRef>
    </p:bg>
    <p:spTree>
      <p:nvGrpSpPr>
        <p:cNvPr id="1" name=""/>
        <p:cNvGrpSpPr/>
        <p:nvPr/>
      </p:nvGrpSpPr>
      <p:grpSpPr>
        <a:xfrm xmlns:a="http://schemas.openxmlformats.org/drawingml/2006/main"/>
      </p:grpSpPr>
      <p:sp>
        <p:nvSpPr>
          <p:cNvPr id="2" name="Text Box 3">
            <a:extLst xmlns:a="http://schemas.openxmlformats.org/drawingml/2006/main">
              <a:ext uri="{FF2B5EF4-FFF2-40B4-BE49-F238E27FC236}">
                <a16:creationId xmlns:a16="http://schemas.microsoft.com/office/drawing/2014/main" id="{8D7E0F55-E17B-40A4-89B8-487A863AE0F6}"/>
              </a:ext>
            </a:extLst>
          </p:cNvPr>
          <p:cNvSpPr>
            <a:spLocks xmlns:a="http://schemas.openxmlformats.org/drawingml/2006/main" noGrp="1"/>
          </p:cNvSpPr>
          <p:nvPr/>
        </p:nvSpPr>
        <p:spPr>
          <a:xfrm xmlns:a="http://schemas.openxmlformats.org/drawingml/2006/main">
            <a:off x="438150" y="4620987"/>
            <a:ext cx="3361593" cy="80792"/>
          </a:xfrm>
          <a:prstGeom xmlns:a="http://schemas.openxmlformats.org/drawingml/2006/main" prst="rect">
            <a:avLst/>
          </a:prstGeom>
          <a:noFill xmlns:a="http://schemas.openxmlformats.org/drawingml/2006/main"/>
          <a:ln xmlns:a="http://schemas.openxmlformats.org/drawingml/2006/main" w="12700">
            <a:noFill/>
            <a:miter/>
            <a:headEnd type="none" w="sm" len="sm"/>
            <a:tailEnd type="none" w="sm" len="sm"/>
          </a:ln>
        </p:spPr>
        <p:txBody>
          <a:bodyPr xmlns:a="http://schemas.openxmlformats.org/drawingml/2006/main" vert="horz" wrap="square" lIns="0" tIns="0" rIns="0" bIns="0" anchor="b">
            <a:spAutoFit/>
          </a:bodyPr>
          <a:lstStyle xmlns:a="http://schemas.openxmlformats.org/drawingml/2006/main"/>
          <a:p xmlns:a="http://schemas.openxmlformats.org/drawingml/2006/main">
            <a:pPr marL="0" indent="0" defTabSz="699218">
              <a:buNone/>
            </a:pPr>
            <a:r>
              <a:rPr sz="525">
                <a:solidFill>
                  <a:schemeClr val="tx1"/>
                </a:solidFill>
              </a:rPr>
              <a:t>© Copyright Microsoft Corporation. All rights reserved. </a:t>
            </a:r>
          </a:p>
        </p:txBody>
      </p:sp>
      <p:pic>
        <p:nvPicPr>
          <p:cNvPr id="5" name="MS logo white - EMF">
            <a:extLst xmlns:a="http://schemas.openxmlformats.org/drawingml/2006/main">
              <a:ext uri="{FF2B5EF4-FFF2-40B4-BE49-F238E27FC236}">
                <a16:creationId xmlns:a16="http://schemas.microsoft.com/office/drawing/2014/main" id="{99C6EE6C-F950-42E7-B8D8-1FFE3EE5D9B5}"/>
              </a:ext>
            </a:extLst>
          </p:cNvPr>
          <p:cNvPicPr>
            <a:picLocks xmlns:a="http://schemas.openxmlformats.org/drawingml/2006/main" noChangeAspect="1"/>
          </p:cNvPicPr>
          <p:nvPr/>
        </p:nvPicPr>
        <p:blipFill>
          <a:blip xmlns:r="http://schemas.openxmlformats.org/officeDocument/2006/relationships" xmlns:a="http://schemas.openxmlformats.org/drawingml/2006/main" r:embed="R11a94fdd4fb44187"/>
          <a:stretch xmlns:a="http://schemas.openxmlformats.org/drawingml/2006/main">
            <a:fillRect l="0" t="0" r="0" b="0"/>
          </a:stretch>
        </p:blipFill>
        <p:spPr>
          <a:xfrm xmlns:a="http://schemas.openxmlformats.org/drawingml/2006/main">
            <a:off x="438150" y="439341"/>
            <a:ext cx="1024684" cy="219456"/>
          </a:xfrm>
          <a:prstGeom xmlns:a="http://schemas.openxmlformats.org/drawingml/2006/main" prst="rect">
            <a:avLst/>
          </a:prstGeom>
        </p:spPr>
      </p:pic>
    </p:spTree>
  </p:cSld>
</p:sldLayout>
</file>

<file path=ppt/slideLayouts/slideLayout48.xml><?xml version="1.0" encoding="utf-8"?>
<p:sldLayout xmlns:p="http://schemas.openxmlformats.org/presentationml/2006/main" preserve="1">
  <p:cSld name="Black Notes slide Layout">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F15458CA-C720-45FF-8C5B-C384CF17DC4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marL="0" indent="0">
              <a:buNone/>
              <a:defRPr b="0">
                <a:solidFill>
                  <a:schemeClr val="tx1"/>
                </a:solidFill>
                <a:latin typeface="Segoe UI"/>
                <a:ea typeface="Segoe UI"/>
                <a:cs typeface="Segoe UI"/>
              </a:defRPr>
            </a:lvl1pPr>
          </a:lstStyle>
          <a:p xmlns:a="http://schemas.openxmlformats.org/drawingml/2006/main">
            <a:r>
              <a:t>Click to edit Master title style</a:t>
            </a:r>
          </a:p>
        </p:txBody>
      </p:sp>
      <p:sp>
        <p:nvSpPr>
          <p:cNvPr id="5" name="Text Placeholder 4">
            <a:extLst xmlns:a="http://schemas.openxmlformats.org/drawingml/2006/main">
              <a:ext uri="{FF2B5EF4-FFF2-40B4-BE49-F238E27FC236}">
                <a16:creationId xmlns:a16="http://schemas.microsoft.com/office/drawing/2014/main" id="{F4B6606D-2DF9-48CD-BBE9-B751BF55CD2B}"/>
              </a:ext>
            </a:extLst>
          </p:cNvPr>
          <p:cNvSpPr>
            <a:spLocks xmlns:a="http://schemas.openxmlformats.org/drawingml/2006/main" noGrp="1"/>
          </p:cNvSpPr>
          <p:nvPr>
            <p:ph type="body" idx="12"/>
          </p:nvPr>
        </p:nvSpPr>
        <p:spPr>
          <a:xfrm xmlns:a="http://schemas.openxmlformats.org/drawingml/2006/main">
            <a:off x="438150" y="1077516"/>
            <a:ext cx="8264129" cy="1661993"/>
          </a:xfrm>
        </p:spPr>
        <p:txBody>
          <a:bodyPr xmlns:a="http://schemas.openxmlformats.org/drawingml/2006/main" wrap="square">
            <a:spAutoFit/>
          </a:bodyPr>
          <a:lstStyle xmlns:a="http://schemas.openxmlformats.org/drawingml/2006/main">
            <a:lvl1pPr marL="0" indent="0">
              <a:buNone/>
              <a:defRPr sz="2700">
                <a:latin typeface="+mn-lt"/>
                <a:ea typeface="+mn-lt"/>
                <a:cs typeface="+mn-lt"/>
              </a:defRPr>
            </a:lvl1pPr>
            <a:lvl2pPr marL="0" indent="0">
              <a:buNone/>
              <a:defRPr sz="2100">
                <a:latin typeface="+mn-lt"/>
                <a:ea typeface="+mn-lt"/>
                <a:cs typeface="+mn-lt"/>
              </a:defRPr>
            </a:lvl2pPr>
            <a:lvl3pPr marL="0" indent="0">
              <a:buNone/>
              <a:defRPr sz="1800">
                <a:latin typeface="+mn-lt"/>
                <a:ea typeface="+mn-lt"/>
                <a:cs typeface="+mn-lt"/>
              </a:defRPr>
            </a:lvl3pPr>
            <a:lvl4pPr marL="0" indent="0">
              <a:buNone/>
              <a:defRPr sz="1500">
                <a:latin typeface="+mn-lt"/>
                <a:ea typeface="+mn-lt"/>
                <a:cs typeface="+mn-lt"/>
              </a:defRPr>
            </a:lvl4pPr>
            <a:lvl5pPr marL="0" indent="0">
              <a:buNone/>
              <a:defRPr sz="1350">
                <a:latin typeface="+mn-lt"/>
                <a:ea typeface="+mn-lt"/>
                <a:cs typeface="+mn-lt"/>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4" name="Next slide">
            <a:extLst xmlns:a="http://schemas.openxmlformats.org/drawingml/2006/main">
              <a:ext uri="{FF2B5EF4-FFF2-40B4-BE49-F238E27FC236}">
                <a16:creationId xmlns:a16="http://schemas.microsoft.com/office/drawing/2014/main" id="{8F7152F6-7B0C-42AD-B909-6372AA0D6142}"/>
              </a:ext>
            </a:extLst>
          </p:cNvPr>
          <p:cNvSpPr>
            <a:spLocks xmlns:a="http://schemas.openxmlformats.org/drawingml/2006/main" noGrp="1"/>
          </p:cNvSpPr>
          <p:nvPr>
            <p:ph type="body" idx="11" hasCustomPrompt="1"/>
          </p:nvPr>
        </p:nvSpPr>
        <p:spPr>
          <a:xfrm xmlns:a="http://schemas.openxmlformats.org/drawingml/2006/main">
            <a:off x="1" y="4701779"/>
            <a:ext cx="9144001" cy="441722"/>
          </a:xfrm>
          <a:prstGeom xmlns:a="http://schemas.openxmlformats.org/drawingml/2006/main" prst="rect">
            <a:avLst/>
          </a:prstGeom>
          <a:solidFill xmlns:a="http://schemas.openxmlformats.org/drawingml/2006/main">
            <a:srgbClr val="FFFF99"/>
          </a:solidFill>
        </p:spPr>
        <p:txBody>
          <a:bodyPr xmlns:a="http://schemas.openxmlformats.org/drawingml/2006/main" wrap="square" lIns="155457" tIns="77729" rIns="155457" bIns="45720" anchor="b">
            <a:noAutofit/>
          </a:bodyPr>
          <a:lstStyle xmlns:a="http://schemas.openxmlformats.org/drawingml/2006/main">
            <a:lvl1pPr marL="0" indent="0" algn="r">
              <a:buFont typeface="Arial"/>
              <a:buNone/>
              <a:defRPr sz="2775" spc="-38" baseline="0">
                <a:solidFill>
                  <a:srgbClr val="000000"/>
                </a:solidFill>
                <a:latin typeface="Segoe UI"/>
                <a:ea typeface="Segoe UI"/>
                <a:cs typeface="Segoe UI"/>
              </a:defRPr>
            </a:lvl1pPr>
          </a:lstStyle>
          <a:p xmlns:a="http://schemas.openxmlformats.org/drawingml/2006/main">
            <a:pPr marL="0" lvl="0" indent="0">
              <a:buNone/>
            </a:pPr>
            <a:r>
              <a:t>Next:</a:t>
            </a:r>
          </a:p>
        </p:txBody>
      </p:sp>
    </p:spTree>
  </p:cSld>
</p:sldLayout>
</file>

<file path=ppt/slideLayouts/slideLayout49.xml><?xml version="1.0" encoding="utf-8"?>
<p:sldLayout xmlns:p="http://schemas.openxmlformats.org/presentationml/2006/main" preserve="1" userDrawn="1">
  <p:cSld name="Test pattern">
    <p:spTree>
      <p:nvGrpSpPr>
        <p:cNvPr id="1" name=""/>
        <p:cNvGrpSpPr/>
        <p:nvPr/>
      </p:nvGrpSpPr>
      <p:grpSpPr>
        <a:xfrm xmlns:a="http://schemas.openxmlformats.org/drawingml/2006/main"/>
      </p:grpSpPr>
      <p:pic>
        <p:nvPicPr>
          <p:cNvPr id="4" name="Picture 3">
            <a:extLst xmlns:a="http://schemas.openxmlformats.org/drawingml/2006/main">
              <a:ext uri="{FF2B5EF4-FFF2-40B4-BE49-F238E27FC236}">
                <a16:creationId xmlns:a16="http://schemas.microsoft.com/office/drawing/2014/main" id="{F13C62DB-AA45-47E6-A47B-916C01C5F0F2}"/>
              </a:ext>
            </a:extLst>
          </p:cNvPr>
          <p:cNvPicPr>
            <a:picLocks xmlns:a="http://schemas.openxmlformats.org/drawingml/2006/main" noChangeAspect="1"/>
          </p:cNvPicPr>
          <p:nvPr/>
        </p:nvPicPr>
        <p:blipFill>
          <a:blip xmlns:r="http://schemas.openxmlformats.org/officeDocument/2006/relationships" xmlns:a="http://schemas.openxmlformats.org/drawingml/2006/main" r:embed="R6b61f05529ab49f4"/>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Tree>
  </p:cSld>
</p:sldLayout>
</file>

<file path=ppt/slideLayouts/slideLayout50.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51.xml><?xml version="1.0" encoding="utf-8"?>
<p:sldLayout xmlns:p="http://schemas.openxmlformats.org/presentationml/2006/main" preserve="1" userDrawn="1">
  <p:cSld name="Agenda_1-column_Large type">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CE35D3C-86EE-875E-D2A6-669DF7E1C19A}"/>
              </a:ext>
            </a:extLst>
          </p:cNvPr>
          <p:cNvSpPr>
            <a:spLocks xmlns:a="http://schemas.openxmlformats.org/drawingml/2006/main" noGrp="1"/>
          </p:cNvSpPr>
          <p:nvPr>
            <p:ph type="title" idx="0" hasCustomPrompt="1"/>
          </p:nvPr>
        </p:nvSpPr>
        <p:spPr>
          <a:xfrm xmlns:a="http://schemas.openxmlformats.org/drawingml/2006/main">
            <a:off x="441197" y="438912"/>
            <a:ext cx="6144768" cy="230833"/>
          </a:xfrm>
        </p:spPr>
        <p:txBody>
          <a:bodyPr xmlns:a="http://schemas.openxmlformats.org/drawingml/2006/main"/>
          <a:lstStyle xmlns:a="http://schemas.openxmlformats.org/drawingml/2006/main">
            <a:lvl1pPr marL="0" indent="0">
              <a:buNone/>
              <a:defRPr sz="1500" b="0" i="0">
                <a:solidFill>
                  <a:schemeClr val="tx1"/>
                </a:solidFill>
                <a:latin typeface="+mj-lt"/>
                <a:ea typeface="+mj-lt"/>
                <a:cs typeface="+mj-lt"/>
              </a:defRPr>
            </a:lvl1pPr>
          </a:lstStyle>
          <a:p xmlns:a="http://schemas.openxmlformats.org/drawingml/2006/main">
            <a:r>
              <a:t>Agenda</a:t>
            </a:r>
          </a:p>
        </p:txBody>
      </p:sp>
      <p:sp>
        <p:nvSpPr>
          <p:cNvPr id="3" name="Text Placeholder 3">
            <a:extLst xmlns:a="http://schemas.openxmlformats.org/drawingml/2006/main">
              <a:ext uri="{FF2B5EF4-FFF2-40B4-BE49-F238E27FC236}">
                <a16:creationId xmlns:a16="http://schemas.microsoft.com/office/drawing/2014/main" id="{6407BFDD-926C-A843-EBF8-302E0C66AD35}"/>
              </a:ext>
            </a:extLst>
          </p:cNvPr>
          <p:cNvSpPr>
            <a:spLocks xmlns:a="http://schemas.openxmlformats.org/drawingml/2006/main" noGrp="1"/>
          </p:cNvSpPr>
          <p:nvPr>
            <p:ph type="body" idx="12" hasCustomPrompt="1"/>
          </p:nvPr>
        </p:nvSpPr>
        <p:spPr>
          <a:xfrm xmlns:a="http://schemas.openxmlformats.org/drawingml/2006/main">
            <a:off x="438149" y="1192253"/>
            <a:ext cx="6144768" cy="485181"/>
          </a:xfrm>
          <a:prstGeom xmlns:a="http://schemas.openxmlformats.org/drawingml/2006/main" prst="rect">
            <a:avLst/>
          </a:prstGeom>
        </p:spPr>
        <p:txBody>
          <a:bodyPr xmlns:a="http://schemas.openxmlformats.org/drawingml/2006/main"/>
          <a:lstStyle xmlns:a="http://schemas.openxmlformats.org/drawingml/2006/main">
            <a:lvl1pPr marL="0" indent="0">
              <a:lnSpc>
                <a:spcPct val="150000"/>
              </a:lnSpc>
              <a:spcBef>
                <a:spcPts val="0"/>
              </a:spcBef>
              <a:buSzPct val="100000"/>
              <a:buFont typeface="+mj-lt"/>
              <a:buNone/>
              <a:defRPr sz="2400" spc="-15" baseline="0">
                <a:solidFill>
                  <a:schemeClr val="tx1"/>
                </a:solidFill>
              </a:defRPr>
            </a:lvl1pPr>
            <a:lvl2pPr marL="0" indent="0">
              <a:buNone/>
              <a:defRPr/>
            </a:lvl2pPr>
            <a:lvl3pPr marL="0" indent="0">
              <a:buNone/>
              <a:defRPr/>
            </a:lvl3pPr>
            <a:lvl4pPr marL="0" indent="0">
              <a:buNone/>
              <a:defRPr/>
            </a:lvl4pPr>
            <a:lvl5pPr marL="0" indent="0">
              <a:buNone/>
              <a:defRPr/>
            </a:lvl5pPr>
          </a:lstStyle>
          <a:p xmlns:a="http://schemas.openxmlformats.org/drawingml/2006/main">
            <a:pPr marL="0" lvl="0" indent="0">
              <a:buNone/>
            </a:pPr>
            <a:r>
              <a:t>Click to add agenda items</a:t>
            </a:r>
          </a:p>
        </p:txBody>
      </p:sp>
      <p:sp>
        <p:nvSpPr>
          <p:cNvPr id="8" name="Slide Number Placeholder 7">
            <a:extLst xmlns:a="http://schemas.openxmlformats.org/drawingml/2006/main">
              <a:ext uri="{FF2B5EF4-FFF2-40B4-BE49-F238E27FC236}">
                <a16:creationId xmlns:a16="http://schemas.microsoft.com/office/drawing/2014/main" id="{2A74B9B3-B225-C832-487C-1A47707E3F2A}"/>
              </a:ext>
            </a:extLst>
          </p:cNvPr>
          <p:cNvSpPr>
            <a:spLocks xmlns:a="http://schemas.openxmlformats.org/drawingml/2006/main" noGrp="1"/>
          </p:cNvSpPr>
          <p:nvPr>
            <p:ph type="sldNum" idx="13"/>
          </p:nvPr>
        </p:nvSpPr>
        <p:spPr>
          <a:xfrm xmlns:a="http://schemas.openxmlformats.org/drawingml/2006/main">
            <a:off x="6457950" y="4767263"/>
            <a:ext cx="20574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EDC3539E-14C1-E64F-837C-70200C23A1A4}" type="slidenum">
              <a:t>‹#›</a:t>
            </a:fld>
            <a:endParaRPr/>
          </a:p>
        </p:txBody>
      </p:sp>
    </p:spTree>
  </p:cSld>
</p:sldLayout>
</file>

<file path=ppt/slideLayouts/slideLayout5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6F9AEBE-26AC-49D9-BE02-16A65EE05BA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89A131D-5BC0-4492-ADD1-7DF3039F273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4" name="Date Placeholder 3">
            <a:extLst xmlns:a="http://schemas.openxmlformats.org/drawingml/2006/main">
              <a:ext uri="{FF2B5EF4-FFF2-40B4-BE49-F238E27FC236}">
                <a16:creationId xmlns:a16="http://schemas.microsoft.com/office/drawing/2014/main" id="{525B332E-531E-4894-98F5-A5C9CEB021C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46CE7D5-CF57-46EF-B807-FDD0502418D4}" type="datetimeFigureOut">
              <a:t>6/5/26</a:t>
            </a:fld>
            <a:endParaRPr/>
          </a:p>
        </p:txBody>
      </p:sp>
      <p:sp>
        <p:nvSpPr>
          <p:cNvPr id="5" name="Footer Placeholder 4">
            <a:extLst xmlns:a="http://schemas.openxmlformats.org/drawingml/2006/main">
              <a:ext uri="{FF2B5EF4-FFF2-40B4-BE49-F238E27FC236}">
                <a16:creationId xmlns:a16="http://schemas.microsoft.com/office/drawing/2014/main" id="{049A4F7E-FF58-4B4F-B7EA-B3F2579FBDD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77DBA75-1E94-4867-983B-57C39EB366E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30EA680-D336-4FF7-8B7A-9848BB0A1C32}" type="slidenum">
              <a:t>‹#›</a:t>
            </a:fld>
            <a:endParaRPr/>
          </a:p>
        </p:txBody>
      </p:sp>
    </p:spTree>
  </p:cSld>
</p:sldLayout>
</file>

<file path=ppt/slideLayouts/slideLayout53.xml><?xml version="1.0" encoding="utf-8"?>
<p:sldLayout xmlns:p="http://schemas.openxmlformats.org/presentationml/2006/main" userDrawn="1">
  <p:cSld name="7_Section divider, blue gradient">
    <p:bg>
      <p:bgPr>
        <a:blipFill xmlns:a="http://schemas.openxmlformats.org/drawingml/2006/main" rotWithShape="1">
          <a:blip xmlns:r="http://schemas.openxmlformats.org/officeDocument/2006/relationships" r:embed="R637655d593b04a0e">
            <a:lum/>
          </a:blip>
          <a:srcRect l="0" t="0" r="0" b="0"/>
          <a:stretch>
            <a:fillRect l="0" t="0" r="0" b="0"/>
          </a:stretch>
        </a:blipFill>
      </p:bgPr>
    </p:bg>
    <p:spTree>
      <p:nvGrpSpPr>
        <p:cNvPr id="1" name=""/>
        <p:cNvGrpSpPr/>
        <p:nvPr/>
      </p:nvGrpSpPr>
      <p:grpSpPr>
        <a:xfrm xmlns:a="http://schemas.openxmlformats.org/drawingml/2006/main"/>
      </p:grpSpPr>
      <p:pic>
        <p:nvPicPr>
          <p:cNvPr id="9" name="Picture 8">
            <a:extLst xmlns:a="http://schemas.openxmlformats.org/drawingml/2006/main">
              <a:ext uri="{FF2B5EF4-FFF2-40B4-BE49-F238E27FC236}">
                <a16:creationId xmlns:a16="http://schemas.microsoft.com/office/drawing/2014/main" id="{954C60DF-F570-4AEE-B3A1-EFBEDC36C5E6}"/>
              </a:ext>
            </a:extLst>
          </p:cNvPr>
          <p:cNvPicPr>
            <a:picLocks xmlns:a="http://schemas.openxmlformats.org/drawingml/2006/main" noChangeAspect="1"/>
          </p:cNvPicPr>
          <p:nvPr/>
        </p:nvPicPr>
        <p:blipFill>
          <a:blip xmlns:r="http://schemas.openxmlformats.org/officeDocument/2006/relationships" xmlns:a="http://schemas.openxmlformats.org/drawingml/2006/main" r:embed="R2b25dbeff13c4375"/>
          <a:stretch xmlns:a="http://schemas.openxmlformats.org/drawingml/2006/main">
            <a:fillRect l="0" t="0" r="0" b="0"/>
          </a:stretch>
        </p:blipFill>
        <p:spPr>
          <a:xfrm xmlns:a="http://schemas.openxmlformats.org/drawingml/2006/main">
            <a:off x="435799" y="113830"/>
            <a:ext cx="1706136" cy="764576"/>
          </a:xfrm>
          <a:prstGeom xmlns:a="http://schemas.openxmlformats.org/drawingml/2006/main" prst="rect">
            <a:avLst/>
          </a:prstGeom>
        </p:spPr>
      </p:pic>
    </p:spTree>
  </p:cSld>
</p:sldLayout>
</file>

<file path=ppt/slideLayouts/slideLayout54.xml><?xml version="1.0" encoding="utf-8"?>
<p:sldLayout xmlns:p="http://schemas.openxmlformats.org/presentationml/2006/main" preserve="1" userDrawn="1">
  <p:cSld name="Header Line Two Column Non-bulleted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876633-3E8D-4CF4-A5D4-D4E9D88A6DE0}"/>
              </a:ext>
            </a:extLst>
          </p:cNvPr>
          <p:cNvSpPr>
            <a:spLocks xmlns:a="http://schemas.openxmlformats.org/drawingml/2006/main" noGrp="1"/>
          </p:cNvSpPr>
          <p:nvPr>
            <p:ph type="title" idx="0"/>
          </p:nvPr>
        </p:nvSpPr>
        <p:spPr>
          <a:xfrm xmlns:a="http://schemas.openxmlformats.org/drawingml/2006/main">
            <a:off x="441197" y="342900"/>
            <a:ext cx="8263890" cy="415499"/>
          </a:xfrm>
        </p:spPr>
        <p:txBody>
          <a:bodyPr xmlns:a="http://schemas.openxmlformats.org/drawingml/2006/main" anchor="ctr"/>
          <a:lstStyle xmlns:a="http://schemas.openxmlformats.org/drawingml/2006/main">
            <a:lvl1pPr marL="0" indent="0">
              <a:buNone/>
              <a:defRPr>
                <a:solidFill>
                  <a:schemeClr val="tx1"/>
                </a:solidFill>
              </a:defRPr>
            </a:lvl1pPr>
          </a:lstStyle>
          <a:p xmlns:a="http://schemas.openxmlformats.org/drawingml/2006/main">
            <a:r>
              <a:t>Click to edit Master title style</a:t>
            </a:r>
          </a:p>
        </p:txBody>
      </p:sp>
      <p:sp>
        <p:nvSpPr>
          <p:cNvPr id="4" name="Text Placeholder 3">
            <a:extLst xmlns:a="http://schemas.openxmlformats.org/drawingml/2006/main">
              <a:ext uri="{FF2B5EF4-FFF2-40B4-BE49-F238E27FC236}">
                <a16:creationId xmlns:a16="http://schemas.microsoft.com/office/drawing/2014/main" id="{EF648812-FF0A-43FF-B640-FE8DE43AFEBF}"/>
              </a:ext>
            </a:extLst>
          </p:cNvPr>
          <p:cNvSpPr>
            <a:spLocks xmlns:a="http://schemas.openxmlformats.org/drawingml/2006/main" noGrp="1"/>
          </p:cNvSpPr>
          <p:nvPr>
            <p:ph type="body" idx="10"/>
          </p:nvPr>
        </p:nvSpPr>
        <p:spPr>
          <a:xfrm xmlns:a="http://schemas.openxmlformats.org/drawingml/2006/main">
            <a:off x="438150" y="1076325"/>
            <a:ext cx="3909060" cy="1237262"/>
          </a:xfrm>
        </p:spPr>
        <p:txBody>
          <a:bodyPr xmlns:a="http://schemas.openxmlformats.org/drawingml/2006/main" wrap="square">
            <a:spAutoFit/>
          </a:bodyPr>
          <a:lstStyle xmlns:a="http://schemas.openxmlformats.org/drawingml/2006/main">
            <a:lvl1pPr marL="0" indent="0">
              <a:spcBef>
                <a:spcPts val="918"/>
              </a:spcBef>
              <a:buClr>
                <a:schemeClr val="tx1"/>
              </a:buClr>
              <a:buFont typeface="Wingdings"/>
              <a:buNone/>
              <a:defRPr sz="2100" b="0">
                <a:latin typeface="Segoe UI"/>
                <a:ea typeface="Segoe UI"/>
                <a:cs typeface="Segoe UI"/>
              </a:defRPr>
            </a:lvl1pPr>
            <a:lvl2pPr marL="0" indent="0">
              <a:buFont typeface="Wingdings"/>
              <a:buNone/>
              <a:defRPr sz="1500" b="0"/>
            </a:lvl2pPr>
            <a:lvl3pPr marL="0" indent="0">
              <a:buFont typeface="Wingdings"/>
              <a:buNone/>
              <a:defRPr sz="1200" b="0"/>
            </a:lvl3pPr>
            <a:lvl4pPr marL="0" indent="0">
              <a:buFont typeface="Wingdings"/>
              <a:buNone/>
              <a:defRPr sz="1050" b="0"/>
            </a:lvl4pPr>
            <a:lvl5pPr marL="0" indent="0">
              <a:buFont typeface="Wingdings"/>
              <a:buNone/>
              <a:defRPr sz="1050" b="0"/>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6" name="Text Placeholder 3">
            <a:extLst xmlns:a="http://schemas.openxmlformats.org/drawingml/2006/main">
              <a:ext uri="{FF2B5EF4-FFF2-40B4-BE49-F238E27FC236}">
                <a16:creationId xmlns:a16="http://schemas.microsoft.com/office/drawing/2014/main" id="{8E9CDCB4-03E1-4763-B83E-A1334BCDB0C0}"/>
              </a:ext>
            </a:extLst>
          </p:cNvPr>
          <p:cNvSpPr>
            <a:spLocks xmlns:a="http://schemas.openxmlformats.org/drawingml/2006/main" noGrp="1"/>
          </p:cNvSpPr>
          <p:nvPr>
            <p:ph type="body" idx="12"/>
          </p:nvPr>
        </p:nvSpPr>
        <p:spPr>
          <a:xfrm xmlns:a="http://schemas.openxmlformats.org/drawingml/2006/main">
            <a:off x="4797878" y="1076325"/>
            <a:ext cx="3909060" cy="1237262"/>
          </a:xfrm>
        </p:spPr>
        <p:txBody>
          <a:bodyPr xmlns:a="http://schemas.openxmlformats.org/drawingml/2006/main" wrap="square">
            <a:spAutoFit/>
          </a:bodyPr>
          <a:lstStyle xmlns:a="http://schemas.openxmlformats.org/drawingml/2006/main">
            <a:lvl1pPr marL="0" indent="0">
              <a:spcBef>
                <a:spcPts val="918"/>
              </a:spcBef>
              <a:buClr>
                <a:schemeClr val="tx1"/>
              </a:buClr>
              <a:buFont typeface="Wingdings"/>
              <a:buNone/>
              <a:defRPr sz="2100" b="0">
                <a:latin typeface="Segoe UI"/>
                <a:ea typeface="Segoe UI"/>
                <a:cs typeface="Segoe UI"/>
              </a:defRPr>
            </a:lvl1pPr>
            <a:lvl2pPr marL="0" indent="0">
              <a:buFont typeface="Wingdings"/>
              <a:buNone/>
              <a:defRPr sz="1500" b="0"/>
            </a:lvl2pPr>
            <a:lvl3pPr marL="0" indent="0">
              <a:buFont typeface="Wingdings"/>
              <a:buNone/>
              <a:defRPr sz="1200" b="0"/>
            </a:lvl3pPr>
            <a:lvl4pPr marL="0" indent="0">
              <a:buFont typeface="Wingdings"/>
              <a:buNone/>
              <a:defRPr sz="1050" b="0"/>
            </a:lvl4pPr>
            <a:lvl5pPr marL="0" indent="0">
              <a:buFont typeface="Wingdings"/>
              <a:buNone/>
              <a:defRPr sz="1050" b="0"/>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8" name="Straight Connector 7">
            <a:extLst xmlns:a="http://schemas.openxmlformats.org/drawingml/2006/main">
              <a:ext uri="{FF2B5EF4-FFF2-40B4-BE49-F238E27FC236}">
                <a16:creationId xmlns:a16="http://schemas.microsoft.com/office/drawing/2014/main" id="{68035901-5229-4B1B-B0CE-315715BF05DB}"/>
              </a:ext>
            </a:extLst>
          </p:cNvPr>
          <p:cNvSpPr>
            <a:spLocks xmlns:a="http://schemas.openxmlformats.org/drawingml/2006/main" noGrp="1"/>
          </p:cNvSpPr>
          <p:nvPr/>
        </p:nvSpPr>
        <p:spPr>
          <a:xfrm xmlns:a="http://schemas.openxmlformats.org/drawingml/2006/main">
            <a:off x="438150" y="914400"/>
            <a:ext cx="8268891" cy="0"/>
          </a:xfrm>
          <a:prstGeom xmlns:a="http://schemas.openxmlformats.org/drawingml/2006/main" prst="line">
            <a:avLst/>
          </a:prstGeom>
          <a:ln xmlns:a="http://schemas.openxmlformats.org/drawingml/2006/main" w="25400">
            <a:solidFill>
              <a:schemeClr val="tx2"/>
            </a:solidFill>
            <a:headEnd type="none" w="lg" len="med"/>
            <a:tailEnd type="none" w="lg"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55.xml><?xml version="1.0" encoding="utf-8"?>
<p:sldLayout xmlns:p="http://schemas.openxmlformats.org/presentationml/2006/main" preserve="1" userDrawn="1">
  <p:cSld name="Walkin">
    <p:bg>
      <p:bgPr>
        <a:blipFill xmlns:a="http://schemas.openxmlformats.org/drawingml/2006/main" rotWithShape="1">
          <a:blip xmlns:r="http://schemas.openxmlformats.org/officeDocument/2006/relationships" r:embed="Rbb9db8bb605e43e1">
            <a:lum/>
          </a:blip>
          <a:srcRect l="0" t="0" r="0" b="0"/>
          <a:stretch>
            <a:fillRect l="0" t="0" r="0" b="0"/>
          </a:stretch>
        </a:blipFill>
      </p:bgPr>
    </p:bg>
    <p:spTree>
      <p:nvGrpSpPr>
        <p:cNvPr id="1" name=""/>
        <p:cNvGrpSpPr/>
        <p:nvPr/>
      </p:nvGrpSpPr>
      <p:grpSpPr>
        <a:xfrm xmlns:a="http://schemas.openxmlformats.org/drawingml/2006/main"/>
      </p:grpSpPr>
      <p:pic>
        <p:nvPicPr>
          <p:cNvPr id="2" name="MS logo white - EMF">
            <a:extLst xmlns:a="http://schemas.openxmlformats.org/drawingml/2006/main">
              <a:ext uri="{FF2B5EF4-FFF2-40B4-BE49-F238E27FC236}">
                <a16:creationId xmlns:a16="http://schemas.microsoft.com/office/drawing/2014/main" id="{5653E6A5-2493-4F53-9A83-12B2A9031D68}"/>
              </a:ext>
            </a:extLst>
          </p:cNvPr>
          <p:cNvPicPr>
            <a:picLocks xmlns:a="http://schemas.openxmlformats.org/drawingml/2006/main" noChangeAspect="1"/>
          </p:cNvPicPr>
          <p:nvPr/>
        </p:nvPicPr>
        <p:blipFill>
          <a:blip xmlns:r="http://schemas.openxmlformats.org/officeDocument/2006/relationships" xmlns:a="http://schemas.openxmlformats.org/drawingml/2006/main" r:embed="R66ebc82c059e4e34"/>
          <a:stretch xmlns:a="http://schemas.openxmlformats.org/drawingml/2006/main">
            <a:fillRect l="0" t="0" r="0" b="0"/>
          </a:stretch>
        </p:blipFill>
        <p:spPr>
          <a:xfrm xmlns:a="http://schemas.openxmlformats.org/drawingml/2006/main">
            <a:off x="438150" y="439341"/>
            <a:ext cx="1024684" cy="219456"/>
          </a:xfrm>
          <a:prstGeom xmlns:a="http://schemas.openxmlformats.org/drawingml/2006/main" prst="rect">
            <a:avLst/>
          </a:prstGeom>
        </p:spPr>
      </p:pic>
      <p:pic>
        <p:nvPicPr>
          <p:cNvPr id="6" name="Picture 5">
            <a:extLst xmlns:a="http://schemas.openxmlformats.org/drawingml/2006/main">
              <a:ext uri="{FF2B5EF4-FFF2-40B4-BE49-F238E27FC236}">
                <a16:creationId xmlns:a16="http://schemas.microsoft.com/office/drawing/2014/main" id="{E55334E3-CC43-43E8-AD9F-54E18031F4AC}"/>
              </a:ext>
            </a:extLst>
          </p:cNvPr>
          <p:cNvPicPr>
            <a:picLocks xmlns:a="http://schemas.openxmlformats.org/drawingml/2006/main" noChangeAspect="1"/>
          </p:cNvPicPr>
          <p:nvPr/>
        </p:nvPicPr>
        <p:blipFill>
          <a:blip xmlns:r="http://schemas.openxmlformats.org/officeDocument/2006/relationships" xmlns:a="http://schemas.openxmlformats.org/drawingml/2006/main" r:embed="R71026ead9f2945cb"/>
          <a:stretch xmlns:a="http://schemas.openxmlformats.org/drawingml/2006/main">
            <a:fillRect l="0" t="0" r="0" b="0"/>
          </a:stretch>
        </p:blipFill>
        <p:spPr>
          <a:xfrm xmlns:a="http://schemas.openxmlformats.org/drawingml/2006/main">
            <a:off x="191692" y="915840"/>
            <a:ext cx="6393971" cy="3197519"/>
          </a:xfrm>
          <a:prstGeom xmlns:a="http://schemas.openxmlformats.org/drawingml/2006/main" prst="rect">
            <a:avLst/>
          </a:prstGeom>
        </p:spPr>
      </p:pic>
      <p:sp>
        <p:nvSpPr>
          <p:cNvPr id="7" name="TextBox 6">
            <a:extLst xmlns:a="http://schemas.openxmlformats.org/drawingml/2006/main">
              <a:ext uri="{FF2B5EF4-FFF2-40B4-BE49-F238E27FC236}">
                <a16:creationId xmlns:a16="http://schemas.microsoft.com/office/drawing/2014/main" id="{C6583BF4-1CDF-4F85-216A-F19FA38AFB06}"/>
              </a:ext>
            </a:extLst>
          </p:cNvPr>
          <p:cNvSpPr>
            <a:spLocks xmlns:a="http://schemas.openxmlformats.org/drawingml/2006/main" noGrp="1"/>
          </p:cNvSpPr>
          <p:nvPr/>
        </p:nvSpPr>
        <p:spPr>
          <a:xfrm xmlns:a="http://schemas.openxmlformats.org/drawingml/2006/main">
            <a:off x="453017" y="3909506"/>
            <a:ext cx="3622188" cy="317757"/>
          </a:xfrm>
          <a:custGeom xmlns:a="http://schemas.openxmlformats.org/drawingml/2006/main">
            <a:rect l="l" t="t" r="r" b="b"/>
            <a:pathLst>
              <a:path w="4829584" h="423676">
                <a:moveTo>
                  <a:pt x="3342456" y="238455"/>
                </a:moveTo>
                <a:lnTo>
                  <a:pt x="3342456" y="366052"/>
                </a:lnTo>
                <a:lnTo>
                  <a:pt x="3418740" y="366052"/>
                </a:lnTo>
                <a:cubicBezTo>
                  <a:pt x="3442887" y="366052"/>
                  <a:pt x="3461637" y="360518"/>
                  <a:pt x="3474992" y="349451"/>
                </a:cubicBezTo>
                <a:cubicBezTo>
                  <a:pt x="3488346" y="338383"/>
                  <a:pt x="3495023" y="322879"/>
                  <a:pt x="3495023" y="302939"/>
                </a:cubicBezTo>
                <a:cubicBezTo>
                  <a:pt x="3495023" y="282451"/>
                  <a:pt x="3488072" y="266581"/>
                  <a:pt x="3474169" y="255331"/>
                </a:cubicBezTo>
                <a:cubicBezTo>
                  <a:pt x="3460265" y="244080"/>
                  <a:pt x="3440508" y="238455"/>
                  <a:pt x="3414898" y="238455"/>
                </a:cubicBezTo>
                <a:close/>
                <a:moveTo>
                  <a:pt x="2091668" y="173971"/>
                </a:moveTo>
                <a:cubicBezTo>
                  <a:pt x="2070264" y="173971"/>
                  <a:pt x="2053754" y="182523"/>
                  <a:pt x="2042138" y="199627"/>
                </a:cubicBezTo>
                <a:cubicBezTo>
                  <a:pt x="2030522" y="216732"/>
                  <a:pt x="2024713" y="241108"/>
                  <a:pt x="2024713" y="272755"/>
                </a:cubicBezTo>
                <a:cubicBezTo>
                  <a:pt x="2024713" y="304220"/>
                  <a:pt x="2030522" y="328550"/>
                  <a:pt x="2042138" y="345746"/>
                </a:cubicBezTo>
                <a:cubicBezTo>
                  <a:pt x="2053754" y="362942"/>
                  <a:pt x="2070264" y="371540"/>
                  <a:pt x="2091668" y="371540"/>
                </a:cubicBezTo>
                <a:cubicBezTo>
                  <a:pt x="2113070" y="371540"/>
                  <a:pt x="2129581" y="362942"/>
                  <a:pt x="2141197" y="345746"/>
                </a:cubicBezTo>
                <a:cubicBezTo>
                  <a:pt x="2152813" y="328550"/>
                  <a:pt x="2158621" y="304220"/>
                  <a:pt x="2158622" y="272755"/>
                </a:cubicBezTo>
                <a:cubicBezTo>
                  <a:pt x="2158621" y="241108"/>
                  <a:pt x="2152813" y="216732"/>
                  <a:pt x="2141197" y="199627"/>
                </a:cubicBezTo>
                <a:cubicBezTo>
                  <a:pt x="2129581" y="182523"/>
                  <a:pt x="2113070" y="173971"/>
                  <a:pt x="2091668" y="173971"/>
                </a:cubicBezTo>
                <a:close/>
                <a:moveTo>
                  <a:pt x="1443967" y="173971"/>
                </a:moveTo>
                <a:cubicBezTo>
                  <a:pt x="1422564" y="173971"/>
                  <a:pt x="1406054" y="182523"/>
                  <a:pt x="1394438" y="199627"/>
                </a:cubicBezTo>
                <a:cubicBezTo>
                  <a:pt x="1382821" y="216732"/>
                  <a:pt x="1377014" y="241108"/>
                  <a:pt x="1377014" y="272755"/>
                </a:cubicBezTo>
                <a:cubicBezTo>
                  <a:pt x="1377014" y="304220"/>
                  <a:pt x="1382821" y="328550"/>
                  <a:pt x="1394438" y="345746"/>
                </a:cubicBezTo>
                <a:cubicBezTo>
                  <a:pt x="1406054" y="362942"/>
                  <a:pt x="1422564" y="371540"/>
                  <a:pt x="1443967" y="371540"/>
                </a:cubicBezTo>
                <a:cubicBezTo>
                  <a:pt x="1465371" y="371540"/>
                  <a:pt x="1481881" y="362942"/>
                  <a:pt x="1493497" y="345746"/>
                </a:cubicBezTo>
                <a:cubicBezTo>
                  <a:pt x="1505113" y="328550"/>
                  <a:pt x="1510922" y="304220"/>
                  <a:pt x="1510922" y="272755"/>
                </a:cubicBezTo>
                <a:cubicBezTo>
                  <a:pt x="1510922" y="241108"/>
                  <a:pt x="1505113" y="216732"/>
                  <a:pt x="1493497" y="199627"/>
                </a:cubicBezTo>
                <a:cubicBezTo>
                  <a:pt x="1481881" y="182523"/>
                  <a:pt x="1465371" y="173971"/>
                  <a:pt x="1443967" y="173971"/>
                </a:cubicBezTo>
                <a:close/>
                <a:moveTo>
                  <a:pt x="4701713" y="171227"/>
                </a:moveTo>
                <a:cubicBezTo>
                  <a:pt x="4678297" y="171227"/>
                  <a:pt x="4660552" y="180007"/>
                  <a:pt x="4648479" y="197569"/>
                </a:cubicBezTo>
                <a:cubicBezTo>
                  <a:pt x="4636405" y="215131"/>
                  <a:pt x="4630368" y="241108"/>
                  <a:pt x="4630368" y="275499"/>
                </a:cubicBezTo>
                <a:cubicBezTo>
                  <a:pt x="4630368" y="308062"/>
                  <a:pt x="4636405" y="332666"/>
                  <a:pt x="4648479" y="349313"/>
                </a:cubicBezTo>
                <a:cubicBezTo>
                  <a:pt x="4660552" y="365960"/>
                  <a:pt x="4678297" y="374284"/>
                  <a:pt x="4701713" y="374284"/>
                </a:cubicBezTo>
                <a:cubicBezTo>
                  <a:pt x="4724579" y="374284"/>
                  <a:pt x="4741913" y="366509"/>
                  <a:pt x="4753712" y="350960"/>
                </a:cubicBezTo>
                <a:cubicBezTo>
                  <a:pt x="4765511" y="335410"/>
                  <a:pt x="4771411" y="312635"/>
                  <a:pt x="4771411" y="282634"/>
                </a:cubicBezTo>
                <a:lnTo>
                  <a:pt x="4771411" y="262877"/>
                </a:lnTo>
                <a:cubicBezTo>
                  <a:pt x="4771411" y="232876"/>
                  <a:pt x="4765511" y="210100"/>
                  <a:pt x="4753712" y="194551"/>
                </a:cubicBezTo>
                <a:cubicBezTo>
                  <a:pt x="4741913" y="179001"/>
                  <a:pt x="4724579" y="171227"/>
                  <a:pt x="4701713" y="171227"/>
                </a:cubicBezTo>
                <a:close/>
                <a:moveTo>
                  <a:pt x="3959069" y="127322"/>
                </a:moveTo>
                <a:lnTo>
                  <a:pt x="4111637" y="127322"/>
                </a:lnTo>
                <a:lnTo>
                  <a:pt x="4111637" y="143786"/>
                </a:lnTo>
                <a:lnTo>
                  <a:pt x="4111637" y="178361"/>
                </a:lnTo>
                <a:lnTo>
                  <a:pt x="4111637" y="367149"/>
                </a:lnTo>
                <a:lnTo>
                  <a:pt x="4201092" y="367149"/>
                </a:lnTo>
                <a:lnTo>
                  <a:pt x="4201092" y="418188"/>
                </a:lnTo>
                <a:lnTo>
                  <a:pt x="4111637" y="418188"/>
                </a:lnTo>
                <a:lnTo>
                  <a:pt x="4106149" y="418188"/>
                </a:lnTo>
                <a:lnTo>
                  <a:pt x="4058952" y="418188"/>
                </a:lnTo>
                <a:lnTo>
                  <a:pt x="4053463" y="418188"/>
                </a:lnTo>
                <a:lnTo>
                  <a:pt x="3942605" y="418188"/>
                </a:lnTo>
                <a:lnTo>
                  <a:pt x="3942605" y="367149"/>
                </a:lnTo>
                <a:lnTo>
                  <a:pt x="4053463" y="367149"/>
                </a:lnTo>
                <a:lnTo>
                  <a:pt x="4053463" y="178361"/>
                </a:lnTo>
                <a:lnTo>
                  <a:pt x="3959069" y="178361"/>
                </a:lnTo>
                <a:close/>
                <a:moveTo>
                  <a:pt x="3605389" y="127322"/>
                </a:moveTo>
                <a:lnTo>
                  <a:pt x="3663562" y="127322"/>
                </a:lnTo>
                <a:lnTo>
                  <a:pt x="3663562" y="319404"/>
                </a:lnTo>
                <a:cubicBezTo>
                  <a:pt x="3663562" y="336051"/>
                  <a:pt x="3668318" y="348902"/>
                  <a:pt x="3677831" y="357957"/>
                </a:cubicBezTo>
                <a:cubicBezTo>
                  <a:pt x="3687343" y="367012"/>
                  <a:pt x="3700698" y="371540"/>
                  <a:pt x="3717893" y="371540"/>
                </a:cubicBezTo>
                <a:cubicBezTo>
                  <a:pt x="3739114" y="371540"/>
                  <a:pt x="3755120" y="364817"/>
                  <a:pt x="3765914" y="351371"/>
                </a:cubicBezTo>
                <a:cubicBezTo>
                  <a:pt x="3776707" y="337926"/>
                  <a:pt x="3782103" y="315379"/>
                  <a:pt x="3782103" y="283731"/>
                </a:cubicBezTo>
                <a:lnTo>
                  <a:pt x="3782103" y="127322"/>
                </a:lnTo>
                <a:lnTo>
                  <a:pt x="3840276" y="127322"/>
                </a:lnTo>
                <a:lnTo>
                  <a:pt x="3840276" y="300195"/>
                </a:lnTo>
                <a:lnTo>
                  <a:pt x="3840276" y="319404"/>
                </a:lnTo>
                <a:lnTo>
                  <a:pt x="3840276" y="365503"/>
                </a:lnTo>
                <a:lnTo>
                  <a:pt x="3880339" y="371540"/>
                </a:lnTo>
                <a:lnTo>
                  <a:pt x="3880339" y="418188"/>
                </a:lnTo>
                <a:lnTo>
                  <a:pt x="3787043" y="420932"/>
                </a:lnTo>
                <a:lnTo>
                  <a:pt x="3782881" y="362210"/>
                </a:lnTo>
                <a:lnTo>
                  <a:pt x="3777713" y="362210"/>
                </a:lnTo>
                <a:cubicBezTo>
                  <a:pt x="3773139" y="381967"/>
                  <a:pt x="3764176" y="397151"/>
                  <a:pt x="3750821" y="407761"/>
                </a:cubicBezTo>
                <a:cubicBezTo>
                  <a:pt x="3737467" y="418371"/>
                  <a:pt x="3721003" y="423676"/>
                  <a:pt x="3701429" y="423676"/>
                </a:cubicBezTo>
                <a:cubicBezTo>
                  <a:pt x="3670879" y="423676"/>
                  <a:pt x="3647234" y="414575"/>
                  <a:pt x="3630496" y="396373"/>
                </a:cubicBezTo>
                <a:cubicBezTo>
                  <a:pt x="3613757" y="378171"/>
                  <a:pt x="3605388" y="352515"/>
                  <a:pt x="3605389" y="319404"/>
                </a:cubicBezTo>
                <a:close/>
                <a:moveTo>
                  <a:pt x="358620" y="127322"/>
                </a:moveTo>
                <a:lnTo>
                  <a:pt x="511187" y="127322"/>
                </a:lnTo>
                <a:lnTo>
                  <a:pt x="511187" y="143786"/>
                </a:lnTo>
                <a:lnTo>
                  <a:pt x="511187" y="178361"/>
                </a:lnTo>
                <a:lnTo>
                  <a:pt x="511187" y="367149"/>
                </a:lnTo>
                <a:lnTo>
                  <a:pt x="600642" y="367149"/>
                </a:lnTo>
                <a:lnTo>
                  <a:pt x="600642" y="418188"/>
                </a:lnTo>
                <a:lnTo>
                  <a:pt x="511187" y="418188"/>
                </a:lnTo>
                <a:lnTo>
                  <a:pt x="505699" y="418188"/>
                </a:lnTo>
                <a:lnTo>
                  <a:pt x="458502" y="418188"/>
                </a:lnTo>
                <a:lnTo>
                  <a:pt x="453014" y="418188"/>
                </a:lnTo>
                <a:lnTo>
                  <a:pt x="342156" y="418188"/>
                </a:lnTo>
                <a:lnTo>
                  <a:pt x="342156" y="367149"/>
                </a:lnTo>
                <a:lnTo>
                  <a:pt x="453014" y="367149"/>
                </a:lnTo>
                <a:lnTo>
                  <a:pt x="453014" y="178361"/>
                </a:lnTo>
                <a:lnTo>
                  <a:pt x="358620" y="178361"/>
                </a:lnTo>
                <a:close/>
                <a:moveTo>
                  <a:pt x="2091668" y="121834"/>
                </a:moveTo>
                <a:cubicBezTo>
                  <a:pt x="2132096" y="121834"/>
                  <a:pt x="2163423" y="134960"/>
                  <a:pt x="2185650" y="161211"/>
                </a:cubicBezTo>
                <a:cubicBezTo>
                  <a:pt x="2207877" y="187462"/>
                  <a:pt x="2218990" y="224643"/>
                  <a:pt x="2218990" y="272755"/>
                </a:cubicBezTo>
                <a:cubicBezTo>
                  <a:pt x="2218990" y="320684"/>
                  <a:pt x="2207877" y="357820"/>
                  <a:pt x="2185650" y="384162"/>
                </a:cubicBezTo>
                <a:cubicBezTo>
                  <a:pt x="2163423" y="410505"/>
                  <a:pt x="2132096" y="423676"/>
                  <a:pt x="2091668" y="423676"/>
                </a:cubicBezTo>
                <a:cubicBezTo>
                  <a:pt x="2051422" y="423676"/>
                  <a:pt x="2020140" y="410505"/>
                  <a:pt x="1997822" y="384162"/>
                </a:cubicBezTo>
                <a:cubicBezTo>
                  <a:pt x="1975504" y="357820"/>
                  <a:pt x="1964345" y="320684"/>
                  <a:pt x="1964345" y="272755"/>
                </a:cubicBezTo>
                <a:cubicBezTo>
                  <a:pt x="1964345" y="224643"/>
                  <a:pt x="1975504" y="187462"/>
                  <a:pt x="1997822" y="161211"/>
                </a:cubicBezTo>
                <a:cubicBezTo>
                  <a:pt x="2020140" y="134960"/>
                  <a:pt x="2051422" y="121834"/>
                  <a:pt x="2091668" y="121834"/>
                </a:cubicBezTo>
                <a:close/>
                <a:moveTo>
                  <a:pt x="1814661" y="121834"/>
                </a:moveTo>
                <a:cubicBezTo>
                  <a:pt x="1828747" y="121834"/>
                  <a:pt x="1841873" y="122246"/>
                  <a:pt x="1854038" y="123069"/>
                </a:cubicBezTo>
                <a:cubicBezTo>
                  <a:pt x="1866203" y="123892"/>
                  <a:pt x="1878688" y="125310"/>
                  <a:pt x="1891494" y="127322"/>
                </a:cubicBezTo>
                <a:lnTo>
                  <a:pt x="1885457" y="177812"/>
                </a:lnTo>
                <a:cubicBezTo>
                  <a:pt x="1870639" y="176349"/>
                  <a:pt x="1857559" y="175343"/>
                  <a:pt x="1846217" y="174794"/>
                </a:cubicBezTo>
                <a:cubicBezTo>
                  <a:pt x="1834875" y="174245"/>
                  <a:pt x="1823808" y="173971"/>
                  <a:pt x="1813015" y="173971"/>
                </a:cubicBezTo>
                <a:cubicBezTo>
                  <a:pt x="1780452" y="173971"/>
                  <a:pt x="1756853" y="176760"/>
                  <a:pt x="1742219" y="182340"/>
                </a:cubicBezTo>
                <a:cubicBezTo>
                  <a:pt x="1727584" y="187919"/>
                  <a:pt x="1720267" y="197020"/>
                  <a:pt x="1720267" y="209643"/>
                </a:cubicBezTo>
                <a:cubicBezTo>
                  <a:pt x="1720267" y="218058"/>
                  <a:pt x="1723285" y="224140"/>
                  <a:pt x="1729322" y="227891"/>
                </a:cubicBezTo>
                <a:cubicBezTo>
                  <a:pt x="1735359" y="231641"/>
                  <a:pt x="1744597" y="235071"/>
                  <a:pt x="1757037" y="238181"/>
                </a:cubicBezTo>
                <a:lnTo>
                  <a:pt x="1810819" y="251352"/>
                </a:lnTo>
                <a:cubicBezTo>
                  <a:pt x="1841369" y="258669"/>
                  <a:pt x="1863733" y="268456"/>
                  <a:pt x="1877911" y="280713"/>
                </a:cubicBezTo>
                <a:cubicBezTo>
                  <a:pt x="1892088" y="292970"/>
                  <a:pt x="1899177" y="310806"/>
                  <a:pt x="1899177" y="334221"/>
                </a:cubicBezTo>
                <a:cubicBezTo>
                  <a:pt x="1899177" y="365503"/>
                  <a:pt x="1887743" y="388233"/>
                  <a:pt x="1864877" y="402410"/>
                </a:cubicBezTo>
                <a:cubicBezTo>
                  <a:pt x="1842010" y="416588"/>
                  <a:pt x="1805331" y="423676"/>
                  <a:pt x="1754842" y="423676"/>
                </a:cubicBezTo>
                <a:cubicBezTo>
                  <a:pt x="1732889" y="423676"/>
                  <a:pt x="1714093" y="423036"/>
                  <a:pt x="1698452" y="421755"/>
                </a:cubicBezTo>
                <a:cubicBezTo>
                  <a:pt x="1682811" y="420475"/>
                  <a:pt x="1668496" y="418371"/>
                  <a:pt x="1655508" y="415444"/>
                </a:cubicBezTo>
                <a:lnTo>
                  <a:pt x="1662094" y="362759"/>
                </a:lnTo>
                <a:cubicBezTo>
                  <a:pt x="1681302" y="365686"/>
                  <a:pt x="1698269" y="367881"/>
                  <a:pt x="1712995" y="369345"/>
                </a:cubicBezTo>
                <a:cubicBezTo>
                  <a:pt x="1727721" y="370808"/>
                  <a:pt x="1741670" y="371540"/>
                  <a:pt x="1754842" y="371540"/>
                </a:cubicBezTo>
                <a:cubicBezTo>
                  <a:pt x="1784294" y="371540"/>
                  <a:pt x="1805651" y="368659"/>
                  <a:pt x="1818914" y="362896"/>
                </a:cubicBezTo>
                <a:cubicBezTo>
                  <a:pt x="1832177" y="357134"/>
                  <a:pt x="1838808" y="347941"/>
                  <a:pt x="1838808" y="335319"/>
                </a:cubicBezTo>
                <a:cubicBezTo>
                  <a:pt x="1838808" y="326538"/>
                  <a:pt x="1836476" y="319998"/>
                  <a:pt x="1831811" y="315699"/>
                </a:cubicBezTo>
                <a:cubicBezTo>
                  <a:pt x="1827146" y="311400"/>
                  <a:pt x="1819966" y="308062"/>
                  <a:pt x="1810271" y="305683"/>
                </a:cubicBezTo>
                <a:lnTo>
                  <a:pt x="1743316" y="288671"/>
                </a:lnTo>
                <a:cubicBezTo>
                  <a:pt x="1714596" y="281353"/>
                  <a:pt x="1693513" y="272298"/>
                  <a:pt x="1680067" y="261505"/>
                </a:cubicBezTo>
                <a:cubicBezTo>
                  <a:pt x="1666621" y="250712"/>
                  <a:pt x="1659898" y="234339"/>
                  <a:pt x="1659899" y="212387"/>
                </a:cubicBezTo>
                <a:cubicBezTo>
                  <a:pt x="1659898" y="180556"/>
                  <a:pt x="1672109" y="157506"/>
                  <a:pt x="1696531" y="143238"/>
                </a:cubicBezTo>
                <a:cubicBezTo>
                  <a:pt x="1720953" y="128969"/>
                  <a:pt x="1760329" y="121834"/>
                  <a:pt x="1814661" y="121834"/>
                </a:cubicBezTo>
                <a:close/>
                <a:moveTo>
                  <a:pt x="1443967" y="121834"/>
                </a:moveTo>
                <a:cubicBezTo>
                  <a:pt x="1484396" y="121834"/>
                  <a:pt x="1515724" y="134960"/>
                  <a:pt x="1537950" y="161211"/>
                </a:cubicBezTo>
                <a:cubicBezTo>
                  <a:pt x="1560176" y="187462"/>
                  <a:pt x="1571290" y="224643"/>
                  <a:pt x="1571290" y="272755"/>
                </a:cubicBezTo>
                <a:cubicBezTo>
                  <a:pt x="1571290" y="320684"/>
                  <a:pt x="1560176" y="357820"/>
                  <a:pt x="1537950" y="384162"/>
                </a:cubicBezTo>
                <a:cubicBezTo>
                  <a:pt x="1515724" y="410505"/>
                  <a:pt x="1484396" y="423676"/>
                  <a:pt x="1443967" y="423676"/>
                </a:cubicBezTo>
                <a:cubicBezTo>
                  <a:pt x="1403722" y="423676"/>
                  <a:pt x="1372440" y="410505"/>
                  <a:pt x="1350122" y="384162"/>
                </a:cubicBezTo>
                <a:cubicBezTo>
                  <a:pt x="1327804" y="357820"/>
                  <a:pt x="1316645" y="320684"/>
                  <a:pt x="1316645" y="272755"/>
                </a:cubicBezTo>
                <a:cubicBezTo>
                  <a:pt x="1316645" y="224643"/>
                  <a:pt x="1327804" y="187462"/>
                  <a:pt x="1350122" y="161211"/>
                </a:cubicBezTo>
                <a:cubicBezTo>
                  <a:pt x="1372440" y="134960"/>
                  <a:pt x="1403722" y="121834"/>
                  <a:pt x="1443967" y="121834"/>
                </a:cubicBezTo>
                <a:close/>
                <a:moveTo>
                  <a:pt x="1185974" y="121834"/>
                </a:moveTo>
                <a:cubicBezTo>
                  <a:pt x="1215975" y="121834"/>
                  <a:pt x="1237744" y="130432"/>
                  <a:pt x="1251282" y="147628"/>
                </a:cubicBezTo>
                <a:cubicBezTo>
                  <a:pt x="1264819" y="164824"/>
                  <a:pt x="1271588" y="192630"/>
                  <a:pt x="1271588" y="231046"/>
                </a:cubicBezTo>
                <a:lnTo>
                  <a:pt x="1213963" y="231046"/>
                </a:lnTo>
                <a:cubicBezTo>
                  <a:pt x="1213963" y="209826"/>
                  <a:pt x="1210807" y="194551"/>
                  <a:pt x="1204496" y="185221"/>
                </a:cubicBezTo>
                <a:cubicBezTo>
                  <a:pt x="1198185" y="175891"/>
                  <a:pt x="1187986" y="171227"/>
                  <a:pt x="1173900" y="171227"/>
                </a:cubicBezTo>
                <a:cubicBezTo>
                  <a:pt x="1149204" y="171227"/>
                  <a:pt x="1130773" y="181791"/>
                  <a:pt x="1118608" y="202920"/>
                </a:cubicBezTo>
                <a:cubicBezTo>
                  <a:pt x="1106443" y="224049"/>
                  <a:pt x="1100361" y="254096"/>
                  <a:pt x="1100361" y="293061"/>
                </a:cubicBezTo>
                <a:lnTo>
                  <a:pt x="1100361" y="367149"/>
                </a:lnTo>
                <a:lnTo>
                  <a:pt x="1171705" y="367149"/>
                </a:lnTo>
                <a:lnTo>
                  <a:pt x="1171705" y="418188"/>
                </a:lnTo>
                <a:lnTo>
                  <a:pt x="1100361" y="418188"/>
                </a:lnTo>
                <a:lnTo>
                  <a:pt x="1042187" y="418188"/>
                </a:lnTo>
                <a:lnTo>
                  <a:pt x="977428" y="418188"/>
                </a:lnTo>
                <a:lnTo>
                  <a:pt x="977428" y="367149"/>
                </a:lnTo>
                <a:lnTo>
                  <a:pt x="1042187" y="367149"/>
                </a:lnTo>
                <a:lnTo>
                  <a:pt x="1042187" y="178361"/>
                </a:lnTo>
                <a:lnTo>
                  <a:pt x="988405" y="178361"/>
                </a:lnTo>
                <a:lnTo>
                  <a:pt x="988405" y="127322"/>
                </a:lnTo>
                <a:lnTo>
                  <a:pt x="1042187" y="127322"/>
                </a:lnTo>
                <a:lnTo>
                  <a:pt x="1085543" y="127322"/>
                </a:lnTo>
                <a:lnTo>
                  <a:pt x="1089385" y="127322"/>
                </a:lnTo>
                <a:lnTo>
                  <a:pt x="1099205" y="201960"/>
                </a:lnTo>
                <a:lnTo>
                  <a:pt x="1105849" y="201960"/>
                </a:lnTo>
                <a:cubicBezTo>
                  <a:pt x="1109141" y="148543"/>
                  <a:pt x="1135850" y="121834"/>
                  <a:pt x="1185974" y="121834"/>
                </a:cubicBezTo>
                <a:close/>
                <a:moveTo>
                  <a:pt x="807048" y="121834"/>
                </a:moveTo>
                <a:cubicBezTo>
                  <a:pt x="835403" y="121834"/>
                  <a:pt x="859687" y="127094"/>
                  <a:pt x="879902" y="137612"/>
                </a:cubicBezTo>
                <a:cubicBezTo>
                  <a:pt x="900116" y="148131"/>
                  <a:pt x="914522" y="162995"/>
                  <a:pt x="923120" y="182203"/>
                </a:cubicBezTo>
                <a:lnTo>
                  <a:pt x="878393" y="215954"/>
                </a:lnTo>
                <a:cubicBezTo>
                  <a:pt x="870161" y="202600"/>
                  <a:pt x="859642" y="192264"/>
                  <a:pt x="846836" y="184947"/>
                </a:cubicBezTo>
                <a:cubicBezTo>
                  <a:pt x="834031" y="177629"/>
                  <a:pt x="820036" y="173971"/>
                  <a:pt x="804853" y="173971"/>
                </a:cubicBezTo>
                <a:cubicBezTo>
                  <a:pt x="777413" y="173971"/>
                  <a:pt x="756101" y="182248"/>
                  <a:pt x="740917" y="198804"/>
                </a:cubicBezTo>
                <a:cubicBezTo>
                  <a:pt x="725734" y="215360"/>
                  <a:pt x="718142" y="238912"/>
                  <a:pt x="718142" y="269462"/>
                </a:cubicBezTo>
                <a:cubicBezTo>
                  <a:pt x="718142" y="302574"/>
                  <a:pt x="727060" y="327864"/>
                  <a:pt x="744896" y="345335"/>
                </a:cubicBezTo>
                <a:cubicBezTo>
                  <a:pt x="762732" y="362805"/>
                  <a:pt x="788206" y="371540"/>
                  <a:pt x="821317" y="371540"/>
                </a:cubicBezTo>
                <a:cubicBezTo>
                  <a:pt x="834854" y="371540"/>
                  <a:pt x="848391" y="370900"/>
                  <a:pt x="861928" y="369619"/>
                </a:cubicBezTo>
                <a:cubicBezTo>
                  <a:pt x="875466" y="368339"/>
                  <a:pt x="888637" y="366601"/>
                  <a:pt x="901442" y="364405"/>
                </a:cubicBezTo>
                <a:lnTo>
                  <a:pt x="908028" y="415444"/>
                </a:lnTo>
                <a:cubicBezTo>
                  <a:pt x="893027" y="418737"/>
                  <a:pt x="877524" y="420932"/>
                  <a:pt x="861517" y="422030"/>
                </a:cubicBezTo>
                <a:cubicBezTo>
                  <a:pt x="845510" y="423127"/>
                  <a:pt x="829915" y="423676"/>
                  <a:pt x="814731" y="423676"/>
                </a:cubicBezTo>
                <a:cubicBezTo>
                  <a:pt x="765156" y="423676"/>
                  <a:pt x="726877" y="410642"/>
                  <a:pt x="699894" y="384574"/>
                </a:cubicBezTo>
                <a:cubicBezTo>
                  <a:pt x="672911" y="358506"/>
                  <a:pt x="659420" y="321050"/>
                  <a:pt x="659420" y="272206"/>
                </a:cubicBezTo>
                <a:cubicBezTo>
                  <a:pt x="659420" y="224644"/>
                  <a:pt x="672180" y="187691"/>
                  <a:pt x="697699" y="161348"/>
                </a:cubicBezTo>
                <a:cubicBezTo>
                  <a:pt x="723218" y="135006"/>
                  <a:pt x="759668" y="121834"/>
                  <a:pt x="807048" y="121834"/>
                </a:cubicBezTo>
                <a:close/>
                <a:moveTo>
                  <a:pt x="3342456" y="80674"/>
                </a:moveTo>
                <a:lnTo>
                  <a:pt x="3342456" y="186319"/>
                </a:lnTo>
                <a:lnTo>
                  <a:pt x="3402276" y="186319"/>
                </a:lnTo>
                <a:cubicBezTo>
                  <a:pt x="3422947" y="186319"/>
                  <a:pt x="3439000" y="181700"/>
                  <a:pt x="3450433" y="172461"/>
                </a:cubicBezTo>
                <a:cubicBezTo>
                  <a:pt x="3461866" y="163223"/>
                  <a:pt x="3467583" y="150006"/>
                  <a:pt x="3467583" y="132810"/>
                </a:cubicBezTo>
                <a:cubicBezTo>
                  <a:pt x="3467583" y="115980"/>
                  <a:pt x="3461592" y="103083"/>
                  <a:pt x="3449610" y="94120"/>
                </a:cubicBezTo>
                <a:cubicBezTo>
                  <a:pt x="3437628" y="85156"/>
                  <a:pt x="3420569" y="80674"/>
                  <a:pt x="3398434" y="80674"/>
                </a:cubicBezTo>
                <a:close/>
                <a:moveTo>
                  <a:pt x="2685975" y="39514"/>
                </a:moveTo>
                <a:lnTo>
                  <a:pt x="2744149" y="39514"/>
                </a:lnTo>
                <a:lnTo>
                  <a:pt x="2744149" y="127322"/>
                </a:lnTo>
                <a:lnTo>
                  <a:pt x="2876410" y="127322"/>
                </a:lnTo>
                <a:lnTo>
                  <a:pt x="2876410" y="178361"/>
                </a:lnTo>
                <a:lnTo>
                  <a:pt x="2744149" y="178361"/>
                </a:lnTo>
                <a:lnTo>
                  <a:pt x="2744149" y="259035"/>
                </a:lnTo>
                <a:lnTo>
                  <a:pt x="2744149" y="280987"/>
                </a:lnTo>
                <a:lnTo>
                  <a:pt x="2744149" y="305683"/>
                </a:lnTo>
                <a:cubicBezTo>
                  <a:pt x="2744149" y="328733"/>
                  <a:pt x="2749774" y="345472"/>
                  <a:pt x="2761024" y="355899"/>
                </a:cubicBezTo>
                <a:cubicBezTo>
                  <a:pt x="2772275" y="366326"/>
                  <a:pt x="2790797" y="371540"/>
                  <a:pt x="2816591" y="371540"/>
                </a:cubicBezTo>
                <a:cubicBezTo>
                  <a:pt x="2825737" y="371540"/>
                  <a:pt x="2835433" y="371037"/>
                  <a:pt x="2845677" y="370031"/>
                </a:cubicBezTo>
                <a:cubicBezTo>
                  <a:pt x="2855921" y="369025"/>
                  <a:pt x="2867629" y="367698"/>
                  <a:pt x="2880801" y="366052"/>
                </a:cubicBezTo>
                <a:lnTo>
                  <a:pt x="2887386" y="417091"/>
                </a:lnTo>
                <a:cubicBezTo>
                  <a:pt x="2874580" y="419286"/>
                  <a:pt x="2862095" y="420932"/>
                  <a:pt x="2849931" y="422030"/>
                </a:cubicBezTo>
                <a:cubicBezTo>
                  <a:pt x="2837765" y="423127"/>
                  <a:pt x="2824823" y="423676"/>
                  <a:pt x="2811103" y="423676"/>
                </a:cubicBezTo>
                <a:cubicBezTo>
                  <a:pt x="2767015" y="423676"/>
                  <a:pt x="2735139" y="414530"/>
                  <a:pt x="2715474" y="396236"/>
                </a:cubicBezTo>
                <a:cubicBezTo>
                  <a:pt x="2695808" y="377943"/>
                  <a:pt x="2685975" y="348673"/>
                  <a:pt x="2685975" y="308427"/>
                </a:cubicBezTo>
                <a:lnTo>
                  <a:pt x="2685975" y="280987"/>
                </a:lnTo>
                <a:lnTo>
                  <a:pt x="2685975" y="259035"/>
                </a:lnTo>
                <a:lnTo>
                  <a:pt x="2685975" y="178361"/>
                </a:lnTo>
                <a:lnTo>
                  <a:pt x="2612985" y="178361"/>
                </a:lnTo>
                <a:lnTo>
                  <a:pt x="2612985" y="127322"/>
                </a:lnTo>
                <a:lnTo>
                  <a:pt x="2685975" y="127322"/>
                </a:lnTo>
                <a:close/>
                <a:moveTo>
                  <a:pt x="3285380" y="28538"/>
                </a:moveTo>
                <a:lnTo>
                  <a:pt x="3333126" y="28538"/>
                </a:lnTo>
                <a:lnTo>
                  <a:pt x="3342456" y="28538"/>
                </a:lnTo>
                <a:lnTo>
                  <a:pt x="3401178" y="28538"/>
                </a:lnTo>
                <a:cubicBezTo>
                  <a:pt x="3440692" y="28538"/>
                  <a:pt x="3471242" y="37090"/>
                  <a:pt x="3492828" y="54194"/>
                </a:cubicBezTo>
                <a:cubicBezTo>
                  <a:pt x="3514414" y="71299"/>
                  <a:pt x="3525208" y="95675"/>
                  <a:pt x="3525208" y="127322"/>
                </a:cubicBezTo>
                <a:cubicBezTo>
                  <a:pt x="3525208" y="154214"/>
                  <a:pt x="3514963" y="174931"/>
                  <a:pt x="3494475" y="189474"/>
                </a:cubicBezTo>
                <a:cubicBezTo>
                  <a:pt x="3479108" y="200382"/>
                  <a:pt x="3458905" y="207199"/>
                  <a:pt x="3433866" y="209926"/>
                </a:cubicBezTo>
                <a:lnTo>
                  <a:pt x="3431911" y="210026"/>
                </a:lnTo>
                <a:lnTo>
                  <a:pt x="3431911" y="213672"/>
                </a:lnTo>
                <a:lnTo>
                  <a:pt x="3456573" y="215079"/>
                </a:lnTo>
                <a:cubicBezTo>
                  <a:pt x="3482847" y="218269"/>
                  <a:pt x="3504078" y="226244"/>
                  <a:pt x="3520268" y="239004"/>
                </a:cubicBezTo>
                <a:cubicBezTo>
                  <a:pt x="3541854" y="256017"/>
                  <a:pt x="3552648" y="280073"/>
                  <a:pt x="3552648" y="311172"/>
                </a:cubicBezTo>
                <a:cubicBezTo>
                  <a:pt x="3552648" y="345197"/>
                  <a:pt x="3542403" y="371540"/>
                  <a:pt x="3521915" y="390199"/>
                </a:cubicBezTo>
                <a:cubicBezTo>
                  <a:pt x="3501426" y="408859"/>
                  <a:pt x="3472339" y="418188"/>
                  <a:pt x="3434655" y="418188"/>
                </a:cubicBezTo>
                <a:lnTo>
                  <a:pt x="3342456" y="418188"/>
                </a:lnTo>
                <a:lnTo>
                  <a:pt x="3338614" y="418188"/>
                </a:lnTo>
                <a:lnTo>
                  <a:pt x="3285380" y="418188"/>
                </a:lnTo>
                <a:close/>
                <a:moveTo>
                  <a:pt x="0" y="28538"/>
                </a:moveTo>
                <a:lnTo>
                  <a:pt x="46099" y="28538"/>
                </a:lnTo>
                <a:lnTo>
                  <a:pt x="54880" y="28538"/>
                </a:lnTo>
                <a:lnTo>
                  <a:pt x="85064" y="28538"/>
                </a:lnTo>
                <a:lnTo>
                  <a:pt x="127322" y="195923"/>
                </a:lnTo>
                <a:lnTo>
                  <a:pt x="128420" y="195923"/>
                </a:lnTo>
                <a:lnTo>
                  <a:pt x="129517" y="195923"/>
                </a:lnTo>
                <a:lnTo>
                  <a:pt x="131713" y="195923"/>
                </a:lnTo>
                <a:lnTo>
                  <a:pt x="173970" y="28538"/>
                </a:lnTo>
                <a:lnTo>
                  <a:pt x="204155" y="28538"/>
                </a:lnTo>
                <a:lnTo>
                  <a:pt x="212936" y="28538"/>
                </a:lnTo>
                <a:lnTo>
                  <a:pt x="259035" y="28538"/>
                </a:lnTo>
                <a:lnTo>
                  <a:pt x="259035" y="418188"/>
                </a:lnTo>
                <a:lnTo>
                  <a:pt x="204155" y="418188"/>
                </a:lnTo>
                <a:lnTo>
                  <a:pt x="204155" y="97687"/>
                </a:lnTo>
                <a:lnTo>
                  <a:pt x="197020" y="97687"/>
                </a:lnTo>
                <a:lnTo>
                  <a:pt x="154762" y="259035"/>
                </a:lnTo>
                <a:lnTo>
                  <a:pt x="135005" y="259035"/>
                </a:lnTo>
                <a:lnTo>
                  <a:pt x="120188" y="259035"/>
                </a:lnTo>
                <a:lnTo>
                  <a:pt x="104272" y="259035"/>
                </a:lnTo>
                <a:lnTo>
                  <a:pt x="62015" y="97687"/>
                </a:lnTo>
                <a:lnTo>
                  <a:pt x="54880" y="97687"/>
                </a:lnTo>
                <a:lnTo>
                  <a:pt x="54880" y="418188"/>
                </a:lnTo>
                <a:lnTo>
                  <a:pt x="0" y="418188"/>
                </a:lnTo>
                <a:close/>
                <a:moveTo>
                  <a:pt x="4771411" y="6585"/>
                </a:moveTo>
                <a:lnTo>
                  <a:pt x="4829584" y="6585"/>
                </a:lnTo>
                <a:lnTo>
                  <a:pt x="4829584" y="418188"/>
                </a:lnTo>
                <a:lnTo>
                  <a:pt x="4777448" y="420932"/>
                </a:lnTo>
                <a:lnTo>
                  <a:pt x="4771585" y="365503"/>
                </a:lnTo>
                <a:lnTo>
                  <a:pt x="4765923" y="365503"/>
                </a:lnTo>
                <a:cubicBezTo>
                  <a:pt x="4764093" y="383797"/>
                  <a:pt x="4756364" y="398065"/>
                  <a:pt x="4742736" y="408310"/>
                </a:cubicBezTo>
                <a:cubicBezTo>
                  <a:pt x="4729107" y="418554"/>
                  <a:pt x="4711133" y="423676"/>
                  <a:pt x="4688816" y="423676"/>
                </a:cubicBezTo>
                <a:cubicBezTo>
                  <a:pt x="4650765" y="423676"/>
                  <a:pt x="4621907" y="411145"/>
                  <a:pt x="4602242" y="386083"/>
                </a:cubicBezTo>
                <a:cubicBezTo>
                  <a:pt x="4582576" y="361021"/>
                  <a:pt x="4572744" y="324160"/>
                  <a:pt x="4572744" y="275499"/>
                </a:cubicBezTo>
                <a:cubicBezTo>
                  <a:pt x="4572744" y="225009"/>
                  <a:pt x="4582576" y="186776"/>
                  <a:pt x="4602242" y="160799"/>
                </a:cubicBezTo>
                <a:cubicBezTo>
                  <a:pt x="4621907" y="134823"/>
                  <a:pt x="4650765" y="121834"/>
                  <a:pt x="4688816" y="121834"/>
                </a:cubicBezTo>
                <a:cubicBezTo>
                  <a:pt x="4710585" y="121834"/>
                  <a:pt x="4728283" y="126956"/>
                  <a:pt x="4741913" y="137201"/>
                </a:cubicBezTo>
                <a:cubicBezTo>
                  <a:pt x="4755541" y="147445"/>
                  <a:pt x="4763544" y="161714"/>
                  <a:pt x="4765923" y="180007"/>
                </a:cubicBezTo>
                <a:lnTo>
                  <a:pt x="4771411" y="180007"/>
                </a:lnTo>
                <a:close/>
                <a:moveTo>
                  <a:pt x="4249442" y="6585"/>
                </a:moveTo>
                <a:lnTo>
                  <a:pt x="4335056" y="6585"/>
                </a:lnTo>
                <a:lnTo>
                  <a:pt x="4339995" y="6585"/>
                </a:lnTo>
                <a:lnTo>
                  <a:pt x="4393229" y="6585"/>
                </a:lnTo>
                <a:lnTo>
                  <a:pt x="4393229" y="305683"/>
                </a:lnTo>
                <a:cubicBezTo>
                  <a:pt x="4393229" y="321050"/>
                  <a:pt x="4394692" y="333581"/>
                  <a:pt x="4397619" y="343277"/>
                </a:cubicBezTo>
                <a:cubicBezTo>
                  <a:pt x="4400546" y="352972"/>
                  <a:pt x="4406263" y="360106"/>
                  <a:pt x="4414769" y="364680"/>
                </a:cubicBezTo>
                <a:cubicBezTo>
                  <a:pt x="4423276" y="369253"/>
                  <a:pt x="4435852" y="371540"/>
                  <a:pt x="4452500" y="371540"/>
                </a:cubicBezTo>
                <a:cubicBezTo>
                  <a:pt x="4467683" y="371540"/>
                  <a:pt x="4487075" y="368064"/>
                  <a:pt x="4510673" y="361113"/>
                </a:cubicBezTo>
                <a:lnTo>
                  <a:pt x="4517259" y="412151"/>
                </a:lnTo>
                <a:cubicBezTo>
                  <a:pt x="4502441" y="416176"/>
                  <a:pt x="4488218" y="419103"/>
                  <a:pt x="4474589" y="420932"/>
                </a:cubicBezTo>
                <a:cubicBezTo>
                  <a:pt x="4460960" y="422762"/>
                  <a:pt x="4446280" y="423676"/>
                  <a:pt x="4430548" y="423676"/>
                </a:cubicBezTo>
                <a:cubicBezTo>
                  <a:pt x="4396887" y="423676"/>
                  <a:pt x="4372557" y="414530"/>
                  <a:pt x="4357557" y="396236"/>
                </a:cubicBezTo>
                <a:cubicBezTo>
                  <a:pt x="4342556" y="377943"/>
                  <a:pt x="4335056" y="348673"/>
                  <a:pt x="4335056" y="308427"/>
                </a:cubicBezTo>
                <a:lnTo>
                  <a:pt x="4335056" y="57624"/>
                </a:lnTo>
                <a:lnTo>
                  <a:pt x="4249442" y="57624"/>
                </a:lnTo>
                <a:close/>
                <a:moveTo>
                  <a:pt x="2508461" y="1097"/>
                </a:moveTo>
                <a:cubicBezTo>
                  <a:pt x="2529315" y="1097"/>
                  <a:pt x="2549438" y="2927"/>
                  <a:pt x="2568829" y="6585"/>
                </a:cubicBezTo>
                <a:lnTo>
                  <a:pt x="2562792" y="57075"/>
                </a:lnTo>
                <a:cubicBezTo>
                  <a:pt x="2551267" y="55612"/>
                  <a:pt x="2541114" y="54606"/>
                  <a:pt x="2532334" y="54057"/>
                </a:cubicBezTo>
                <a:cubicBezTo>
                  <a:pt x="2523553" y="53508"/>
                  <a:pt x="2515046" y="53234"/>
                  <a:pt x="2506814" y="53234"/>
                </a:cubicBezTo>
                <a:cubicBezTo>
                  <a:pt x="2454861" y="53234"/>
                  <a:pt x="2428884" y="85247"/>
                  <a:pt x="2428884" y="149274"/>
                </a:cubicBezTo>
                <a:lnTo>
                  <a:pt x="2428884" y="191532"/>
                </a:lnTo>
                <a:lnTo>
                  <a:pt x="2547975" y="191532"/>
                </a:lnTo>
                <a:lnTo>
                  <a:pt x="2547975" y="242571"/>
                </a:lnTo>
                <a:lnTo>
                  <a:pt x="2428884" y="242571"/>
                </a:lnTo>
                <a:lnTo>
                  <a:pt x="2428884" y="418188"/>
                </a:lnTo>
                <a:lnTo>
                  <a:pt x="2370711" y="418188"/>
                </a:lnTo>
                <a:lnTo>
                  <a:pt x="2370711" y="242571"/>
                </a:lnTo>
                <a:lnTo>
                  <a:pt x="2279061" y="242571"/>
                </a:lnTo>
                <a:lnTo>
                  <a:pt x="2279061" y="191532"/>
                </a:lnTo>
                <a:lnTo>
                  <a:pt x="2370711" y="191532"/>
                </a:lnTo>
                <a:lnTo>
                  <a:pt x="2370711" y="152018"/>
                </a:lnTo>
                <a:cubicBezTo>
                  <a:pt x="2370711" y="51404"/>
                  <a:pt x="2416627" y="1097"/>
                  <a:pt x="2508461" y="1097"/>
                </a:cubicBezTo>
                <a:close/>
                <a:moveTo>
                  <a:pt x="4080629" y="0"/>
                </a:moveTo>
                <a:cubicBezTo>
                  <a:pt x="4091971" y="0"/>
                  <a:pt x="4101575" y="3933"/>
                  <a:pt x="4109441" y="11799"/>
                </a:cubicBezTo>
                <a:cubicBezTo>
                  <a:pt x="4117308" y="19665"/>
                  <a:pt x="4121241" y="29269"/>
                  <a:pt x="4121241" y="40611"/>
                </a:cubicBezTo>
                <a:cubicBezTo>
                  <a:pt x="4121241" y="51770"/>
                  <a:pt x="4117308" y="61329"/>
                  <a:pt x="4109441" y="69286"/>
                </a:cubicBezTo>
                <a:cubicBezTo>
                  <a:pt x="4101575" y="77244"/>
                  <a:pt x="4091971" y="81223"/>
                  <a:pt x="4080629" y="81223"/>
                </a:cubicBezTo>
                <a:cubicBezTo>
                  <a:pt x="4069470" y="81223"/>
                  <a:pt x="4059912" y="77244"/>
                  <a:pt x="4051954" y="69286"/>
                </a:cubicBezTo>
                <a:cubicBezTo>
                  <a:pt x="4043996" y="61329"/>
                  <a:pt x="4040017" y="51770"/>
                  <a:pt x="4040018" y="40611"/>
                </a:cubicBezTo>
                <a:cubicBezTo>
                  <a:pt x="4040017" y="29269"/>
                  <a:pt x="4043996" y="19665"/>
                  <a:pt x="4051954" y="11799"/>
                </a:cubicBezTo>
                <a:cubicBezTo>
                  <a:pt x="4059912" y="3933"/>
                  <a:pt x="4069470" y="0"/>
                  <a:pt x="4080629" y="0"/>
                </a:cubicBezTo>
                <a:close/>
                <a:moveTo>
                  <a:pt x="480180" y="0"/>
                </a:moveTo>
                <a:cubicBezTo>
                  <a:pt x="491522" y="0"/>
                  <a:pt x="501126" y="3933"/>
                  <a:pt x="508992" y="11799"/>
                </a:cubicBezTo>
                <a:cubicBezTo>
                  <a:pt x="516858" y="19665"/>
                  <a:pt x="520791" y="29269"/>
                  <a:pt x="520791" y="40611"/>
                </a:cubicBezTo>
                <a:cubicBezTo>
                  <a:pt x="520791" y="51770"/>
                  <a:pt x="516858" y="61329"/>
                  <a:pt x="508992" y="69286"/>
                </a:cubicBezTo>
                <a:cubicBezTo>
                  <a:pt x="501126" y="77244"/>
                  <a:pt x="491522" y="81223"/>
                  <a:pt x="480180" y="81223"/>
                </a:cubicBezTo>
                <a:cubicBezTo>
                  <a:pt x="469021" y="81223"/>
                  <a:pt x="459462" y="77244"/>
                  <a:pt x="451505" y="69286"/>
                </a:cubicBezTo>
                <a:cubicBezTo>
                  <a:pt x="443547" y="61329"/>
                  <a:pt x="439568" y="51770"/>
                  <a:pt x="439568" y="40611"/>
                </a:cubicBezTo>
                <a:cubicBezTo>
                  <a:pt x="439568" y="29269"/>
                  <a:pt x="443547" y="19665"/>
                  <a:pt x="451505" y="11799"/>
                </a:cubicBezTo>
                <a:cubicBezTo>
                  <a:pt x="459462" y="3933"/>
                  <a:pt x="469021" y="0"/>
                  <a:pt x="480180" y="0"/>
                </a:cubicBezTo>
                <a:close/>
              </a:path>
            </a:pathLst>
          </a:custGeom>
          <a:solidFill xmlns:a="http://schemas.openxmlformats.org/drawingml/2006/main">
            <a:srgbClr val="00A4EF"/>
          </a:solidFill>
          <a:ln xmlns:a="http://schemas.openxmlformats.org/drawingml/2006/main">
            <a:noFill/>
          </a:ln>
        </p:spPr>
        <p:txBody>
          <a:bodyPr xmlns:a="http://schemas.openxmlformats.org/drawingml/2006/main" rot="0" spcFirstLastPara="0" vert="horz" wrap="square" lIns="68580" tIns="34290" rIns="68580" bIns="34290" anchor="t">
            <a:noAutofit/>
          </a:bodyPr>
          <a:lstStyle xmlns:a="http://schemas.openxmlformats.org/drawingml/2006/main"/>
          <a:p xmlns:a="http://schemas.openxmlformats.org/drawingml/2006/main">
            <a:pPr marL="0" indent="0" algn="l">
              <a:buNone/>
            </a:pPr>
            <a:endParaRPr sz="3300">
              <a:solidFill>
                <a:srgbClr val="00A4EF"/>
              </a:solidFill>
              <a:latin typeface="Cascadia Code"/>
              <a:ea typeface="Cascadia Code"/>
              <a:cs typeface="Cascadia Code"/>
            </a:endParaRPr>
          </a:p>
        </p:txBody>
      </p:sp>
    </p:spTree>
  </p:cSld>
</p:sldLayout>
</file>

<file path=ppt/slideLayouts/slideLayout56.xml><?xml version="1.0" encoding="utf-8"?>
<p:sldLayout xmlns:p="http://schemas.openxmlformats.org/presentationml/2006/main" preserve="1">
  <p:cSld name="Title Slide">
    <p:bg>
      <p:bgPr>
        <a:blipFill xmlns:a="http://schemas.openxmlformats.org/drawingml/2006/main" rotWithShape="1">
          <a:blip xmlns:r="http://schemas.openxmlformats.org/officeDocument/2006/relationships" r:embed="R054ad78feb7c4f72"/>
          <a:srcRect l="0" t="0" r="0" b="0"/>
          <a:stretch>
            <a:fillRect l="0" t="0" r="0" b="0"/>
          </a:stretch>
        </a:blipFill>
      </p:bgPr>
    </p:bg>
    <p:spTree>
      <p:nvGrpSpPr>
        <p:cNvPr id="1" name=""/>
        <p:cNvGrpSpPr/>
        <p:nvPr/>
      </p:nvGrpSpPr>
      <p:grpSpPr>
        <a:xfrm xmlns:a="http://schemas.openxmlformats.org/drawingml/2006/main"/>
      </p:grpSpPr>
      <p:sp>
        <p:nvSpPr>
          <p:cNvPr id="9" name="Title 1">
            <a:extLst xmlns:a="http://schemas.openxmlformats.org/drawingml/2006/main">
              <a:ext uri="{FF2B5EF4-FFF2-40B4-BE49-F238E27FC236}">
                <a16:creationId xmlns:a16="http://schemas.microsoft.com/office/drawing/2014/main" id="{19EBDD70-77BA-419A-AACF-406C5B836713}"/>
              </a:ext>
            </a:extLst>
          </p:cNvPr>
          <p:cNvSpPr>
            <a:spLocks xmlns:a="http://schemas.openxmlformats.org/drawingml/2006/main" noGrp="1"/>
          </p:cNvSpPr>
          <p:nvPr>
            <p:ph type="title" idx="0" hasCustomPrompt="1"/>
          </p:nvPr>
        </p:nvSpPr>
        <p:spPr>
          <a:xfrm xmlns:a="http://schemas.openxmlformats.org/drawingml/2006/main">
            <a:off x="438150" y="1819336"/>
            <a:ext cx="4183380" cy="830997"/>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0" indent="0">
              <a:buNone/>
              <a:defRPr sz="3000" b="1" kern="1200" cap="none" spc="-38" baseline="0">
                <a:ln w="3175">
                  <a:noFill/>
                </a:ln>
                <a:solidFill>
                  <a:schemeClr val="tx1"/>
                </a:solidFill>
                <a:latin typeface="+mj-lt"/>
                <a:ea typeface="+mj-lt"/>
                <a:cs typeface="+mj-lt"/>
              </a:defRPr>
            </a:lvl1pPr>
          </a:lstStyle>
          <a:p xmlns:a="http://schemas.openxmlformats.org/drawingml/2006/main">
            <a:pPr marL="0" marR="0" lvl="0" indent="0" algn="l" defTabSz="699557">
              <a:lnSpc>
                <a:spcPct val="90000"/>
              </a:lnSpc>
              <a:spcBef>
                <a:spcPct val="0"/>
              </a:spcBef>
              <a:spcAft>
                <a:spcPts val="0"/>
              </a:spcAft>
              <a:buClrTx/>
              <a:buSzPct val="90000"/>
              <a:buFont typeface="Wingdings"/>
              <a:buNone/>
            </a:pPr>
            <a:r>
              <a:t>Event name or presentation title </a:t>
            </a:r>
          </a:p>
        </p:txBody>
      </p:sp>
      <p:sp>
        <p:nvSpPr>
          <p:cNvPr id="5" name="Text Placeholder 4">
            <a:extLst xmlns:a="http://schemas.openxmlformats.org/drawingml/2006/main">
              <a:ext uri="{FF2B5EF4-FFF2-40B4-BE49-F238E27FC236}">
                <a16:creationId xmlns:a16="http://schemas.microsoft.com/office/drawing/2014/main" id="{69FEDD2E-1301-4534-8276-CF9F6B4FCFD1}"/>
              </a:ext>
            </a:extLst>
          </p:cNvPr>
          <p:cNvSpPr>
            <a:spLocks xmlns:a="http://schemas.openxmlformats.org/drawingml/2006/main" noGrp="1"/>
          </p:cNvSpPr>
          <p:nvPr>
            <p:ph type="body" idx="12" hasCustomPrompt="1"/>
          </p:nvPr>
        </p:nvSpPr>
        <p:spPr>
          <a:xfrm xmlns:a="http://schemas.openxmlformats.org/drawingml/2006/main">
            <a:off x="438150" y="2971800"/>
            <a:ext cx="4183380" cy="207749"/>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indent="0">
              <a:spcBef>
                <a:spcPts val="0"/>
              </a:spcBef>
              <a:buNone/>
              <a:defRPr sz="1350" kern="1200" spc="0" baseline="0">
                <a:solidFill>
                  <a:schemeClr val="tx1"/>
                </a:solidFill>
                <a:latin typeface="+mn-lt"/>
                <a:ea typeface="+mn-lt"/>
                <a:cs typeface="+mn-lt"/>
              </a:defRPr>
            </a:lvl1pPr>
          </a:lstStyle>
          <a:p xmlns:a="http://schemas.openxmlformats.org/drawingml/2006/main">
            <a:pPr marL="0" marR="0" lvl="0" indent="0" algn="l" defTabSz="699557">
              <a:lnSpc>
                <a:spcPct val="100000"/>
              </a:lnSpc>
              <a:spcBef>
                <a:spcPts val="0"/>
              </a:spcBef>
              <a:spcAft>
                <a:spcPts val="0"/>
              </a:spcAft>
              <a:buClrTx/>
              <a:buSzPct val="90000"/>
              <a:buFont typeface="Wingdings"/>
              <a:buNone/>
            </a:pPr>
            <a:r>
              <a:t>Speaker name or subtitle text</a:t>
            </a:r>
          </a:p>
        </p:txBody>
      </p:sp>
      <p:pic>
        <p:nvPicPr>
          <p:cNvPr id="2" name="MS logo white - EMF">
            <a:extLst xmlns:a="http://schemas.openxmlformats.org/drawingml/2006/main">
              <a:ext uri="{FF2B5EF4-FFF2-40B4-BE49-F238E27FC236}">
                <a16:creationId xmlns:a16="http://schemas.microsoft.com/office/drawing/2014/main" id="{B3CBED4A-D777-46F2-BEAD-E9DFCC35FD84}"/>
              </a:ext>
            </a:extLst>
          </p:cNvPr>
          <p:cNvPicPr>
            <a:picLocks xmlns:a="http://schemas.openxmlformats.org/drawingml/2006/main" noChangeAspect="1"/>
          </p:cNvPicPr>
          <p:nvPr/>
        </p:nvPicPr>
        <p:blipFill>
          <a:blip xmlns:r="http://schemas.openxmlformats.org/officeDocument/2006/relationships" xmlns:a="http://schemas.openxmlformats.org/drawingml/2006/main" r:embed="R2d9308820fd94b1a"/>
          <a:stretch xmlns:a="http://schemas.openxmlformats.org/drawingml/2006/main">
            <a:fillRect l="0" t="0" r="0" b="0"/>
          </a:stretch>
        </p:blipFill>
        <p:spPr>
          <a:xfrm xmlns:a="http://schemas.openxmlformats.org/drawingml/2006/main">
            <a:off x="438150" y="439341"/>
            <a:ext cx="1024684" cy="219456"/>
          </a:xfrm>
          <a:prstGeom xmlns:a="http://schemas.openxmlformats.org/drawingml/2006/main" prst="rect">
            <a:avLst/>
          </a:prstGeom>
        </p:spPr>
      </p:pic>
    </p:spTree>
  </p:cSld>
</p:sldLayout>
</file>

<file path=ppt/slideLayouts/slideLayout57.xml><?xml version="1.0" encoding="utf-8"?>
<p:sldLayout xmlns:p="http://schemas.openxmlformats.org/presentationml/2006/main" preserve="1">
  <p:cSld name="Title Slide 2">
    <p:spTree>
      <p:nvGrpSpPr>
        <p:cNvPr id="1" name=""/>
        <p:cNvGrpSpPr/>
        <p:nvPr/>
      </p:nvGrpSpPr>
      <p:grpSpPr>
        <a:xfrm xmlns:a="http://schemas.openxmlformats.org/drawingml/2006/main"/>
      </p:grpSpPr>
      <p:sp>
        <p:nvSpPr>
          <p:cNvPr id="9" name="Title 1">
            <a:extLst xmlns:a="http://schemas.openxmlformats.org/drawingml/2006/main">
              <a:ext uri="{FF2B5EF4-FFF2-40B4-BE49-F238E27FC236}">
                <a16:creationId xmlns:a16="http://schemas.microsoft.com/office/drawing/2014/main" id="{E7505098-8EDF-4AB6-9D1C-BDBA9B632657}"/>
              </a:ext>
            </a:extLst>
          </p:cNvPr>
          <p:cNvSpPr>
            <a:spLocks xmlns:a="http://schemas.openxmlformats.org/drawingml/2006/main" noGrp="1"/>
          </p:cNvSpPr>
          <p:nvPr>
            <p:ph type="title" idx="0" hasCustomPrompt="1"/>
          </p:nvPr>
        </p:nvSpPr>
        <p:spPr>
          <a:xfrm xmlns:a="http://schemas.openxmlformats.org/drawingml/2006/main">
            <a:off x="438150" y="2188668"/>
            <a:ext cx="6858000" cy="461665"/>
          </a:xfrm>
          <a:prstGeom xmlns:a="http://schemas.openxmlformats.org/drawingml/2006/main" prst="rect">
            <a:avLst/>
          </a:prstGeom>
          <a:noFill xmlns:a="http://schemas.openxmlformats.org/drawingml/2006/main"/>
        </p:spPr>
        <p:txBody>
          <a:bodyPr xmlns:a="http://schemas.openxmlformats.org/drawingml/2006/main" lIns="0" tIns="0" rIns="0" bIns="0" anchor="b">
            <a:spAutoFit/>
          </a:bodyPr>
          <a:lstStyle xmlns:a="http://schemas.openxmlformats.org/drawingml/2006/main">
            <a:lvl1pPr marL="0" indent="0">
              <a:buNone/>
              <a:defRPr sz="3000" spc="-38" baseline="0">
                <a:solidFill>
                  <a:schemeClr val="tx1"/>
                </a:solidFill>
                <a:latin typeface="+mj-lt"/>
                <a:ea typeface="+mj-lt"/>
                <a:cs typeface="+mj-lt"/>
              </a:defRPr>
            </a:lvl1pPr>
          </a:lstStyle>
          <a:p xmlns:a="http://schemas.openxmlformats.org/drawingml/2006/main">
            <a:r>
              <a:t>Event name or presentation title </a:t>
            </a:r>
          </a:p>
        </p:txBody>
      </p:sp>
      <p:sp>
        <p:nvSpPr>
          <p:cNvPr id="5" name="Text Placeholder 4">
            <a:extLst xmlns:a="http://schemas.openxmlformats.org/drawingml/2006/main">
              <a:ext uri="{FF2B5EF4-FFF2-40B4-BE49-F238E27FC236}">
                <a16:creationId xmlns:a16="http://schemas.microsoft.com/office/drawing/2014/main" id="{78DCAFC6-282F-489A-A08B-FD76A2C019CF}"/>
              </a:ext>
            </a:extLst>
          </p:cNvPr>
          <p:cNvSpPr>
            <a:spLocks xmlns:a="http://schemas.openxmlformats.org/drawingml/2006/main" noGrp="1"/>
          </p:cNvSpPr>
          <p:nvPr>
            <p:ph type="body" idx="12" hasCustomPrompt="1"/>
          </p:nvPr>
        </p:nvSpPr>
        <p:spPr>
          <a:xfrm xmlns:a="http://schemas.openxmlformats.org/drawingml/2006/main">
            <a:off x="438150" y="2971801"/>
            <a:ext cx="6858000" cy="207749"/>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indent="0">
              <a:spcBef>
                <a:spcPts val="0"/>
              </a:spcBef>
              <a:buNone/>
              <a:defRPr sz="1350" spc="0" baseline="0">
                <a:solidFill>
                  <a:schemeClr val="tx1"/>
                </a:solidFill>
                <a:latin typeface="+mn-lt"/>
                <a:ea typeface="+mn-lt"/>
                <a:cs typeface="+mn-lt"/>
              </a:defRPr>
            </a:lvl1pPr>
          </a:lstStyle>
          <a:p xmlns:a="http://schemas.openxmlformats.org/drawingml/2006/main">
            <a:pPr marL="0" lvl="0" indent="0">
              <a:buNone/>
            </a:pPr>
            <a:r>
              <a:t>Speaker name or subtitle text</a:t>
            </a:r>
          </a:p>
        </p:txBody>
      </p:sp>
      <p:pic>
        <p:nvPicPr>
          <p:cNvPr id="2" name="MS logo white - EMF">
            <a:extLst xmlns:a="http://schemas.openxmlformats.org/drawingml/2006/main">
              <a:ext uri="{FF2B5EF4-FFF2-40B4-BE49-F238E27FC236}">
                <a16:creationId xmlns:a16="http://schemas.microsoft.com/office/drawing/2014/main" id="{AF2CA4F2-88A3-462F-B42B-976EFD580A48}"/>
              </a:ext>
            </a:extLst>
          </p:cNvPr>
          <p:cNvPicPr>
            <a:picLocks xmlns:a="http://schemas.openxmlformats.org/drawingml/2006/main" noChangeAspect="1"/>
          </p:cNvPicPr>
          <p:nvPr/>
        </p:nvPicPr>
        <p:blipFill>
          <a:blip xmlns:r="http://schemas.openxmlformats.org/officeDocument/2006/relationships" xmlns:a="http://schemas.openxmlformats.org/drawingml/2006/main" r:embed="R5b0e26636eae4614"/>
          <a:stretch xmlns:a="http://schemas.openxmlformats.org/drawingml/2006/main">
            <a:fillRect l="0" t="0" r="0" b="0"/>
          </a:stretch>
        </p:blipFill>
        <p:spPr>
          <a:xfrm xmlns:a="http://schemas.openxmlformats.org/drawingml/2006/main">
            <a:off x="438150" y="439341"/>
            <a:ext cx="1024684" cy="219456"/>
          </a:xfrm>
          <a:prstGeom xmlns:a="http://schemas.openxmlformats.org/drawingml/2006/main" prst="rect">
            <a:avLst/>
          </a:prstGeom>
        </p:spPr>
      </p:pic>
    </p:spTree>
  </p:cSld>
</p:sldLayout>
</file>

<file path=ppt/slideLayouts/slideLayout58.xml><?xml version="1.0" encoding="utf-8"?>
<p:sldLayout xmlns:p="http://schemas.openxmlformats.org/presentationml/2006/main"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2FCFEFD-88E5-4869-B5C3-1611B0B50E1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marL="0" indent="0">
              <a:buNone/>
              <a:defRPr>
                <a:solidFill>
                  <a:schemeClr val="tx1"/>
                </a:solidFill>
              </a:defRPr>
            </a:lvl1pPr>
          </a:lstStyle>
          <a:p xmlns:a="http://schemas.openxmlformats.org/drawingml/2006/main">
            <a:r>
              <a:t>Click to edit Master title style</a:t>
            </a:r>
          </a:p>
        </p:txBody>
      </p:sp>
      <p:sp>
        <p:nvSpPr>
          <p:cNvPr id="4" name="Content Placeholder 3">
            <a:extLst xmlns:a="http://schemas.openxmlformats.org/drawingml/2006/main">
              <a:ext uri="{FF2B5EF4-FFF2-40B4-BE49-F238E27FC236}">
                <a16:creationId xmlns:a16="http://schemas.microsoft.com/office/drawing/2014/main" id="{58A212C2-8B30-4835-8711-AA981B6CFBE1}"/>
              </a:ext>
            </a:extLst>
          </p:cNvPr>
          <p:cNvSpPr>
            <a:spLocks xmlns:a="http://schemas.openxmlformats.org/drawingml/2006/main" noGrp="1"/>
          </p:cNvSpPr>
          <p:nvPr>
            <p:ph idx="10"/>
          </p:nvPr>
        </p:nvSpPr>
        <p:spPr>
          <a:xfrm xmlns:a="http://schemas.openxmlformats.org/drawingml/2006/main">
            <a:off x="438150" y="1076325"/>
            <a:ext cx="8264129" cy="1209562"/>
          </a:xfrm>
        </p:spPr>
        <p:txBody>
          <a:bodyPr xmlns:a="http://schemas.openxmlformats.org/drawingml/2006/main"/>
          <a:lstStyle xmlns:a="http://schemas.openxmlformats.org/drawingml/2006/main">
            <a:lvl1pPr marL="0" indent="0">
              <a:buNone/>
              <a:defRPr>
                <a:solidFill>
                  <a:schemeClr val="tx1"/>
                </a:solidFill>
              </a:defRPr>
            </a:lvl1pPr>
            <a:lvl2pPr marL="0" indent="0">
              <a:buNone/>
              <a:defRPr>
                <a:solidFill>
                  <a:schemeClr val="tx1"/>
                </a:solidFill>
              </a:defRPr>
            </a:lvl2pPr>
            <a:lvl3pPr marL="0" indent="0">
              <a:buNone/>
              <a:defRPr>
                <a:solidFill>
                  <a:schemeClr val="tx1"/>
                </a:solidFill>
              </a:defRPr>
            </a:lvl3pPr>
            <a:lvl4pPr marL="0" indent="0">
              <a:buNone/>
              <a:defRPr>
                <a:solidFill>
                  <a:schemeClr val="tx1"/>
                </a:solidFill>
              </a:defRPr>
            </a:lvl4pPr>
            <a:lvl5pPr marL="0" indent="0">
              <a:buNone/>
              <a:defRPr>
                <a:solidFill>
                  <a:schemeClr val="tx1"/>
                </a:solidFill>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6" name="TextBox 5">
            <a:extLst xmlns:a="http://schemas.openxmlformats.org/drawingml/2006/main">
              <a:ext uri="{FF2B5EF4-FFF2-40B4-BE49-F238E27FC236}">
                <a16:creationId xmlns:a16="http://schemas.microsoft.com/office/drawing/2014/main" id="{4F9662A5-6E2F-47B0-9B6E-E87983D3753C}"/>
              </a:ext>
            </a:extLst>
          </p:cNvPr>
          <p:cNvSpPr>
            <a:spLocks xmlns:a="http://schemas.openxmlformats.org/drawingml/2006/main" noGrp="1"/>
          </p:cNvSpPr>
          <p:nvPr/>
        </p:nvSpPr>
        <p:spPr>
          <a:xfrm xmlns:a="http://schemas.openxmlformats.org/drawingml/2006/main">
            <a:off x="9266791" y="-152958"/>
            <a:ext cx="431208" cy="1154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59.xml><?xml version="1.0" encoding="utf-8"?>
<p:sldLayout xmlns:p="http://schemas.openxmlformats.org/presentationml/2006/main" preserve="1">
  <p:cSld name="Title &amp; Non-bulleted text">
    <p:spTree>
      <p:nvGrpSpPr>
        <p:cNvPr id="1" name=""/>
        <p:cNvGrpSpPr/>
        <p:nvPr/>
      </p:nvGrpSpPr>
      <p:grpSpPr>
        <a:xfrm xmlns:a="http://schemas.openxmlformats.org/drawingml/2006/main"/>
      </p:grpSpPr>
      <p:sp>
        <p:nvSpPr>
          <p:cNvPr id="7" name="Title 6">
            <a:extLst xmlns:a="http://schemas.openxmlformats.org/drawingml/2006/main">
              <a:ext uri="{FF2B5EF4-FFF2-40B4-BE49-F238E27FC236}">
                <a16:creationId xmlns:a16="http://schemas.microsoft.com/office/drawing/2014/main" id="{34B655BA-10A4-4A57-89DB-CFFBE1CA1E3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4" name="Text Placeholder 3">
            <a:extLst xmlns:a="http://schemas.openxmlformats.org/drawingml/2006/main">
              <a:ext uri="{FF2B5EF4-FFF2-40B4-BE49-F238E27FC236}">
                <a16:creationId xmlns:a16="http://schemas.microsoft.com/office/drawing/2014/main" id="{BF13FE37-CED9-4832-A4D3-E5A26BE50C74}"/>
              </a:ext>
            </a:extLst>
          </p:cNvPr>
          <p:cNvSpPr>
            <a:spLocks xmlns:a="http://schemas.openxmlformats.org/drawingml/2006/main" noGrp="1"/>
          </p:cNvSpPr>
          <p:nvPr>
            <p:ph type="body" idx="10"/>
          </p:nvPr>
        </p:nvSpPr>
        <p:spPr>
          <a:xfrm xmlns:a="http://schemas.openxmlformats.org/drawingml/2006/main">
            <a:off x="439792" y="1075778"/>
            <a:ext cx="8263890" cy="1209562"/>
          </a:xfrm>
        </p:spPr>
        <p:txBody>
          <a:bodyPr xmlns:a="http://schemas.openxmlformats.org/drawingml/2006/main" wrap="square">
            <a:spAutoFit/>
          </a:bodyPr>
          <a:lstStyle xmlns:a="http://schemas.openxmlformats.org/drawingml/2006/main">
            <a:lvl1pPr marL="0" indent="0">
              <a:buNone/>
              <a:defRPr/>
            </a:lvl1pPr>
            <a:lvl2pPr marL="0" indent="0">
              <a:buNone/>
              <a:defRPr/>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Tree>
  </p:cSld>
</p:sldLayout>
</file>

<file path=ppt/slideLayouts/slideLayout60.xml><?xml version="1.0" encoding="utf-8"?>
<p:sldLayout xmlns:p="http://schemas.openxmlformats.org/presentationml/2006/main" preserve="1">
  <p:cSld name="Two Column Bullet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1BE2550-DA43-453C-A328-33C740E6540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5" name="Content Placeholder 4">
            <a:extLst xmlns:a="http://schemas.openxmlformats.org/drawingml/2006/main">
              <a:ext uri="{FF2B5EF4-FFF2-40B4-BE49-F238E27FC236}">
                <a16:creationId xmlns:a16="http://schemas.microsoft.com/office/drawing/2014/main" id="{14B7A288-CDAC-4184-9F73-137C95F5E643}"/>
              </a:ext>
            </a:extLst>
          </p:cNvPr>
          <p:cNvSpPr>
            <a:spLocks xmlns:a="http://schemas.openxmlformats.org/drawingml/2006/main" noGrp="1"/>
          </p:cNvSpPr>
          <p:nvPr>
            <p:ph idx="12"/>
          </p:nvPr>
        </p:nvSpPr>
        <p:spPr>
          <a:xfrm xmlns:a="http://schemas.openxmlformats.org/drawingml/2006/main">
            <a:off x="438151" y="1076325"/>
            <a:ext cx="3908822" cy="1209562"/>
          </a:xfrm>
        </p:spPr>
        <p:txBody>
          <a:bodyPr xmlns:a="http://schemas.openxmlformats.org/drawingml/2006/main"/>
          <a:lstStyle xmlns:a="http://schemas.openxmlformats.org/drawingml/2006/main"/>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9" name="Content Placeholder 8">
            <a:extLst xmlns:a="http://schemas.openxmlformats.org/drawingml/2006/main">
              <a:ext uri="{FF2B5EF4-FFF2-40B4-BE49-F238E27FC236}">
                <a16:creationId xmlns:a16="http://schemas.microsoft.com/office/drawing/2014/main" id="{CEC22105-78D6-4753-94FA-3DA949361A95}"/>
              </a:ext>
            </a:extLst>
          </p:cNvPr>
          <p:cNvSpPr>
            <a:spLocks xmlns:a="http://schemas.openxmlformats.org/drawingml/2006/main" noGrp="1"/>
          </p:cNvSpPr>
          <p:nvPr>
            <p:ph idx="13"/>
          </p:nvPr>
        </p:nvSpPr>
        <p:spPr>
          <a:xfrm xmlns:a="http://schemas.openxmlformats.org/drawingml/2006/main">
            <a:off x="4792266" y="1076325"/>
            <a:ext cx="3914775" cy="1209562"/>
          </a:xfrm>
        </p:spPr>
        <p:txBody>
          <a:bodyPr xmlns:a="http://schemas.openxmlformats.org/drawingml/2006/main"/>
          <a:lstStyle xmlns:a="http://schemas.openxmlformats.org/drawingml/2006/main"/>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6" name="TextBox 5">
            <a:extLst xmlns:a="http://schemas.openxmlformats.org/drawingml/2006/main">
              <a:ext uri="{FF2B5EF4-FFF2-40B4-BE49-F238E27FC236}">
                <a16:creationId xmlns:a16="http://schemas.microsoft.com/office/drawing/2014/main" id="{5F6A123D-3A27-499F-9210-3E0D7CED39C6}"/>
              </a:ext>
            </a:extLst>
          </p:cNvPr>
          <p:cNvSpPr>
            <a:spLocks xmlns:a="http://schemas.openxmlformats.org/drawingml/2006/main" noGrp="1"/>
          </p:cNvSpPr>
          <p:nvPr/>
        </p:nvSpPr>
        <p:spPr>
          <a:xfrm xmlns:a="http://schemas.openxmlformats.org/drawingml/2006/main">
            <a:off x="9266791" y="-152958"/>
            <a:ext cx="431208" cy="1154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61.xml><?xml version="1.0" encoding="utf-8"?>
<p:sldLayout xmlns:p="http://schemas.openxmlformats.org/presentationml/2006/main" preserve="1">
  <p:cSld name="Two Column Non-bulleted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876633-3E8D-4CF4-A5D4-D4E9D88A6DE0}"/>
              </a:ext>
            </a:extLst>
          </p:cNvPr>
          <p:cNvSpPr>
            <a:spLocks xmlns:a="http://schemas.openxmlformats.org/drawingml/2006/main" noGrp="1"/>
          </p:cNvSpPr>
          <p:nvPr>
            <p:ph type="title" idx="0"/>
          </p:nvPr>
        </p:nvSpPr>
        <p:spPr>
          <a:xfrm xmlns:a="http://schemas.openxmlformats.org/drawingml/2006/main">
            <a:off x="441197" y="342900"/>
            <a:ext cx="8263890" cy="415499"/>
          </a:xfrm>
        </p:spPr>
        <p:txBody>
          <a:bodyPr xmlns:a="http://schemas.openxmlformats.org/drawingml/2006/main"/>
          <a:lstStyle xmlns:a="http://schemas.openxmlformats.org/drawingml/2006/main"/>
          <a:p xmlns:a="http://schemas.openxmlformats.org/drawingml/2006/main">
            <a:r>
              <a:t>Click to edit Master title style</a:t>
            </a:r>
          </a:p>
        </p:txBody>
      </p:sp>
      <p:sp>
        <p:nvSpPr>
          <p:cNvPr id="4" name="Text Placeholder 3">
            <a:extLst xmlns:a="http://schemas.openxmlformats.org/drawingml/2006/main">
              <a:ext uri="{FF2B5EF4-FFF2-40B4-BE49-F238E27FC236}">
                <a16:creationId xmlns:a16="http://schemas.microsoft.com/office/drawing/2014/main" id="{0A39FDC9-724B-4AE4-8E8D-F2FDC06E5B30}"/>
              </a:ext>
            </a:extLst>
          </p:cNvPr>
          <p:cNvSpPr>
            <a:spLocks xmlns:a="http://schemas.openxmlformats.org/drawingml/2006/main" noGrp="1"/>
          </p:cNvSpPr>
          <p:nvPr>
            <p:ph type="body" idx="10"/>
          </p:nvPr>
        </p:nvSpPr>
        <p:spPr>
          <a:xfrm xmlns:a="http://schemas.openxmlformats.org/drawingml/2006/main">
            <a:off x="438150" y="1076325"/>
            <a:ext cx="3909060" cy="1237262"/>
          </a:xfrm>
        </p:spPr>
        <p:txBody>
          <a:bodyPr xmlns:a="http://schemas.openxmlformats.org/drawingml/2006/main" wrap="square">
            <a:spAutoFit/>
          </a:bodyPr>
          <a:lstStyle xmlns:a="http://schemas.openxmlformats.org/drawingml/2006/main">
            <a:lvl1pPr marL="0" indent="0">
              <a:spcBef>
                <a:spcPts val="918"/>
              </a:spcBef>
              <a:buClr>
                <a:schemeClr val="tx1"/>
              </a:buClr>
              <a:buFont typeface="Wingdings"/>
              <a:buNone/>
              <a:defRPr sz="2100" b="0">
                <a:latin typeface="Segoe UI"/>
                <a:ea typeface="Segoe UI"/>
                <a:cs typeface="Segoe UI"/>
              </a:defRPr>
            </a:lvl1pPr>
            <a:lvl2pPr marL="0" indent="0">
              <a:buFont typeface="Wingdings"/>
              <a:buNone/>
              <a:defRPr sz="1500" b="0"/>
            </a:lvl2pPr>
            <a:lvl3pPr marL="0" indent="0">
              <a:buFont typeface="Wingdings"/>
              <a:buNone/>
              <a:defRPr sz="1200" b="0"/>
            </a:lvl3pPr>
            <a:lvl4pPr marL="0" indent="0">
              <a:buFont typeface="Wingdings"/>
              <a:buNone/>
              <a:defRPr sz="1050" b="0"/>
            </a:lvl4pPr>
            <a:lvl5pPr marL="0" indent="0">
              <a:buFont typeface="Wingdings"/>
              <a:buNone/>
              <a:defRPr sz="1050" b="0"/>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6" name="Text Placeholder 3">
            <a:extLst xmlns:a="http://schemas.openxmlformats.org/drawingml/2006/main">
              <a:ext uri="{FF2B5EF4-FFF2-40B4-BE49-F238E27FC236}">
                <a16:creationId xmlns:a16="http://schemas.microsoft.com/office/drawing/2014/main" id="{8E9CDCB4-03E1-4763-B83E-A1334BCDB0C0}"/>
              </a:ext>
            </a:extLst>
          </p:cNvPr>
          <p:cNvSpPr>
            <a:spLocks xmlns:a="http://schemas.openxmlformats.org/drawingml/2006/main" noGrp="1"/>
          </p:cNvSpPr>
          <p:nvPr>
            <p:ph type="body" idx="12"/>
          </p:nvPr>
        </p:nvSpPr>
        <p:spPr>
          <a:xfrm xmlns:a="http://schemas.openxmlformats.org/drawingml/2006/main">
            <a:off x="4797878" y="1076325"/>
            <a:ext cx="3909060" cy="1237262"/>
          </a:xfrm>
        </p:spPr>
        <p:txBody>
          <a:bodyPr xmlns:a="http://schemas.openxmlformats.org/drawingml/2006/main" wrap="square">
            <a:spAutoFit/>
          </a:bodyPr>
          <a:lstStyle xmlns:a="http://schemas.openxmlformats.org/drawingml/2006/main">
            <a:lvl1pPr marL="0" indent="0">
              <a:spcBef>
                <a:spcPts val="918"/>
              </a:spcBef>
              <a:buClr>
                <a:schemeClr val="tx1"/>
              </a:buClr>
              <a:buFont typeface="Wingdings"/>
              <a:buNone/>
              <a:defRPr sz="2100" b="0">
                <a:latin typeface="Segoe UI"/>
                <a:ea typeface="Segoe UI"/>
                <a:cs typeface="Segoe UI"/>
              </a:defRPr>
            </a:lvl1pPr>
            <a:lvl2pPr marL="0" indent="0">
              <a:buFont typeface="Wingdings"/>
              <a:buNone/>
              <a:defRPr sz="1500" b="0"/>
            </a:lvl2pPr>
            <a:lvl3pPr marL="0" indent="0">
              <a:buFont typeface="Wingdings"/>
              <a:buNone/>
              <a:defRPr sz="1200" b="0"/>
            </a:lvl3pPr>
            <a:lvl4pPr marL="0" indent="0">
              <a:buFont typeface="Wingdings"/>
              <a:buNone/>
              <a:defRPr sz="1050" b="0"/>
            </a:lvl4pPr>
            <a:lvl5pPr marL="0" indent="0">
              <a:buFont typeface="Wingdings"/>
              <a:buNone/>
              <a:defRPr sz="1050" b="0"/>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Tree>
  </p:cSld>
</p:sldLayout>
</file>

<file path=ppt/slideLayouts/slideLayout62.xml><?xml version="1.0" encoding="utf-8"?>
<p:sldLayout xmlns:p="http://schemas.openxmlformats.org/presentationml/2006/main" preserve="1">
  <p:cSld name="Two Column Bullet with Subheads">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876633-3E8D-4CF4-A5D4-D4E9D88A6DE0}"/>
              </a:ext>
            </a:extLst>
          </p:cNvPr>
          <p:cNvSpPr>
            <a:spLocks xmlns:a="http://schemas.openxmlformats.org/drawingml/2006/main" noGrp="1"/>
          </p:cNvSpPr>
          <p:nvPr>
            <p:ph type="title" idx="0"/>
          </p:nvPr>
        </p:nvSpPr>
        <p:spPr>
          <a:xfrm xmlns:a="http://schemas.openxmlformats.org/drawingml/2006/main">
            <a:off x="441197" y="342900"/>
            <a:ext cx="8263890" cy="415499"/>
          </a:xfrm>
        </p:spPr>
        <p:txBody>
          <a:bodyPr xmlns:a="http://schemas.openxmlformats.org/drawingml/2006/main">
            <a:spAutoFit/>
          </a:bodyPr>
          <a:lstStyle xmlns:a="http://schemas.openxmlformats.org/drawingml/2006/main">
            <a:lvl1pPr marL="0" indent="0">
              <a:buNone/>
              <a:defRPr/>
            </a:lvl1pPr>
          </a:lstStyle>
          <a:p xmlns:a="http://schemas.openxmlformats.org/drawingml/2006/main">
            <a:r>
              <a:t>Click to edit Master title style</a:t>
            </a:r>
          </a:p>
        </p:txBody>
      </p:sp>
      <p:sp>
        <p:nvSpPr>
          <p:cNvPr id="12" name="Text Placeholder 11">
            <a:extLst xmlns:a="http://schemas.openxmlformats.org/drawingml/2006/main">
              <a:ext uri="{FF2B5EF4-FFF2-40B4-BE49-F238E27FC236}">
                <a16:creationId xmlns:a16="http://schemas.microsoft.com/office/drawing/2014/main" id="{DD525736-DEE8-4391-8135-23DE0640053A}"/>
              </a:ext>
            </a:extLst>
          </p:cNvPr>
          <p:cNvSpPr>
            <a:spLocks xmlns:a="http://schemas.openxmlformats.org/drawingml/2006/main" noGrp="1"/>
          </p:cNvSpPr>
          <p:nvPr>
            <p:ph type="body" idx="16"/>
          </p:nvPr>
        </p:nvSpPr>
        <p:spPr>
          <a:xfrm xmlns:a="http://schemas.openxmlformats.org/drawingml/2006/main">
            <a:off x="438150" y="1077517"/>
            <a:ext cx="3914775" cy="323165"/>
          </a:xfrm>
        </p:spPr>
        <p:txBody>
          <a:bodyPr xmlns:a="http://schemas.openxmlformats.org/drawingml/2006/main" anchor="t"/>
          <a:lstStyle xmlns:a="http://schemas.openxmlformats.org/drawingml/2006/main">
            <a:lvl1pPr marL="0" indent="0">
              <a:spcBef>
                <a:spcPts val="0"/>
              </a:spcBef>
              <a:buNone/>
              <a:defRPr sz="21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8" name="Text Placeholder 7">
            <a:extLst xmlns:a="http://schemas.openxmlformats.org/drawingml/2006/main">
              <a:ext uri="{FF2B5EF4-FFF2-40B4-BE49-F238E27FC236}">
                <a16:creationId xmlns:a16="http://schemas.microsoft.com/office/drawing/2014/main" id="{98E90344-0294-48E2-AAF0-601BB99500E7}"/>
              </a:ext>
            </a:extLst>
          </p:cNvPr>
          <p:cNvSpPr>
            <a:spLocks xmlns:a="http://schemas.openxmlformats.org/drawingml/2006/main" noGrp="1"/>
          </p:cNvSpPr>
          <p:nvPr>
            <p:ph type="body" idx="14"/>
          </p:nvPr>
        </p:nvSpPr>
        <p:spPr>
          <a:xfrm xmlns:a="http://schemas.openxmlformats.org/drawingml/2006/main">
            <a:off x="438150" y="1563291"/>
            <a:ext cx="3914775" cy="1209562"/>
          </a:xfrm>
        </p:spPr>
        <p:txBody>
          <a:bodyPr xmlns:a="http://schemas.openxmlformats.org/drawingml/2006/main">
            <a:spAutoFit/>
          </a:bodyPr>
          <a:lstStyle xmlns:a="http://schemas.openxmlformats.org/drawingml/2006/main">
            <a:lvl1pPr marL="0" indent="0">
              <a:buNone/>
              <a:defRPr sz="1800"/>
            </a:lvl1pPr>
            <a:lvl2pPr marL="0" indent="0">
              <a:buNone/>
              <a:defRPr/>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13" name="Text Placeholder 11">
            <a:extLst xmlns:a="http://schemas.openxmlformats.org/drawingml/2006/main">
              <a:ext uri="{FF2B5EF4-FFF2-40B4-BE49-F238E27FC236}">
                <a16:creationId xmlns:a16="http://schemas.microsoft.com/office/drawing/2014/main" id="{B4F729D4-B1F1-45F2-A06A-40234B19C883}"/>
              </a:ext>
            </a:extLst>
          </p:cNvPr>
          <p:cNvSpPr>
            <a:spLocks xmlns:a="http://schemas.openxmlformats.org/drawingml/2006/main" noGrp="1"/>
          </p:cNvSpPr>
          <p:nvPr>
            <p:ph type="body" idx="17"/>
          </p:nvPr>
        </p:nvSpPr>
        <p:spPr>
          <a:xfrm xmlns:a="http://schemas.openxmlformats.org/drawingml/2006/main">
            <a:off x="4798219" y="1077517"/>
            <a:ext cx="3914775" cy="323165"/>
          </a:xfrm>
        </p:spPr>
        <p:txBody>
          <a:bodyPr xmlns:a="http://schemas.openxmlformats.org/drawingml/2006/main" anchor="t"/>
          <a:lstStyle xmlns:a="http://schemas.openxmlformats.org/drawingml/2006/main">
            <a:lvl1pPr marL="0" indent="0">
              <a:spcBef>
                <a:spcPts val="0"/>
              </a:spcBef>
              <a:buNone/>
              <a:defRPr sz="21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10" name="Text Placeholder 9">
            <a:extLst xmlns:a="http://schemas.openxmlformats.org/drawingml/2006/main">
              <a:ext uri="{FF2B5EF4-FFF2-40B4-BE49-F238E27FC236}">
                <a16:creationId xmlns:a16="http://schemas.microsoft.com/office/drawing/2014/main" id="{D1F896FB-325C-4849-B372-8DF0D6C0562C}"/>
              </a:ext>
            </a:extLst>
          </p:cNvPr>
          <p:cNvSpPr>
            <a:spLocks xmlns:a="http://schemas.openxmlformats.org/drawingml/2006/main" noGrp="1"/>
          </p:cNvSpPr>
          <p:nvPr>
            <p:ph type="body" idx="15"/>
          </p:nvPr>
        </p:nvSpPr>
        <p:spPr>
          <a:xfrm xmlns:a="http://schemas.openxmlformats.org/drawingml/2006/main">
            <a:off x="4798219" y="1563291"/>
            <a:ext cx="3914775" cy="1209562"/>
          </a:xfrm>
        </p:spPr>
        <p:txBody>
          <a:bodyPr xmlns:a="http://schemas.openxmlformats.org/drawingml/2006/main">
            <a:spAutoFit/>
          </a:bodyPr>
          <a:lstStyle xmlns:a="http://schemas.openxmlformats.org/drawingml/2006/main">
            <a:lvl1pPr marL="0" indent="0">
              <a:buNone/>
              <a:defRPr sz="1800"/>
            </a:lvl1pPr>
            <a:lvl2pPr marL="0" indent="0">
              <a:buNone/>
              <a:defRPr/>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Tree>
  </p:cSld>
</p:sldLayout>
</file>

<file path=ppt/slideLayouts/slideLayout63.xml><?xml version="1.0" encoding="utf-8"?>
<p:sldLayout xmlns:p="http://schemas.openxmlformats.org/presentationml/2006/main" preserve="1">
  <p:cSld name="Two Column Content with Subheads">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876633-3E8D-4CF4-A5D4-D4E9D88A6DE0}"/>
              </a:ext>
            </a:extLst>
          </p:cNvPr>
          <p:cNvSpPr>
            <a:spLocks xmlns:a="http://schemas.openxmlformats.org/drawingml/2006/main" noGrp="1"/>
          </p:cNvSpPr>
          <p:nvPr>
            <p:ph type="title" idx="0"/>
          </p:nvPr>
        </p:nvSpPr>
        <p:spPr>
          <a:xfrm xmlns:a="http://schemas.openxmlformats.org/drawingml/2006/main">
            <a:off x="441197" y="342900"/>
            <a:ext cx="8263890" cy="415499"/>
          </a:xfrm>
        </p:spPr>
        <p:txBody>
          <a:bodyPr xmlns:a="http://schemas.openxmlformats.org/drawingml/2006/main">
            <a:spAutoFit/>
          </a:bodyPr>
          <a:lstStyle xmlns:a="http://schemas.openxmlformats.org/drawingml/2006/main">
            <a:lvl1pPr marL="0" indent="0">
              <a:buNone/>
              <a:defRPr/>
            </a:lvl1pPr>
          </a:lstStyle>
          <a:p xmlns:a="http://schemas.openxmlformats.org/drawingml/2006/main">
            <a:r>
              <a:t>Click to edit Master title style</a:t>
            </a:r>
          </a:p>
        </p:txBody>
      </p:sp>
      <p:sp>
        <p:nvSpPr>
          <p:cNvPr id="18" name="Text Placeholder 11">
            <a:extLst xmlns:a="http://schemas.openxmlformats.org/drawingml/2006/main">
              <a:ext uri="{FF2B5EF4-FFF2-40B4-BE49-F238E27FC236}">
                <a16:creationId xmlns:a16="http://schemas.microsoft.com/office/drawing/2014/main" id="{C2759870-0BEA-44DC-A414-1C70D04E35CC}"/>
              </a:ext>
            </a:extLst>
          </p:cNvPr>
          <p:cNvSpPr>
            <a:spLocks xmlns:a="http://schemas.openxmlformats.org/drawingml/2006/main" noGrp="1"/>
          </p:cNvSpPr>
          <p:nvPr>
            <p:ph type="body" idx="16"/>
          </p:nvPr>
        </p:nvSpPr>
        <p:spPr>
          <a:xfrm xmlns:a="http://schemas.openxmlformats.org/drawingml/2006/main">
            <a:off x="438150" y="1077517"/>
            <a:ext cx="3914775" cy="323165"/>
          </a:xfrm>
        </p:spPr>
        <p:txBody>
          <a:bodyPr xmlns:a="http://schemas.openxmlformats.org/drawingml/2006/main" anchor="t"/>
          <a:lstStyle xmlns:a="http://schemas.openxmlformats.org/drawingml/2006/main">
            <a:lvl1pPr marL="0" indent="0">
              <a:spcBef>
                <a:spcPts val="0"/>
              </a:spcBef>
              <a:buNone/>
              <a:defRPr sz="21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15" name="Content Placeholder 14">
            <a:extLst xmlns:a="http://schemas.openxmlformats.org/drawingml/2006/main">
              <a:ext uri="{FF2B5EF4-FFF2-40B4-BE49-F238E27FC236}">
                <a16:creationId xmlns:a16="http://schemas.microsoft.com/office/drawing/2014/main" id="{BFEF95FA-F121-4653-B60A-0D068C345462}"/>
              </a:ext>
            </a:extLst>
          </p:cNvPr>
          <p:cNvSpPr>
            <a:spLocks xmlns:a="http://schemas.openxmlformats.org/drawingml/2006/main" noGrp="1"/>
          </p:cNvSpPr>
          <p:nvPr>
            <p:ph idx="11"/>
          </p:nvPr>
        </p:nvSpPr>
        <p:spPr>
          <a:xfrm xmlns:a="http://schemas.openxmlformats.org/drawingml/2006/main">
            <a:off x="441722" y="1560909"/>
            <a:ext cx="3911203" cy="1163395"/>
          </a:xfrm>
        </p:spPr>
        <p:txBody>
          <a:bodyPr xmlns:a="http://schemas.openxmlformats.org/drawingml/2006/main"/>
          <a:lstStyle xmlns:a="http://schemas.openxmlformats.org/drawingml/2006/main">
            <a:lvl1pPr marL="0" indent="0">
              <a:buNone/>
              <a:defRPr sz="1800"/>
            </a:lvl1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19" name="Text Placeholder 11">
            <a:extLst xmlns:a="http://schemas.openxmlformats.org/drawingml/2006/main">
              <a:ext uri="{FF2B5EF4-FFF2-40B4-BE49-F238E27FC236}">
                <a16:creationId xmlns:a16="http://schemas.microsoft.com/office/drawing/2014/main" id="{C327262A-D327-4189-AD22-BAD67CF4AB79}"/>
              </a:ext>
            </a:extLst>
          </p:cNvPr>
          <p:cNvSpPr>
            <a:spLocks xmlns:a="http://schemas.openxmlformats.org/drawingml/2006/main" noGrp="1"/>
          </p:cNvSpPr>
          <p:nvPr>
            <p:ph type="body" idx="17"/>
          </p:nvPr>
        </p:nvSpPr>
        <p:spPr>
          <a:xfrm xmlns:a="http://schemas.openxmlformats.org/drawingml/2006/main">
            <a:off x="4798219" y="1077517"/>
            <a:ext cx="3914775" cy="323165"/>
          </a:xfrm>
        </p:spPr>
        <p:txBody>
          <a:bodyPr xmlns:a="http://schemas.openxmlformats.org/drawingml/2006/main" anchor="t"/>
          <a:lstStyle xmlns:a="http://schemas.openxmlformats.org/drawingml/2006/main">
            <a:lvl1pPr marL="0" indent="0">
              <a:spcBef>
                <a:spcPts val="0"/>
              </a:spcBef>
              <a:buNone/>
              <a:defRPr sz="21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17" name="Content Placeholder 14">
            <a:extLst xmlns:a="http://schemas.openxmlformats.org/drawingml/2006/main">
              <a:ext uri="{FF2B5EF4-FFF2-40B4-BE49-F238E27FC236}">
                <a16:creationId xmlns:a16="http://schemas.microsoft.com/office/drawing/2014/main" id="{47F8EAA9-0E64-4589-A234-BC31685BE7D3}"/>
              </a:ext>
            </a:extLst>
          </p:cNvPr>
          <p:cNvSpPr>
            <a:spLocks xmlns:a="http://schemas.openxmlformats.org/drawingml/2006/main" noGrp="1"/>
          </p:cNvSpPr>
          <p:nvPr>
            <p:ph idx="13"/>
          </p:nvPr>
        </p:nvSpPr>
        <p:spPr>
          <a:xfrm xmlns:a="http://schemas.openxmlformats.org/drawingml/2006/main">
            <a:off x="4795839" y="1560909"/>
            <a:ext cx="3911203" cy="1163395"/>
          </a:xfrm>
        </p:spPr>
        <p:txBody>
          <a:bodyPr xmlns:a="http://schemas.openxmlformats.org/drawingml/2006/main"/>
          <a:lstStyle xmlns:a="http://schemas.openxmlformats.org/drawingml/2006/main">
            <a:lvl1pPr marL="0" indent="0">
              <a:buNone/>
              <a:defRPr sz="1800"/>
            </a:lvl1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3" name="TextBox 2">
            <a:extLst xmlns:a="http://schemas.openxmlformats.org/drawingml/2006/main">
              <a:ext uri="{FF2B5EF4-FFF2-40B4-BE49-F238E27FC236}">
                <a16:creationId xmlns:a16="http://schemas.microsoft.com/office/drawing/2014/main" id="{807CBEB8-AFEF-362F-CB36-DC00FA4C6C8A}"/>
              </a:ext>
            </a:extLst>
          </p:cNvPr>
          <p:cNvSpPr>
            <a:spLocks xmlns:a="http://schemas.openxmlformats.org/drawingml/2006/main" noGrp="1"/>
          </p:cNvSpPr>
          <p:nvPr/>
        </p:nvSpPr>
        <p:spPr>
          <a:xfrm xmlns:a="http://schemas.openxmlformats.org/drawingml/2006/main">
            <a:off x="9266791" y="-152958"/>
            <a:ext cx="431208" cy="1154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64.xml><?xml version="1.0" encoding="utf-8"?>
<p:sldLayout xmlns:p="http://schemas.openxmlformats.org/presentationml/2006/main" preserve="1">
  <p:cSld name="Three Column Bullet with Subtitles">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F260F77E-464D-46F7-A8F8-6F281DAB0C7A}"/>
              </a:ext>
            </a:extLst>
          </p:cNvPr>
          <p:cNvSpPr>
            <a:spLocks xmlns:a="http://schemas.openxmlformats.org/drawingml/2006/main" noGrp="1"/>
          </p:cNvSpPr>
          <p:nvPr>
            <p:ph type="title" idx="0"/>
          </p:nvPr>
        </p:nvSpPr>
        <p:spPr>
          <a:xfrm xmlns:a="http://schemas.openxmlformats.org/drawingml/2006/main">
            <a:off x="441197" y="342900"/>
            <a:ext cx="8263890" cy="415499"/>
          </a:xfrm>
        </p:spPr>
        <p:txBody>
          <a:bodyPr xmlns:a="http://schemas.openxmlformats.org/drawingml/2006/main">
            <a:spAutoFit/>
          </a:bodyPr>
          <a:lstStyle xmlns:a="http://schemas.openxmlformats.org/drawingml/2006/main"/>
          <a:p xmlns:a="http://schemas.openxmlformats.org/drawingml/2006/main">
            <a:r>
              <a:t>Click to edit Master title style</a:t>
            </a:r>
          </a:p>
        </p:txBody>
      </p:sp>
      <p:sp>
        <p:nvSpPr>
          <p:cNvPr id="19" name="Text Placeholder 11">
            <a:extLst xmlns:a="http://schemas.openxmlformats.org/drawingml/2006/main">
              <a:ext uri="{FF2B5EF4-FFF2-40B4-BE49-F238E27FC236}">
                <a16:creationId xmlns:a16="http://schemas.microsoft.com/office/drawing/2014/main" id="{CB20F198-3776-433D-85A8-C2B6AC6235FF}"/>
              </a:ext>
            </a:extLst>
          </p:cNvPr>
          <p:cNvSpPr>
            <a:spLocks xmlns:a="http://schemas.openxmlformats.org/drawingml/2006/main" noGrp="1"/>
          </p:cNvSpPr>
          <p:nvPr>
            <p:ph type="body" idx="16"/>
          </p:nvPr>
        </p:nvSpPr>
        <p:spPr>
          <a:xfrm xmlns:a="http://schemas.openxmlformats.org/drawingml/2006/main">
            <a:off x="438913" y="1078706"/>
            <a:ext cx="2448306" cy="507831"/>
          </a:xfrm>
        </p:spPr>
        <p:txBody>
          <a:bodyPr xmlns:a="http://schemas.openxmlformats.org/drawingml/2006/main" anchor="t"/>
          <a:lstStyle xmlns:a="http://schemas.openxmlformats.org/drawingml/2006/main">
            <a:lvl1pPr marL="0" indent="0">
              <a:spcBef>
                <a:spcPts val="0"/>
              </a:spcBef>
              <a:buNone/>
              <a:defRPr sz="165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20" name="Text Placeholder 7">
            <a:extLst xmlns:a="http://schemas.openxmlformats.org/drawingml/2006/main">
              <a:ext uri="{FF2B5EF4-FFF2-40B4-BE49-F238E27FC236}">
                <a16:creationId xmlns:a16="http://schemas.microsoft.com/office/drawing/2014/main" id="{97BC59AA-6CF8-4091-8008-21AA9AD8E8B5}"/>
              </a:ext>
            </a:extLst>
          </p:cNvPr>
          <p:cNvSpPr>
            <a:spLocks xmlns:a="http://schemas.openxmlformats.org/drawingml/2006/main" noGrp="1"/>
          </p:cNvSpPr>
          <p:nvPr>
            <p:ph type="body" idx="14"/>
          </p:nvPr>
        </p:nvSpPr>
        <p:spPr>
          <a:xfrm xmlns:a="http://schemas.openxmlformats.org/drawingml/2006/main">
            <a:off x="438913" y="1793081"/>
            <a:ext cx="2448306" cy="1320362"/>
          </a:xfrm>
        </p:spPr>
        <p:txBody>
          <a:bodyPr xmlns:a="http://schemas.openxmlformats.org/drawingml/2006/main" wrap="square">
            <a:spAutoFit/>
          </a:bodyPr>
          <a:lstStyle xmlns:a="http://schemas.openxmlformats.org/drawingml/2006/main">
            <a:lvl1pPr marL="0" indent="0">
              <a:buNone/>
              <a:defRPr sz="1500"/>
            </a:lvl1pPr>
            <a:lvl2pPr marL="0" indent="0">
              <a:buNone/>
              <a:defRPr sz="1350"/>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1" name="Text Placeholder 11">
            <a:extLst xmlns:a="http://schemas.openxmlformats.org/drawingml/2006/main">
              <a:ext uri="{FF2B5EF4-FFF2-40B4-BE49-F238E27FC236}">
                <a16:creationId xmlns:a16="http://schemas.microsoft.com/office/drawing/2014/main" id="{BECED387-BA3E-49B2-8F1E-0E371E09E0A4}"/>
              </a:ext>
            </a:extLst>
          </p:cNvPr>
          <p:cNvSpPr>
            <a:spLocks xmlns:a="http://schemas.openxmlformats.org/drawingml/2006/main" noGrp="1"/>
          </p:cNvSpPr>
          <p:nvPr>
            <p:ph type="body" idx="17"/>
          </p:nvPr>
        </p:nvSpPr>
        <p:spPr>
          <a:xfrm xmlns:a="http://schemas.openxmlformats.org/drawingml/2006/main">
            <a:off x="3347847" y="1078706"/>
            <a:ext cx="2448306" cy="507831"/>
          </a:xfrm>
        </p:spPr>
        <p:txBody>
          <a:bodyPr xmlns:a="http://schemas.openxmlformats.org/drawingml/2006/main" anchor="t"/>
          <a:lstStyle xmlns:a="http://schemas.openxmlformats.org/drawingml/2006/main">
            <a:lvl1pPr marL="0" indent="0">
              <a:spcBef>
                <a:spcPts val="0"/>
              </a:spcBef>
              <a:buNone/>
              <a:defRPr sz="165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22" name="Text Placeholder 9">
            <a:extLst xmlns:a="http://schemas.openxmlformats.org/drawingml/2006/main">
              <a:ext uri="{FF2B5EF4-FFF2-40B4-BE49-F238E27FC236}">
                <a16:creationId xmlns:a16="http://schemas.microsoft.com/office/drawing/2014/main" id="{6B26A1CD-81F9-4C2F-896F-E69757C6658C}"/>
              </a:ext>
            </a:extLst>
          </p:cNvPr>
          <p:cNvSpPr>
            <a:spLocks xmlns:a="http://schemas.openxmlformats.org/drawingml/2006/main" noGrp="1"/>
          </p:cNvSpPr>
          <p:nvPr>
            <p:ph type="body" idx="15"/>
          </p:nvPr>
        </p:nvSpPr>
        <p:spPr>
          <a:xfrm xmlns:a="http://schemas.openxmlformats.org/drawingml/2006/main">
            <a:off x="3347847" y="1788101"/>
            <a:ext cx="2448306" cy="1320362"/>
          </a:xfrm>
        </p:spPr>
        <p:txBody>
          <a:bodyPr xmlns:a="http://schemas.openxmlformats.org/drawingml/2006/main" wrap="square">
            <a:spAutoFit/>
          </a:bodyPr>
          <a:lstStyle xmlns:a="http://schemas.openxmlformats.org/drawingml/2006/main">
            <a:lvl1pPr marL="0" indent="0">
              <a:buNone/>
              <a:defRPr sz="1500"/>
            </a:lvl1pPr>
            <a:lvl2pPr marL="0" indent="0">
              <a:buNone/>
              <a:defRPr sz="1350"/>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3" name="Text Placeholder 11">
            <a:extLst xmlns:a="http://schemas.openxmlformats.org/drawingml/2006/main">
              <a:ext uri="{FF2B5EF4-FFF2-40B4-BE49-F238E27FC236}">
                <a16:creationId xmlns:a16="http://schemas.microsoft.com/office/drawing/2014/main" id="{79263A4B-A9A8-4CE5-96A8-6F6EC365E512}"/>
              </a:ext>
            </a:extLst>
          </p:cNvPr>
          <p:cNvSpPr>
            <a:spLocks xmlns:a="http://schemas.openxmlformats.org/drawingml/2006/main" noGrp="1"/>
          </p:cNvSpPr>
          <p:nvPr>
            <p:ph type="body" idx="18"/>
          </p:nvPr>
        </p:nvSpPr>
        <p:spPr>
          <a:xfrm xmlns:a="http://schemas.openxmlformats.org/drawingml/2006/main">
            <a:off x="6256781" y="1078706"/>
            <a:ext cx="2448306" cy="507831"/>
          </a:xfrm>
        </p:spPr>
        <p:txBody>
          <a:bodyPr xmlns:a="http://schemas.openxmlformats.org/drawingml/2006/main" anchor="t"/>
          <a:lstStyle xmlns:a="http://schemas.openxmlformats.org/drawingml/2006/main">
            <a:lvl1pPr marL="0" indent="0">
              <a:spcBef>
                <a:spcPts val="0"/>
              </a:spcBef>
              <a:buNone/>
              <a:defRPr sz="165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24" name="Text Placeholder 7">
            <a:extLst xmlns:a="http://schemas.openxmlformats.org/drawingml/2006/main">
              <a:ext uri="{FF2B5EF4-FFF2-40B4-BE49-F238E27FC236}">
                <a16:creationId xmlns:a16="http://schemas.microsoft.com/office/drawing/2014/main" id="{2205743D-F71A-4647-9BE4-2900BDA2582B}"/>
              </a:ext>
            </a:extLst>
          </p:cNvPr>
          <p:cNvSpPr>
            <a:spLocks xmlns:a="http://schemas.openxmlformats.org/drawingml/2006/main" noGrp="1"/>
          </p:cNvSpPr>
          <p:nvPr>
            <p:ph type="body" idx="19"/>
          </p:nvPr>
        </p:nvSpPr>
        <p:spPr>
          <a:xfrm xmlns:a="http://schemas.openxmlformats.org/drawingml/2006/main">
            <a:off x="6256781" y="1793081"/>
            <a:ext cx="2448306" cy="1320362"/>
          </a:xfrm>
        </p:spPr>
        <p:txBody>
          <a:bodyPr xmlns:a="http://schemas.openxmlformats.org/drawingml/2006/main" wrap="square">
            <a:spAutoFit/>
          </a:bodyPr>
          <a:lstStyle xmlns:a="http://schemas.openxmlformats.org/drawingml/2006/main">
            <a:lvl1pPr marL="0" indent="0">
              <a:buNone/>
              <a:defRPr sz="1500"/>
            </a:lvl1pPr>
            <a:lvl2pPr marL="0" indent="0">
              <a:buNone/>
              <a:defRPr sz="1350"/>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Tree>
  </p:cSld>
</p:sldLayout>
</file>

<file path=ppt/slideLayouts/slideLayout65.xml><?xml version="1.0" encoding="utf-8"?>
<p:sldLayout xmlns:p="http://schemas.openxmlformats.org/presentationml/2006/main" preserve="1">
  <p:cSld name="Four Column Bullet with Subtitles">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87A434B7-D4B9-4D45-A31C-F0CC4D227945}"/>
              </a:ext>
            </a:extLst>
          </p:cNvPr>
          <p:cNvSpPr>
            <a:spLocks xmlns:a="http://schemas.openxmlformats.org/drawingml/2006/main" noGrp="1"/>
          </p:cNvSpPr>
          <p:nvPr>
            <p:ph type="title" idx="0"/>
          </p:nvPr>
        </p:nvSpPr>
        <p:spPr>
          <a:xfrm xmlns:a="http://schemas.openxmlformats.org/drawingml/2006/main">
            <a:off x="441197" y="342900"/>
            <a:ext cx="8263890" cy="415499"/>
          </a:xfrm>
        </p:spPr>
        <p:txBody>
          <a:bodyPr xmlns:a="http://schemas.openxmlformats.org/drawingml/2006/main">
            <a:spAutoFit/>
          </a:bodyPr>
          <a:lstStyle xmlns:a="http://schemas.openxmlformats.org/drawingml/2006/main"/>
          <a:p xmlns:a="http://schemas.openxmlformats.org/drawingml/2006/main">
            <a:r>
              <a:t>Click to edit Master title style</a:t>
            </a:r>
          </a:p>
        </p:txBody>
      </p:sp>
      <p:sp>
        <p:nvSpPr>
          <p:cNvPr id="22" name="Text Placeholder 11">
            <a:extLst xmlns:a="http://schemas.openxmlformats.org/drawingml/2006/main">
              <a:ext uri="{FF2B5EF4-FFF2-40B4-BE49-F238E27FC236}">
                <a16:creationId xmlns:a16="http://schemas.microsoft.com/office/drawing/2014/main" id="{92783506-927E-48F7-8EFC-36257F3E2812}"/>
              </a:ext>
            </a:extLst>
          </p:cNvPr>
          <p:cNvSpPr>
            <a:spLocks xmlns:a="http://schemas.openxmlformats.org/drawingml/2006/main" noGrp="1"/>
          </p:cNvSpPr>
          <p:nvPr>
            <p:ph type="body" idx="16"/>
          </p:nvPr>
        </p:nvSpPr>
        <p:spPr>
          <a:xfrm xmlns:a="http://schemas.openxmlformats.org/drawingml/2006/main">
            <a:off x="438151" y="1078707"/>
            <a:ext cx="1899047" cy="461665"/>
          </a:xfrm>
        </p:spPr>
        <p:txBody>
          <a:bodyPr xmlns:a="http://schemas.openxmlformats.org/drawingml/2006/main" anchor="t"/>
          <a:lstStyle xmlns:a="http://schemas.openxmlformats.org/drawingml/2006/main">
            <a:lvl1pPr marL="0" indent="0">
              <a:spcBef>
                <a:spcPts val="0"/>
              </a:spcBef>
              <a:buNone/>
              <a:defRPr sz="15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23" name="Text Placeholder 7">
            <a:extLst xmlns:a="http://schemas.openxmlformats.org/drawingml/2006/main">
              <a:ext uri="{FF2B5EF4-FFF2-40B4-BE49-F238E27FC236}">
                <a16:creationId xmlns:a16="http://schemas.microsoft.com/office/drawing/2014/main" id="{FB6093D3-3EDF-4A80-8450-C5EBB1990775}"/>
              </a:ext>
            </a:extLst>
          </p:cNvPr>
          <p:cNvSpPr>
            <a:spLocks xmlns:a="http://schemas.openxmlformats.org/drawingml/2006/main" noGrp="1"/>
          </p:cNvSpPr>
          <p:nvPr>
            <p:ph type="body" idx="14"/>
          </p:nvPr>
        </p:nvSpPr>
        <p:spPr>
          <a:xfrm xmlns:a="http://schemas.openxmlformats.org/drawingml/2006/main">
            <a:off x="438151" y="1712337"/>
            <a:ext cx="1899047" cy="1274195"/>
          </a:xfrm>
        </p:spPr>
        <p:txBody>
          <a:bodyPr xmlns:a="http://schemas.openxmlformats.org/drawingml/2006/main" wrap="square">
            <a:spAutoFit/>
          </a:bodyPr>
          <a:lstStyle xmlns:a="http://schemas.openxmlformats.org/drawingml/2006/main">
            <a:lvl1pPr marL="0" indent="0">
              <a:buNone/>
              <a:defRPr sz="1350"/>
            </a:lvl1pPr>
            <a:lvl2pPr marL="0" indent="0">
              <a:buNone/>
              <a:defRPr sz="1200"/>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4" name="Text Placeholder 11">
            <a:extLst xmlns:a="http://schemas.openxmlformats.org/drawingml/2006/main">
              <a:ext uri="{FF2B5EF4-FFF2-40B4-BE49-F238E27FC236}">
                <a16:creationId xmlns:a16="http://schemas.microsoft.com/office/drawing/2014/main" id="{438D2C80-6884-451D-8D7D-B69022CCC5C4}"/>
              </a:ext>
            </a:extLst>
          </p:cNvPr>
          <p:cNvSpPr>
            <a:spLocks xmlns:a="http://schemas.openxmlformats.org/drawingml/2006/main" noGrp="1"/>
          </p:cNvSpPr>
          <p:nvPr>
            <p:ph type="body" idx="17"/>
          </p:nvPr>
        </p:nvSpPr>
        <p:spPr>
          <a:xfrm xmlns:a="http://schemas.openxmlformats.org/drawingml/2006/main">
            <a:off x="2559844" y="1078707"/>
            <a:ext cx="1900238" cy="461665"/>
          </a:xfrm>
        </p:spPr>
        <p:txBody>
          <a:bodyPr xmlns:a="http://schemas.openxmlformats.org/drawingml/2006/main" anchor="t"/>
          <a:lstStyle xmlns:a="http://schemas.openxmlformats.org/drawingml/2006/main">
            <a:lvl1pPr marL="0" indent="0">
              <a:spcBef>
                <a:spcPts val="0"/>
              </a:spcBef>
              <a:buNone/>
              <a:defRPr sz="15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25" name="Text Placeholder 9">
            <a:extLst xmlns:a="http://schemas.openxmlformats.org/drawingml/2006/main">
              <a:ext uri="{FF2B5EF4-FFF2-40B4-BE49-F238E27FC236}">
                <a16:creationId xmlns:a16="http://schemas.microsoft.com/office/drawing/2014/main" id="{7614A884-0AD6-4A85-A432-2B13E7464DA9}"/>
              </a:ext>
            </a:extLst>
          </p:cNvPr>
          <p:cNvSpPr>
            <a:spLocks xmlns:a="http://schemas.openxmlformats.org/drawingml/2006/main" noGrp="1"/>
          </p:cNvSpPr>
          <p:nvPr>
            <p:ph type="body" idx="15"/>
          </p:nvPr>
        </p:nvSpPr>
        <p:spPr>
          <a:xfrm xmlns:a="http://schemas.openxmlformats.org/drawingml/2006/main">
            <a:off x="2559844" y="1707357"/>
            <a:ext cx="1899047" cy="1274195"/>
          </a:xfrm>
        </p:spPr>
        <p:txBody>
          <a:bodyPr xmlns:a="http://schemas.openxmlformats.org/drawingml/2006/main" wrap="square">
            <a:spAutoFit/>
          </a:bodyPr>
          <a:lstStyle xmlns:a="http://schemas.openxmlformats.org/drawingml/2006/main">
            <a:lvl1pPr marL="0" indent="0">
              <a:buNone/>
              <a:defRPr sz="1350"/>
            </a:lvl1pPr>
            <a:lvl2pPr marL="0" indent="0">
              <a:buNone/>
              <a:defRPr sz="1200"/>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6" name="Text Placeholder 11">
            <a:extLst xmlns:a="http://schemas.openxmlformats.org/drawingml/2006/main">
              <a:ext uri="{FF2B5EF4-FFF2-40B4-BE49-F238E27FC236}">
                <a16:creationId xmlns:a16="http://schemas.microsoft.com/office/drawing/2014/main" id="{7D8FFDED-9FE5-4D94-8EB0-7D645C10FBFF}"/>
              </a:ext>
            </a:extLst>
          </p:cNvPr>
          <p:cNvSpPr>
            <a:spLocks xmlns:a="http://schemas.openxmlformats.org/drawingml/2006/main" noGrp="1"/>
          </p:cNvSpPr>
          <p:nvPr>
            <p:ph type="body" idx="18"/>
          </p:nvPr>
        </p:nvSpPr>
        <p:spPr>
          <a:xfrm xmlns:a="http://schemas.openxmlformats.org/drawingml/2006/main">
            <a:off x="4683157" y="1078707"/>
            <a:ext cx="1899047" cy="461665"/>
          </a:xfrm>
        </p:spPr>
        <p:txBody>
          <a:bodyPr xmlns:a="http://schemas.openxmlformats.org/drawingml/2006/main" anchor="t"/>
          <a:lstStyle xmlns:a="http://schemas.openxmlformats.org/drawingml/2006/main">
            <a:lvl1pPr marL="0" indent="0">
              <a:spcBef>
                <a:spcPts val="0"/>
              </a:spcBef>
              <a:buNone/>
              <a:defRPr sz="15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27" name="Text Placeholder 7">
            <a:extLst xmlns:a="http://schemas.openxmlformats.org/drawingml/2006/main">
              <a:ext uri="{FF2B5EF4-FFF2-40B4-BE49-F238E27FC236}">
                <a16:creationId xmlns:a16="http://schemas.microsoft.com/office/drawing/2014/main" id="{D429D954-9297-44FA-B7BD-56586012419C}"/>
              </a:ext>
            </a:extLst>
          </p:cNvPr>
          <p:cNvSpPr>
            <a:spLocks xmlns:a="http://schemas.openxmlformats.org/drawingml/2006/main" noGrp="1"/>
          </p:cNvSpPr>
          <p:nvPr>
            <p:ph type="body" idx="19"/>
          </p:nvPr>
        </p:nvSpPr>
        <p:spPr>
          <a:xfrm xmlns:a="http://schemas.openxmlformats.org/drawingml/2006/main">
            <a:off x="4683157" y="1712337"/>
            <a:ext cx="1899047" cy="1274195"/>
          </a:xfrm>
        </p:spPr>
        <p:txBody>
          <a:bodyPr xmlns:a="http://schemas.openxmlformats.org/drawingml/2006/main" wrap="square">
            <a:spAutoFit/>
          </a:bodyPr>
          <a:lstStyle xmlns:a="http://schemas.openxmlformats.org/drawingml/2006/main">
            <a:lvl1pPr marL="0" indent="0">
              <a:buNone/>
              <a:defRPr sz="1350"/>
            </a:lvl1pPr>
            <a:lvl2pPr marL="0" indent="0">
              <a:buNone/>
              <a:defRPr sz="1200"/>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8" name="Text Placeholder 11">
            <a:extLst xmlns:a="http://schemas.openxmlformats.org/drawingml/2006/main">
              <a:ext uri="{FF2B5EF4-FFF2-40B4-BE49-F238E27FC236}">
                <a16:creationId xmlns:a16="http://schemas.microsoft.com/office/drawing/2014/main" id="{04D43B0D-50F8-4F63-AFA3-34A46F42E816}"/>
              </a:ext>
            </a:extLst>
          </p:cNvPr>
          <p:cNvSpPr>
            <a:spLocks xmlns:a="http://schemas.openxmlformats.org/drawingml/2006/main" noGrp="1"/>
          </p:cNvSpPr>
          <p:nvPr>
            <p:ph type="body" idx="20"/>
          </p:nvPr>
        </p:nvSpPr>
        <p:spPr>
          <a:xfrm xmlns:a="http://schemas.openxmlformats.org/drawingml/2006/main">
            <a:off x="6804850" y="1078707"/>
            <a:ext cx="1900238" cy="461665"/>
          </a:xfrm>
        </p:spPr>
        <p:txBody>
          <a:bodyPr xmlns:a="http://schemas.openxmlformats.org/drawingml/2006/main" anchor="t"/>
          <a:lstStyle xmlns:a="http://schemas.openxmlformats.org/drawingml/2006/main">
            <a:lvl1pPr marL="0" indent="0">
              <a:spcBef>
                <a:spcPts val="0"/>
              </a:spcBef>
              <a:buNone/>
              <a:defRPr sz="15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29" name="Text Placeholder 9">
            <a:extLst xmlns:a="http://schemas.openxmlformats.org/drawingml/2006/main">
              <a:ext uri="{FF2B5EF4-FFF2-40B4-BE49-F238E27FC236}">
                <a16:creationId xmlns:a16="http://schemas.microsoft.com/office/drawing/2014/main" id="{804CEFDA-6A6F-42D3-B65C-4BE1054C905E}"/>
              </a:ext>
            </a:extLst>
          </p:cNvPr>
          <p:cNvSpPr>
            <a:spLocks xmlns:a="http://schemas.openxmlformats.org/drawingml/2006/main" noGrp="1"/>
          </p:cNvSpPr>
          <p:nvPr>
            <p:ph type="body" idx="21"/>
          </p:nvPr>
        </p:nvSpPr>
        <p:spPr>
          <a:xfrm xmlns:a="http://schemas.openxmlformats.org/drawingml/2006/main">
            <a:off x="6804850" y="1707357"/>
            <a:ext cx="1899047" cy="1274195"/>
          </a:xfrm>
        </p:spPr>
        <p:txBody>
          <a:bodyPr xmlns:a="http://schemas.openxmlformats.org/drawingml/2006/main" wrap="square">
            <a:spAutoFit/>
          </a:bodyPr>
          <a:lstStyle xmlns:a="http://schemas.openxmlformats.org/drawingml/2006/main">
            <a:lvl1pPr marL="0" indent="0">
              <a:buNone/>
              <a:defRPr sz="1350"/>
            </a:lvl1pPr>
            <a:lvl2pPr marL="0" indent="0">
              <a:buNone/>
              <a:defRPr sz="1200"/>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Tree>
  </p:cSld>
</p:sldLayout>
</file>

<file path=ppt/slideLayouts/slideLayout66.xml><?xml version="1.0" encoding="utf-8"?>
<p:sldLayout xmlns:p="http://schemas.openxmlformats.org/presentationml/2006/main" preserve="1">
  <p:cSld name="Five Column Bullet with Subtitles">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87A434B7-D4B9-4D45-A31C-F0CC4D227945}"/>
              </a:ext>
            </a:extLst>
          </p:cNvPr>
          <p:cNvSpPr>
            <a:spLocks xmlns:a="http://schemas.openxmlformats.org/drawingml/2006/main" noGrp="1"/>
          </p:cNvSpPr>
          <p:nvPr>
            <p:ph type="title" idx="0"/>
          </p:nvPr>
        </p:nvSpPr>
        <p:spPr>
          <a:xfrm xmlns:a="http://schemas.openxmlformats.org/drawingml/2006/main">
            <a:off x="441197" y="342900"/>
            <a:ext cx="8263890" cy="415499"/>
          </a:xfrm>
        </p:spPr>
        <p:txBody>
          <a:bodyPr xmlns:a="http://schemas.openxmlformats.org/drawingml/2006/main">
            <a:spAutoFit/>
          </a:bodyPr>
          <a:lstStyle xmlns:a="http://schemas.openxmlformats.org/drawingml/2006/main"/>
          <a:p xmlns:a="http://schemas.openxmlformats.org/drawingml/2006/main">
            <a:r>
              <a:t>Click to edit Master title style</a:t>
            </a:r>
          </a:p>
        </p:txBody>
      </p:sp>
      <p:sp>
        <p:nvSpPr>
          <p:cNvPr id="22" name="Text Placeholder 11">
            <a:extLst xmlns:a="http://schemas.openxmlformats.org/drawingml/2006/main">
              <a:ext uri="{FF2B5EF4-FFF2-40B4-BE49-F238E27FC236}">
                <a16:creationId xmlns:a16="http://schemas.microsoft.com/office/drawing/2014/main" id="{92783506-927E-48F7-8EFC-36257F3E2812}"/>
              </a:ext>
            </a:extLst>
          </p:cNvPr>
          <p:cNvSpPr>
            <a:spLocks xmlns:a="http://schemas.openxmlformats.org/drawingml/2006/main" noGrp="1"/>
          </p:cNvSpPr>
          <p:nvPr>
            <p:ph type="body" idx="16" hasCustomPrompt="1"/>
          </p:nvPr>
        </p:nvSpPr>
        <p:spPr>
          <a:xfrm xmlns:a="http://schemas.openxmlformats.org/drawingml/2006/main">
            <a:off x="438150" y="1078707"/>
            <a:ext cx="1474470" cy="369332"/>
          </a:xfrm>
        </p:spPr>
        <p:txBody>
          <a:bodyPr xmlns:a="http://schemas.openxmlformats.org/drawingml/2006/main" anchor="t"/>
          <a:lstStyle xmlns:a="http://schemas.openxmlformats.org/drawingml/2006/main">
            <a:lvl1pPr marL="0" indent="0">
              <a:spcBef>
                <a:spcPts val="0"/>
              </a:spcBef>
              <a:buNone/>
              <a:defRPr sz="1200">
                <a:solidFill>
                  <a:schemeClr val="tx1"/>
                </a:solidFill>
                <a:latin typeface="+mj-lt"/>
                <a:ea typeface="+mj-lt"/>
                <a:cs typeface="+mj-lt"/>
              </a:defRPr>
            </a:lvl1pPr>
          </a:lstStyle>
          <a:p xmlns:a="http://schemas.openxmlformats.org/drawingml/2006/main">
            <a:pPr marL="0" lvl="0" indent="0">
              <a:buNone/>
            </a:pPr>
            <a:r>
              <a:t>Click to edit text styles</a:t>
            </a:r>
          </a:p>
        </p:txBody>
      </p:sp>
      <p:sp>
        <p:nvSpPr>
          <p:cNvPr id="23" name="Text Placeholder 7">
            <a:extLst xmlns:a="http://schemas.openxmlformats.org/drawingml/2006/main">
              <a:ext uri="{FF2B5EF4-FFF2-40B4-BE49-F238E27FC236}">
                <a16:creationId xmlns:a16="http://schemas.microsoft.com/office/drawing/2014/main" id="{FB6093D3-3EDF-4A80-8450-C5EBB1990775}"/>
              </a:ext>
            </a:extLst>
          </p:cNvPr>
          <p:cNvSpPr>
            <a:spLocks xmlns:a="http://schemas.openxmlformats.org/drawingml/2006/main" noGrp="1"/>
          </p:cNvSpPr>
          <p:nvPr>
            <p:ph type="body" idx="14"/>
          </p:nvPr>
        </p:nvSpPr>
        <p:spPr>
          <a:xfrm xmlns:a="http://schemas.openxmlformats.org/drawingml/2006/main">
            <a:off x="438150" y="1712337"/>
            <a:ext cx="1474470" cy="1089529"/>
          </a:xfrm>
        </p:spPr>
        <p:txBody>
          <a:bodyPr xmlns:a="http://schemas.openxmlformats.org/drawingml/2006/main" wrap="square">
            <a:spAutoFit/>
          </a:bodyPr>
          <a:lstStyle xmlns:a="http://schemas.openxmlformats.org/drawingml/2006/main">
            <a:lvl1pPr marL="0" indent="0">
              <a:buNone/>
              <a:defRPr sz="1125"/>
            </a:lvl1pPr>
            <a:lvl2pPr marL="0" indent="0">
              <a:buNone/>
              <a:defRPr sz="1050"/>
            </a:lvl2pPr>
            <a:lvl3pPr marL="0" indent="0">
              <a:buNone/>
              <a:defRPr sz="1050"/>
            </a:lvl3pPr>
            <a:lvl4pPr marL="0" indent="0">
              <a:buNone/>
              <a:defRPr sz="900"/>
            </a:lvl4pPr>
            <a:lvl5pPr marL="0" indent="0">
              <a:buNone/>
              <a:defRPr sz="900"/>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4" name="Text Placeholder 11">
            <a:extLst xmlns:a="http://schemas.openxmlformats.org/drawingml/2006/main">
              <a:ext uri="{FF2B5EF4-FFF2-40B4-BE49-F238E27FC236}">
                <a16:creationId xmlns:a16="http://schemas.microsoft.com/office/drawing/2014/main" id="{438D2C80-6884-451D-8D7D-B69022CCC5C4}"/>
              </a:ext>
            </a:extLst>
          </p:cNvPr>
          <p:cNvSpPr>
            <a:spLocks xmlns:a="http://schemas.openxmlformats.org/drawingml/2006/main" noGrp="1"/>
          </p:cNvSpPr>
          <p:nvPr>
            <p:ph type="body" idx="17" hasCustomPrompt="1"/>
          </p:nvPr>
        </p:nvSpPr>
        <p:spPr>
          <a:xfrm xmlns:a="http://schemas.openxmlformats.org/drawingml/2006/main">
            <a:off x="2136755" y="1078707"/>
            <a:ext cx="1474470" cy="369332"/>
          </a:xfrm>
        </p:spPr>
        <p:txBody>
          <a:bodyPr xmlns:a="http://schemas.openxmlformats.org/drawingml/2006/main" anchor="t"/>
          <a:lstStyle xmlns:a="http://schemas.openxmlformats.org/drawingml/2006/main">
            <a:lvl1pPr marL="0" indent="0">
              <a:spcBef>
                <a:spcPts val="0"/>
              </a:spcBef>
              <a:buNone/>
              <a:defRPr sz="1200">
                <a:solidFill>
                  <a:schemeClr val="tx1"/>
                </a:solidFill>
                <a:latin typeface="+mj-lt"/>
                <a:ea typeface="+mj-lt"/>
                <a:cs typeface="+mj-lt"/>
              </a:defRPr>
            </a:lvl1pPr>
          </a:lstStyle>
          <a:p xmlns:a="http://schemas.openxmlformats.org/drawingml/2006/main">
            <a:pPr marL="0" lvl="0" indent="0">
              <a:buNone/>
            </a:pPr>
            <a:r>
              <a:t>Click to edit text styles</a:t>
            </a:r>
          </a:p>
        </p:txBody>
      </p:sp>
      <p:sp>
        <p:nvSpPr>
          <p:cNvPr id="25" name="Text Placeholder 9">
            <a:extLst xmlns:a="http://schemas.openxmlformats.org/drawingml/2006/main">
              <a:ext uri="{FF2B5EF4-FFF2-40B4-BE49-F238E27FC236}">
                <a16:creationId xmlns:a16="http://schemas.microsoft.com/office/drawing/2014/main" id="{7614A884-0AD6-4A85-A432-2B13E7464DA9}"/>
              </a:ext>
            </a:extLst>
          </p:cNvPr>
          <p:cNvSpPr>
            <a:spLocks xmlns:a="http://schemas.openxmlformats.org/drawingml/2006/main" noGrp="1"/>
          </p:cNvSpPr>
          <p:nvPr>
            <p:ph type="body" idx="15"/>
          </p:nvPr>
        </p:nvSpPr>
        <p:spPr>
          <a:xfrm xmlns:a="http://schemas.openxmlformats.org/drawingml/2006/main">
            <a:off x="2136755" y="1707357"/>
            <a:ext cx="1474470" cy="1089529"/>
          </a:xfrm>
        </p:spPr>
        <p:txBody>
          <a:bodyPr xmlns:a="http://schemas.openxmlformats.org/drawingml/2006/main" wrap="square">
            <a:spAutoFit/>
          </a:bodyPr>
          <a:lstStyle xmlns:a="http://schemas.openxmlformats.org/drawingml/2006/main">
            <a:lvl1pPr marL="0" indent="0">
              <a:buNone/>
              <a:defRPr sz="1125"/>
            </a:lvl1pPr>
            <a:lvl2pPr marL="0" indent="0">
              <a:buNone/>
              <a:defRPr sz="1050"/>
            </a:lvl2pPr>
            <a:lvl3pPr marL="0" indent="0">
              <a:buNone/>
              <a:defRPr sz="1050"/>
            </a:lvl3pPr>
            <a:lvl4pPr marL="0" indent="0">
              <a:buNone/>
              <a:defRPr sz="900"/>
            </a:lvl4pPr>
            <a:lvl5pPr marL="0" indent="0">
              <a:buNone/>
              <a:defRPr sz="900"/>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6" name="Text Placeholder 11">
            <a:extLst xmlns:a="http://schemas.openxmlformats.org/drawingml/2006/main">
              <a:ext uri="{FF2B5EF4-FFF2-40B4-BE49-F238E27FC236}">
                <a16:creationId xmlns:a16="http://schemas.microsoft.com/office/drawing/2014/main" id="{7D8FFDED-9FE5-4D94-8EB0-7D645C10FBFF}"/>
              </a:ext>
            </a:extLst>
          </p:cNvPr>
          <p:cNvSpPr>
            <a:spLocks xmlns:a="http://schemas.openxmlformats.org/drawingml/2006/main" noGrp="1"/>
          </p:cNvSpPr>
          <p:nvPr>
            <p:ph type="body" idx="18" hasCustomPrompt="1"/>
          </p:nvPr>
        </p:nvSpPr>
        <p:spPr>
          <a:xfrm xmlns:a="http://schemas.openxmlformats.org/drawingml/2006/main">
            <a:off x="3835361" y="1078707"/>
            <a:ext cx="1474470" cy="369332"/>
          </a:xfrm>
        </p:spPr>
        <p:txBody>
          <a:bodyPr xmlns:a="http://schemas.openxmlformats.org/drawingml/2006/main" anchor="t"/>
          <a:lstStyle xmlns:a="http://schemas.openxmlformats.org/drawingml/2006/main">
            <a:lvl1pPr marL="0" indent="0">
              <a:spcBef>
                <a:spcPts val="0"/>
              </a:spcBef>
              <a:buNone/>
              <a:defRPr sz="1200">
                <a:solidFill>
                  <a:schemeClr val="tx1"/>
                </a:solidFill>
                <a:latin typeface="+mj-lt"/>
                <a:ea typeface="+mj-lt"/>
                <a:cs typeface="+mj-lt"/>
              </a:defRPr>
            </a:lvl1pPr>
          </a:lstStyle>
          <a:p xmlns:a="http://schemas.openxmlformats.org/drawingml/2006/main">
            <a:pPr marL="0" lvl="0" indent="0">
              <a:buNone/>
            </a:pPr>
            <a:r>
              <a:t>Click to edit text styles</a:t>
            </a:r>
          </a:p>
        </p:txBody>
      </p:sp>
      <p:sp>
        <p:nvSpPr>
          <p:cNvPr id="27" name="Text Placeholder 7">
            <a:extLst xmlns:a="http://schemas.openxmlformats.org/drawingml/2006/main">
              <a:ext uri="{FF2B5EF4-FFF2-40B4-BE49-F238E27FC236}">
                <a16:creationId xmlns:a16="http://schemas.microsoft.com/office/drawing/2014/main" id="{D429D954-9297-44FA-B7BD-56586012419C}"/>
              </a:ext>
            </a:extLst>
          </p:cNvPr>
          <p:cNvSpPr>
            <a:spLocks xmlns:a="http://schemas.openxmlformats.org/drawingml/2006/main" noGrp="1"/>
          </p:cNvSpPr>
          <p:nvPr>
            <p:ph type="body" idx="19"/>
          </p:nvPr>
        </p:nvSpPr>
        <p:spPr>
          <a:xfrm xmlns:a="http://schemas.openxmlformats.org/drawingml/2006/main">
            <a:off x="3835361" y="1712337"/>
            <a:ext cx="1474470" cy="1089529"/>
          </a:xfrm>
        </p:spPr>
        <p:txBody>
          <a:bodyPr xmlns:a="http://schemas.openxmlformats.org/drawingml/2006/main" wrap="square">
            <a:spAutoFit/>
          </a:bodyPr>
          <a:lstStyle xmlns:a="http://schemas.openxmlformats.org/drawingml/2006/main">
            <a:lvl1pPr marL="0" indent="0">
              <a:buNone/>
              <a:defRPr sz="1125"/>
            </a:lvl1pPr>
            <a:lvl2pPr marL="0" indent="0">
              <a:buNone/>
              <a:defRPr sz="1050"/>
            </a:lvl2pPr>
            <a:lvl3pPr marL="0" indent="0">
              <a:buNone/>
              <a:defRPr sz="1050"/>
            </a:lvl3pPr>
            <a:lvl4pPr marL="0" indent="0">
              <a:buNone/>
              <a:defRPr sz="900"/>
            </a:lvl4pPr>
            <a:lvl5pPr marL="0" indent="0">
              <a:buNone/>
              <a:defRPr sz="900"/>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8" name="Text Placeholder 11">
            <a:extLst xmlns:a="http://schemas.openxmlformats.org/drawingml/2006/main">
              <a:ext uri="{FF2B5EF4-FFF2-40B4-BE49-F238E27FC236}">
                <a16:creationId xmlns:a16="http://schemas.microsoft.com/office/drawing/2014/main" id="{04D43B0D-50F8-4F63-AFA3-34A46F42E816}"/>
              </a:ext>
            </a:extLst>
          </p:cNvPr>
          <p:cNvSpPr>
            <a:spLocks xmlns:a="http://schemas.openxmlformats.org/drawingml/2006/main" noGrp="1"/>
          </p:cNvSpPr>
          <p:nvPr>
            <p:ph type="body" idx="20" hasCustomPrompt="1"/>
          </p:nvPr>
        </p:nvSpPr>
        <p:spPr>
          <a:xfrm xmlns:a="http://schemas.openxmlformats.org/drawingml/2006/main">
            <a:off x="5533966" y="1078707"/>
            <a:ext cx="1474470" cy="369332"/>
          </a:xfrm>
        </p:spPr>
        <p:txBody>
          <a:bodyPr xmlns:a="http://schemas.openxmlformats.org/drawingml/2006/main" anchor="t"/>
          <a:lstStyle xmlns:a="http://schemas.openxmlformats.org/drawingml/2006/main">
            <a:lvl1pPr marL="0" indent="0">
              <a:spcBef>
                <a:spcPts val="0"/>
              </a:spcBef>
              <a:buNone/>
              <a:defRPr sz="1200">
                <a:solidFill>
                  <a:schemeClr val="tx1"/>
                </a:solidFill>
                <a:latin typeface="+mj-lt"/>
                <a:ea typeface="+mj-lt"/>
                <a:cs typeface="+mj-lt"/>
              </a:defRPr>
            </a:lvl1pPr>
          </a:lstStyle>
          <a:p xmlns:a="http://schemas.openxmlformats.org/drawingml/2006/main">
            <a:pPr marL="0" lvl="0" indent="0">
              <a:buNone/>
            </a:pPr>
            <a:r>
              <a:t>Click to edit text styles</a:t>
            </a:r>
          </a:p>
        </p:txBody>
      </p:sp>
      <p:sp>
        <p:nvSpPr>
          <p:cNvPr id="29" name="Text Placeholder 9">
            <a:extLst xmlns:a="http://schemas.openxmlformats.org/drawingml/2006/main">
              <a:ext uri="{FF2B5EF4-FFF2-40B4-BE49-F238E27FC236}">
                <a16:creationId xmlns:a16="http://schemas.microsoft.com/office/drawing/2014/main" id="{804CEFDA-6A6F-42D3-B65C-4BE1054C905E}"/>
              </a:ext>
            </a:extLst>
          </p:cNvPr>
          <p:cNvSpPr>
            <a:spLocks xmlns:a="http://schemas.openxmlformats.org/drawingml/2006/main" noGrp="1"/>
          </p:cNvSpPr>
          <p:nvPr>
            <p:ph type="body" idx="21"/>
          </p:nvPr>
        </p:nvSpPr>
        <p:spPr>
          <a:xfrm xmlns:a="http://schemas.openxmlformats.org/drawingml/2006/main">
            <a:off x="5533966" y="1707357"/>
            <a:ext cx="1474470" cy="1089529"/>
          </a:xfrm>
        </p:spPr>
        <p:txBody>
          <a:bodyPr xmlns:a="http://schemas.openxmlformats.org/drawingml/2006/main" wrap="square">
            <a:spAutoFit/>
          </a:bodyPr>
          <a:lstStyle xmlns:a="http://schemas.openxmlformats.org/drawingml/2006/main">
            <a:lvl1pPr marL="0" indent="0">
              <a:buNone/>
              <a:defRPr sz="1125"/>
            </a:lvl1pPr>
            <a:lvl2pPr marL="0" indent="0">
              <a:buNone/>
              <a:defRPr sz="1050"/>
            </a:lvl2pPr>
            <a:lvl3pPr marL="0" indent="0">
              <a:buNone/>
              <a:defRPr sz="1050"/>
            </a:lvl3pPr>
            <a:lvl4pPr marL="0" indent="0">
              <a:buNone/>
              <a:defRPr sz="900"/>
            </a:lvl4pPr>
            <a:lvl5pPr marL="0" indent="0">
              <a:buNone/>
              <a:defRPr sz="900"/>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11" name="Text Placeholder 11">
            <a:extLst xmlns:a="http://schemas.openxmlformats.org/drawingml/2006/main">
              <a:ext uri="{FF2B5EF4-FFF2-40B4-BE49-F238E27FC236}">
                <a16:creationId xmlns:a16="http://schemas.microsoft.com/office/drawing/2014/main" id="{540485AC-5036-400C-92C3-D3E9EC0252BC}"/>
              </a:ext>
            </a:extLst>
          </p:cNvPr>
          <p:cNvSpPr>
            <a:spLocks xmlns:a="http://schemas.openxmlformats.org/drawingml/2006/main" noGrp="1"/>
          </p:cNvSpPr>
          <p:nvPr>
            <p:ph type="body" idx="22" hasCustomPrompt="1"/>
          </p:nvPr>
        </p:nvSpPr>
        <p:spPr>
          <a:xfrm xmlns:a="http://schemas.openxmlformats.org/drawingml/2006/main">
            <a:off x="7232571" y="1078707"/>
            <a:ext cx="1474470" cy="369332"/>
          </a:xfrm>
        </p:spPr>
        <p:txBody>
          <a:bodyPr xmlns:a="http://schemas.openxmlformats.org/drawingml/2006/main" anchor="t"/>
          <a:lstStyle xmlns:a="http://schemas.openxmlformats.org/drawingml/2006/main">
            <a:lvl1pPr marL="0" indent="0">
              <a:spcBef>
                <a:spcPts val="0"/>
              </a:spcBef>
              <a:buNone/>
              <a:defRPr sz="1200">
                <a:solidFill>
                  <a:schemeClr val="tx1"/>
                </a:solidFill>
                <a:latin typeface="+mj-lt"/>
                <a:ea typeface="+mj-lt"/>
                <a:cs typeface="+mj-lt"/>
              </a:defRPr>
            </a:lvl1pPr>
          </a:lstStyle>
          <a:p xmlns:a="http://schemas.openxmlformats.org/drawingml/2006/main">
            <a:pPr marL="0" lvl="0" indent="0">
              <a:buNone/>
            </a:pPr>
            <a:r>
              <a:t>Click to edit text styles</a:t>
            </a:r>
          </a:p>
        </p:txBody>
      </p:sp>
      <p:sp>
        <p:nvSpPr>
          <p:cNvPr id="12" name="Text Placeholder 9">
            <a:extLst xmlns:a="http://schemas.openxmlformats.org/drawingml/2006/main">
              <a:ext uri="{FF2B5EF4-FFF2-40B4-BE49-F238E27FC236}">
                <a16:creationId xmlns:a16="http://schemas.microsoft.com/office/drawing/2014/main" id="{F90290A2-7689-4DF5-971A-36C2D9173411}"/>
              </a:ext>
            </a:extLst>
          </p:cNvPr>
          <p:cNvSpPr>
            <a:spLocks xmlns:a="http://schemas.openxmlformats.org/drawingml/2006/main" noGrp="1"/>
          </p:cNvSpPr>
          <p:nvPr>
            <p:ph type="body" idx="23"/>
          </p:nvPr>
        </p:nvSpPr>
        <p:spPr>
          <a:xfrm xmlns:a="http://schemas.openxmlformats.org/drawingml/2006/main">
            <a:off x="7232571" y="1707357"/>
            <a:ext cx="1474470" cy="1089529"/>
          </a:xfrm>
        </p:spPr>
        <p:txBody>
          <a:bodyPr xmlns:a="http://schemas.openxmlformats.org/drawingml/2006/main" wrap="square">
            <a:spAutoFit/>
          </a:bodyPr>
          <a:lstStyle xmlns:a="http://schemas.openxmlformats.org/drawingml/2006/main">
            <a:lvl1pPr marL="0" indent="0">
              <a:buNone/>
              <a:defRPr sz="1125"/>
            </a:lvl1pPr>
            <a:lvl2pPr marL="0" indent="0">
              <a:buNone/>
              <a:defRPr sz="1050"/>
            </a:lvl2pPr>
            <a:lvl3pPr marL="0" indent="0">
              <a:buNone/>
              <a:defRPr sz="1050"/>
            </a:lvl3pPr>
            <a:lvl4pPr marL="0" indent="0">
              <a:buNone/>
              <a:defRPr sz="900"/>
            </a:lvl4pPr>
            <a:lvl5pPr marL="0" indent="0">
              <a:buNone/>
              <a:defRPr sz="900"/>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Tree>
  </p:cSld>
</p:sldLayout>
</file>

<file path=ppt/slideLayouts/slideLayout67.xml><?xml version="1.0" encoding="utf-8"?>
<p:sldLayout xmlns:p="http://schemas.openxmlformats.org/presentationml/2006/main"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0AAD849-7CFE-4AF7-A7C5-6BBD50C88C1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Tree>
  </p:cSld>
</p:sldLayout>
</file>

<file path=ppt/slideLayouts/slideLayout68.xml><?xml version="1.0" encoding="utf-8"?>
<p:sldLayout xmlns:p="http://schemas.openxmlformats.org/presentationml/2006/main" preserve="1">
  <p:cSld name="Title Only - left side ">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0AAD849-7CFE-4AF7-A7C5-6BBD50C88C1A}"/>
              </a:ext>
            </a:extLst>
          </p:cNvPr>
          <p:cNvSpPr>
            <a:spLocks xmlns:a="http://schemas.openxmlformats.org/drawingml/2006/main" noGrp="1"/>
          </p:cNvSpPr>
          <p:nvPr>
            <p:ph type="title" idx="0"/>
          </p:nvPr>
        </p:nvSpPr>
        <p:spPr>
          <a:xfrm xmlns:a="http://schemas.openxmlformats.org/drawingml/2006/main">
            <a:off x="441198" y="2156252"/>
            <a:ext cx="3095769" cy="830997"/>
          </a:xfrm>
        </p:spPr>
        <p:txBody>
          <a:bodyPr xmlns:a="http://schemas.openxmlformats.org/drawingml/2006/main" wrap="square" anchor="ctr">
            <a:spAutoFit/>
          </a:bodyPr>
          <a:lstStyle xmlns:a="http://schemas.openxmlformats.org/drawingml/2006/main"/>
          <a:p xmlns:a="http://schemas.openxmlformats.org/drawingml/2006/main">
            <a:r>
              <a:t>Click to edit Master title style</a:t>
            </a:r>
          </a:p>
        </p:txBody>
      </p:sp>
    </p:spTree>
  </p:cSld>
</p:sldLayout>
</file>

<file path=ppt/slideLayouts/slideLayout69.xml><?xml version="1.0" encoding="utf-8"?>
<p:sldLayout xmlns:p="http://schemas.openxmlformats.org/presentationml/2006/main" preserve="1">
  <p:cSld name="Small title - half page">
    <p:spTree>
      <p:nvGrpSpPr>
        <p:cNvPr id="1" name=""/>
        <p:cNvGrpSpPr/>
        <p:nvPr/>
      </p:nvGrpSpPr>
      <p:grpSpPr>
        <a:xfrm xmlns:a="http://schemas.openxmlformats.org/drawingml/2006/main"/>
      </p:grpSpPr>
      <p:sp>
        <p:nvSpPr>
          <p:cNvPr id="2" name="Title 2">
            <a:extLst xmlns:a="http://schemas.openxmlformats.org/drawingml/2006/main">
              <a:ext uri="{FF2B5EF4-FFF2-40B4-BE49-F238E27FC236}">
                <a16:creationId xmlns:a16="http://schemas.microsoft.com/office/drawing/2014/main" id="{4B2500C4-B436-4E3A-8A91-A02448A774DB}"/>
              </a:ext>
            </a:extLst>
          </p:cNvPr>
          <p:cNvSpPr>
            <a:spLocks xmlns:a="http://schemas.openxmlformats.org/drawingml/2006/main" noGrp="1"/>
          </p:cNvSpPr>
          <p:nvPr>
            <p:ph type="title" idx="0"/>
          </p:nvPr>
        </p:nvSpPr>
        <p:spPr>
          <a:xfrm xmlns:a="http://schemas.openxmlformats.org/drawingml/2006/main">
            <a:off x="438151" y="342900"/>
            <a:ext cx="4131314" cy="295466"/>
          </a:xfrm>
        </p:spPr>
        <p:txBody>
          <a:bodyPr xmlns:a="http://schemas.openxmlformats.org/drawingml/2006/main" tIns="64008"/>
          <a:lstStyle xmlns:a="http://schemas.openxmlformats.org/drawingml/2006/main">
            <a:lvl1pPr marL="0" indent="0">
              <a:buNone/>
              <a:defRPr sz="1500" spc="0">
                <a:latin typeface="+mj-lt"/>
                <a:ea typeface="+mj-lt"/>
                <a:cs typeface="+mj-lt"/>
              </a:defRPr>
            </a:lvl1pPr>
          </a:lstStyle>
          <a:p xmlns:a="http://schemas.openxmlformats.org/drawingml/2006/main">
            <a:r>
              <a:t>Click to edit Master title style</a:t>
            </a:r>
          </a:p>
        </p:txBody>
      </p:sp>
    </p:spTree>
  </p:cSld>
</p:sldLayout>
</file>

<file path=ppt/slideLayouts/slideLayout70.xml><?xml version="1.0" encoding="utf-8"?>
<p:sldLayout xmlns:p="http://schemas.openxmlformats.org/presentationml/2006/main" preserve="1">
  <p:cSld name="Blank">
    <p:spTree>
      <p:nvGrpSpPr>
        <p:cNvPr id="1" name=""/>
        <p:cNvGrpSpPr/>
        <p:nvPr/>
      </p:nvGrpSpPr>
      <p:grpSpPr>
        <a:xfrm xmlns:a="http://schemas.openxmlformats.org/drawingml/2006/main"/>
      </p:grpSpPr>
    </p:spTree>
  </p:cSld>
</p:sldLayout>
</file>

<file path=ppt/slideLayouts/slideLayout71.xml><?xml version="1.0" encoding="utf-8"?>
<p:sldLayout xmlns:p="http://schemas.openxmlformats.org/presentationml/2006/main" preserve="1" userDrawn="1">
  <p:cSld name="Walkin">
    <p:bg>
      <p:bgPr>
        <a:blipFill xmlns:a="http://schemas.openxmlformats.org/drawingml/2006/main" rotWithShape="1">
          <a:blip xmlns:r="http://schemas.openxmlformats.org/officeDocument/2006/relationships" r:embed="Rabef8dea37294e96">
            <a:lum/>
          </a:blip>
          <a:srcRect l="0" t="0" r="0" b="0"/>
          <a:stretch>
            <a:fillRect l="0" t="0" r="0" b="0"/>
          </a:stretch>
        </a:blipFill>
      </p:bgPr>
    </p:bg>
    <p:spTree>
      <p:nvGrpSpPr>
        <p:cNvPr id="1" name=""/>
        <p:cNvGrpSpPr/>
        <p:nvPr/>
      </p:nvGrpSpPr>
      <p:grpSpPr>
        <a:xfrm xmlns:a="http://schemas.openxmlformats.org/drawingml/2006/main"/>
      </p:grpSpPr>
      <p:pic>
        <p:nvPicPr>
          <p:cNvPr id="2" name="MS logo white - EMF">
            <a:extLst xmlns:a="http://schemas.openxmlformats.org/drawingml/2006/main">
              <a:ext uri="{FF2B5EF4-FFF2-40B4-BE49-F238E27FC236}">
                <a16:creationId xmlns:a16="http://schemas.microsoft.com/office/drawing/2014/main" id="{7A2F82FE-145C-4F3E-B3DB-BCBF09028913}"/>
              </a:ext>
            </a:extLst>
          </p:cNvPr>
          <p:cNvPicPr>
            <a:picLocks xmlns:a="http://schemas.openxmlformats.org/drawingml/2006/main" noChangeAspect="1"/>
          </p:cNvPicPr>
          <p:nvPr/>
        </p:nvPicPr>
        <p:blipFill>
          <a:blip xmlns:r="http://schemas.openxmlformats.org/officeDocument/2006/relationships" xmlns:a="http://schemas.openxmlformats.org/drawingml/2006/main" r:embed="R4f8f351b28f64369"/>
          <a:stretch xmlns:a="http://schemas.openxmlformats.org/drawingml/2006/main">
            <a:fillRect l="0" t="0" r="0" b="0"/>
          </a:stretch>
        </p:blipFill>
        <p:spPr>
          <a:xfrm xmlns:a="http://schemas.openxmlformats.org/drawingml/2006/main">
            <a:off x="438150" y="439341"/>
            <a:ext cx="1024684" cy="219456"/>
          </a:xfrm>
          <a:prstGeom xmlns:a="http://schemas.openxmlformats.org/drawingml/2006/main" prst="rect">
            <a:avLst/>
          </a:prstGeom>
        </p:spPr>
      </p:pic>
      <p:pic>
        <p:nvPicPr>
          <p:cNvPr id="6" name="Picture 5">
            <a:extLst xmlns:a="http://schemas.openxmlformats.org/drawingml/2006/main">
              <a:ext uri="{FF2B5EF4-FFF2-40B4-BE49-F238E27FC236}">
                <a16:creationId xmlns:a16="http://schemas.microsoft.com/office/drawing/2014/main" id="{60CD334E-5574-4CA6-B29F-8DEE0EB9F9F7}"/>
              </a:ext>
            </a:extLst>
          </p:cNvPr>
          <p:cNvPicPr>
            <a:picLocks xmlns:a="http://schemas.openxmlformats.org/drawingml/2006/main" noChangeAspect="1"/>
          </p:cNvPicPr>
          <p:nvPr/>
        </p:nvPicPr>
        <p:blipFill>
          <a:blip xmlns:r="http://schemas.openxmlformats.org/officeDocument/2006/relationships" xmlns:a="http://schemas.openxmlformats.org/drawingml/2006/main" r:embed="R5be996299dff4448"/>
          <a:stretch xmlns:a="http://schemas.openxmlformats.org/drawingml/2006/main">
            <a:fillRect l="0" t="0" r="0" b="0"/>
          </a:stretch>
        </p:blipFill>
        <p:spPr>
          <a:xfrm xmlns:a="http://schemas.openxmlformats.org/drawingml/2006/main">
            <a:off x="191693" y="915842"/>
            <a:ext cx="6393971" cy="3197519"/>
          </a:xfrm>
          <a:prstGeom xmlns:a="http://schemas.openxmlformats.org/drawingml/2006/main" prst="rect">
            <a:avLst/>
          </a:prstGeom>
        </p:spPr>
      </p:pic>
      <p:sp>
        <p:nvSpPr>
          <p:cNvPr id="7" name="TextBox 6">
            <a:extLst xmlns:a="http://schemas.openxmlformats.org/drawingml/2006/main">
              <a:ext uri="{FF2B5EF4-FFF2-40B4-BE49-F238E27FC236}">
                <a16:creationId xmlns:a16="http://schemas.microsoft.com/office/drawing/2014/main" id="{C6583BF4-1CDF-4F85-216A-F19FA38AFB06}"/>
              </a:ext>
            </a:extLst>
          </p:cNvPr>
          <p:cNvSpPr>
            <a:spLocks xmlns:a="http://schemas.openxmlformats.org/drawingml/2006/main" noGrp="1"/>
          </p:cNvSpPr>
          <p:nvPr/>
        </p:nvSpPr>
        <p:spPr>
          <a:xfrm xmlns:a="http://schemas.openxmlformats.org/drawingml/2006/main">
            <a:off x="453017" y="3909506"/>
            <a:ext cx="3622188" cy="317757"/>
          </a:xfrm>
          <a:custGeom xmlns:a="http://schemas.openxmlformats.org/drawingml/2006/main">
            <a:rect l="l" t="t" r="r" b="b"/>
            <a:pathLst>
              <a:path w="4829584" h="423676">
                <a:moveTo>
                  <a:pt x="3342456" y="238455"/>
                </a:moveTo>
                <a:lnTo>
                  <a:pt x="3342456" y="366052"/>
                </a:lnTo>
                <a:lnTo>
                  <a:pt x="3418740" y="366052"/>
                </a:lnTo>
                <a:cubicBezTo>
                  <a:pt x="3442887" y="366052"/>
                  <a:pt x="3461637" y="360518"/>
                  <a:pt x="3474992" y="349451"/>
                </a:cubicBezTo>
                <a:cubicBezTo>
                  <a:pt x="3488346" y="338383"/>
                  <a:pt x="3495023" y="322879"/>
                  <a:pt x="3495023" y="302939"/>
                </a:cubicBezTo>
                <a:cubicBezTo>
                  <a:pt x="3495023" y="282451"/>
                  <a:pt x="3488072" y="266581"/>
                  <a:pt x="3474169" y="255331"/>
                </a:cubicBezTo>
                <a:cubicBezTo>
                  <a:pt x="3460265" y="244080"/>
                  <a:pt x="3440508" y="238455"/>
                  <a:pt x="3414898" y="238455"/>
                </a:cubicBezTo>
                <a:close/>
                <a:moveTo>
                  <a:pt x="2091668" y="173971"/>
                </a:moveTo>
                <a:cubicBezTo>
                  <a:pt x="2070264" y="173971"/>
                  <a:pt x="2053754" y="182523"/>
                  <a:pt x="2042138" y="199627"/>
                </a:cubicBezTo>
                <a:cubicBezTo>
                  <a:pt x="2030522" y="216732"/>
                  <a:pt x="2024713" y="241108"/>
                  <a:pt x="2024713" y="272755"/>
                </a:cubicBezTo>
                <a:cubicBezTo>
                  <a:pt x="2024713" y="304220"/>
                  <a:pt x="2030522" y="328550"/>
                  <a:pt x="2042138" y="345746"/>
                </a:cubicBezTo>
                <a:cubicBezTo>
                  <a:pt x="2053754" y="362942"/>
                  <a:pt x="2070264" y="371540"/>
                  <a:pt x="2091668" y="371540"/>
                </a:cubicBezTo>
                <a:cubicBezTo>
                  <a:pt x="2113070" y="371540"/>
                  <a:pt x="2129581" y="362942"/>
                  <a:pt x="2141197" y="345746"/>
                </a:cubicBezTo>
                <a:cubicBezTo>
                  <a:pt x="2152813" y="328550"/>
                  <a:pt x="2158621" y="304220"/>
                  <a:pt x="2158622" y="272755"/>
                </a:cubicBezTo>
                <a:cubicBezTo>
                  <a:pt x="2158621" y="241108"/>
                  <a:pt x="2152813" y="216732"/>
                  <a:pt x="2141197" y="199627"/>
                </a:cubicBezTo>
                <a:cubicBezTo>
                  <a:pt x="2129581" y="182523"/>
                  <a:pt x="2113070" y="173971"/>
                  <a:pt x="2091668" y="173971"/>
                </a:cubicBezTo>
                <a:close/>
                <a:moveTo>
                  <a:pt x="1443967" y="173971"/>
                </a:moveTo>
                <a:cubicBezTo>
                  <a:pt x="1422564" y="173971"/>
                  <a:pt x="1406054" y="182523"/>
                  <a:pt x="1394438" y="199627"/>
                </a:cubicBezTo>
                <a:cubicBezTo>
                  <a:pt x="1382821" y="216732"/>
                  <a:pt x="1377014" y="241108"/>
                  <a:pt x="1377014" y="272755"/>
                </a:cubicBezTo>
                <a:cubicBezTo>
                  <a:pt x="1377014" y="304220"/>
                  <a:pt x="1382821" y="328550"/>
                  <a:pt x="1394438" y="345746"/>
                </a:cubicBezTo>
                <a:cubicBezTo>
                  <a:pt x="1406054" y="362942"/>
                  <a:pt x="1422564" y="371540"/>
                  <a:pt x="1443967" y="371540"/>
                </a:cubicBezTo>
                <a:cubicBezTo>
                  <a:pt x="1465371" y="371540"/>
                  <a:pt x="1481881" y="362942"/>
                  <a:pt x="1493497" y="345746"/>
                </a:cubicBezTo>
                <a:cubicBezTo>
                  <a:pt x="1505113" y="328550"/>
                  <a:pt x="1510922" y="304220"/>
                  <a:pt x="1510922" y="272755"/>
                </a:cubicBezTo>
                <a:cubicBezTo>
                  <a:pt x="1510922" y="241108"/>
                  <a:pt x="1505113" y="216732"/>
                  <a:pt x="1493497" y="199627"/>
                </a:cubicBezTo>
                <a:cubicBezTo>
                  <a:pt x="1481881" y="182523"/>
                  <a:pt x="1465371" y="173971"/>
                  <a:pt x="1443967" y="173971"/>
                </a:cubicBezTo>
                <a:close/>
                <a:moveTo>
                  <a:pt x="4701713" y="171227"/>
                </a:moveTo>
                <a:cubicBezTo>
                  <a:pt x="4678297" y="171227"/>
                  <a:pt x="4660552" y="180007"/>
                  <a:pt x="4648479" y="197569"/>
                </a:cubicBezTo>
                <a:cubicBezTo>
                  <a:pt x="4636405" y="215131"/>
                  <a:pt x="4630368" y="241108"/>
                  <a:pt x="4630368" y="275499"/>
                </a:cubicBezTo>
                <a:cubicBezTo>
                  <a:pt x="4630368" y="308062"/>
                  <a:pt x="4636405" y="332666"/>
                  <a:pt x="4648479" y="349313"/>
                </a:cubicBezTo>
                <a:cubicBezTo>
                  <a:pt x="4660552" y="365960"/>
                  <a:pt x="4678297" y="374284"/>
                  <a:pt x="4701713" y="374284"/>
                </a:cubicBezTo>
                <a:cubicBezTo>
                  <a:pt x="4724579" y="374284"/>
                  <a:pt x="4741913" y="366509"/>
                  <a:pt x="4753712" y="350960"/>
                </a:cubicBezTo>
                <a:cubicBezTo>
                  <a:pt x="4765511" y="335410"/>
                  <a:pt x="4771411" y="312635"/>
                  <a:pt x="4771411" y="282634"/>
                </a:cubicBezTo>
                <a:lnTo>
                  <a:pt x="4771411" y="262877"/>
                </a:lnTo>
                <a:cubicBezTo>
                  <a:pt x="4771411" y="232876"/>
                  <a:pt x="4765511" y="210100"/>
                  <a:pt x="4753712" y="194551"/>
                </a:cubicBezTo>
                <a:cubicBezTo>
                  <a:pt x="4741913" y="179001"/>
                  <a:pt x="4724579" y="171227"/>
                  <a:pt x="4701713" y="171227"/>
                </a:cubicBezTo>
                <a:close/>
                <a:moveTo>
                  <a:pt x="3959069" y="127322"/>
                </a:moveTo>
                <a:lnTo>
                  <a:pt x="4111637" y="127322"/>
                </a:lnTo>
                <a:lnTo>
                  <a:pt x="4111637" y="143786"/>
                </a:lnTo>
                <a:lnTo>
                  <a:pt x="4111637" y="178361"/>
                </a:lnTo>
                <a:lnTo>
                  <a:pt x="4111637" y="367149"/>
                </a:lnTo>
                <a:lnTo>
                  <a:pt x="4201092" y="367149"/>
                </a:lnTo>
                <a:lnTo>
                  <a:pt x="4201092" y="418188"/>
                </a:lnTo>
                <a:lnTo>
                  <a:pt x="4111637" y="418188"/>
                </a:lnTo>
                <a:lnTo>
                  <a:pt x="4106149" y="418188"/>
                </a:lnTo>
                <a:lnTo>
                  <a:pt x="4058952" y="418188"/>
                </a:lnTo>
                <a:lnTo>
                  <a:pt x="4053463" y="418188"/>
                </a:lnTo>
                <a:lnTo>
                  <a:pt x="3942605" y="418188"/>
                </a:lnTo>
                <a:lnTo>
                  <a:pt x="3942605" y="367149"/>
                </a:lnTo>
                <a:lnTo>
                  <a:pt x="4053463" y="367149"/>
                </a:lnTo>
                <a:lnTo>
                  <a:pt x="4053463" y="178361"/>
                </a:lnTo>
                <a:lnTo>
                  <a:pt x="3959069" y="178361"/>
                </a:lnTo>
                <a:close/>
                <a:moveTo>
                  <a:pt x="3605389" y="127322"/>
                </a:moveTo>
                <a:lnTo>
                  <a:pt x="3663562" y="127322"/>
                </a:lnTo>
                <a:lnTo>
                  <a:pt x="3663562" y="319404"/>
                </a:lnTo>
                <a:cubicBezTo>
                  <a:pt x="3663562" y="336051"/>
                  <a:pt x="3668318" y="348902"/>
                  <a:pt x="3677831" y="357957"/>
                </a:cubicBezTo>
                <a:cubicBezTo>
                  <a:pt x="3687343" y="367012"/>
                  <a:pt x="3700698" y="371540"/>
                  <a:pt x="3717893" y="371540"/>
                </a:cubicBezTo>
                <a:cubicBezTo>
                  <a:pt x="3739114" y="371540"/>
                  <a:pt x="3755120" y="364817"/>
                  <a:pt x="3765914" y="351371"/>
                </a:cubicBezTo>
                <a:cubicBezTo>
                  <a:pt x="3776707" y="337926"/>
                  <a:pt x="3782103" y="315379"/>
                  <a:pt x="3782103" y="283731"/>
                </a:cubicBezTo>
                <a:lnTo>
                  <a:pt x="3782103" y="127322"/>
                </a:lnTo>
                <a:lnTo>
                  <a:pt x="3840276" y="127322"/>
                </a:lnTo>
                <a:lnTo>
                  <a:pt x="3840276" y="300195"/>
                </a:lnTo>
                <a:lnTo>
                  <a:pt x="3840276" y="319404"/>
                </a:lnTo>
                <a:lnTo>
                  <a:pt x="3840276" y="365503"/>
                </a:lnTo>
                <a:lnTo>
                  <a:pt x="3880339" y="371540"/>
                </a:lnTo>
                <a:lnTo>
                  <a:pt x="3880339" y="418188"/>
                </a:lnTo>
                <a:lnTo>
                  <a:pt x="3787043" y="420932"/>
                </a:lnTo>
                <a:lnTo>
                  <a:pt x="3782881" y="362210"/>
                </a:lnTo>
                <a:lnTo>
                  <a:pt x="3777713" y="362210"/>
                </a:lnTo>
                <a:cubicBezTo>
                  <a:pt x="3773139" y="381967"/>
                  <a:pt x="3764176" y="397151"/>
                  <a:pt x="3750821" y="407761"/>
                </a:cubicBezTo>
                <a:cubicBezTo>
                  <a:pt x="3737467" y="418371"/>
                  <a:pt x="3721003" y="423676"/>
                  <a:pt x="3701429" y="423676"/>
                </a:cubicBezTo>
                <a:cubicBezTo>
                  <a:pt x="3670879" y="423676"/>
                  <a:pt x="3647234" y="414575"/>
                  <a:pt x="3630496" y="396373"/>
                </a:cubicBezTo>
                <a:cubicBezTo>
                  <a:pt x="3613757" y="378171"/>
                  <a:pt x="3605388" y="352515"/>
                  <a:pt x="3605389" y="319404"/>
                </a:cubicBezTo>
                <a:close/>
                <a:moveTo>
                  <a:pt x="358620" y="127322"/>
                </a:moveTo>
                <a:lnTo>
                  <a:pt x="511187" y="127322"/>
                </a:lnTo>
                <a:lnTo>
                  <a:pt x="511187" y="143786"/>
                </a:lnTo>
                <a:lnTo>
                  <a:pt x="511187" y="178361"/>
                </a:lnTo>
                <a:lnTo>
                  <a:pt x="511187" y="367149"/>
                </a:lnTo>
                <a:lnTo>
                  <a:pt x="600642" y="367149"/>
                </a:lnTo>
                <a:lnTo>
                  <a:pt x="600642" y="418188"/>
                </a:lnTo>
                <a:lnTo>
                  <a:pt x="511187" y="418188"/>
                </a:lnTo>
                <a:lnTo>
                  <a:pt x="505699" y="418188"/>
                </a:lnTo>
                <a:lnTo>
                  <a:pt x="458502" y="418188"/>
                </a:lnTo>
                <a:lnTo>
                  <a:pt x="453014" y="418188"/>
                </a:lnTo>
                <a:lnTo>
                  <a:pt x="342156" y="418188"/>
                </a:lnTo>
                <a:lnTo>
                  <a:pt x="342156" y="367149"/>
                </a:lnTo>
                <a:lnTo>
                  <a:pt x="453014" y="367149"/>
                </a:lnTo>
                <a:lnTo>
                  <a:pt x="453014" y="178361"/>
                </a:lnTo>
                <a:lnTo>
                  <a:pt x="358620" y="178361"/>
                </a:lnTo>
                <a:close/>
                <a:moveTo>
                  <a:pt x="2091668" y="121834"/>
                </a:moveTo>
                <a:cubicBezTo>
                  <a:pt x="2132096" y="121834"/>
                  <a:pt x="2163423" y="134960"/>
                  <a:pt x="2185650" y="161211"/>
                </a:cubicBezTo>
                <a:cubicBezTo>
                  <a:pt x="2207877" y="187462"/>
                  <a:pt x="2218990" y="224643"/>
                  <a:pt x="2218990" y="272755"/>
                </a:cubicBezTo>
                <a:cubicBezTo>
                  <a:pt x="2218990" y="320684"/>
                  <a:pt x="2207877" y="357820"/>
                  <a:pt x="2185650" y="384162"/>
                </a:cubicBezTo>
                <a:cubicBezTo>
                  <a:pt x="2163423" y="410505"/>
                  <a:pt x="2132096" y="423676"/>
                  <a:pt x="2091668" y="423676"/>
                </a:cubicBezTo>
                <a:cubicBezTo>
                  <a:pt x="2051422" y="423676"/>
                  <a:pt x="2020140" y="410505"/>
                  <a:pt x="1997822" y="384162"/>
                </a:cubicBezTo>
                <a:cubicBezTo>
                  <a:pt x="1975504" y="357820"/>
                  <a:pt x="1964345" y="320684"/>
                  <a:pt x="1964345" y="272755"/>
                </a:cubicBezTo>
                <a:cubicBezTo>
                  <a:pt x="1964345" y="224643"/>
                  <a:pt x="1975504" y="187462"/>
                  <a:pt x="1997822" y="161211"/>
                </a:cubicBezTo>
                <a:cubicBezTo>
                  <a:pt x="2020140" y="134960"/>
                  <a:pt x="2051422" y="121834"/>
                  <a:pt x="2091668" y="121834"/>
                </a:cubicBezTo>
                <a:close/>
                <a:moveTo>
                  <a:pt x="1814661" y="121834"/>
                </a:moveTo>
                <a:cubicBezTo>
                  <a:pt x="1828747" y="121834"/>
                  <a:pt x="1841873" y="122246"/>
                  <a:pt x="1854038" y="123069"/>
                </a:cubicBezTo>
                <a:cubicBezTo>
                  <a:pt x="1866203" y="123892"/>
                  <a:pt x="1878688" y="125310"/>
                  <a:pt x="1891494" y="127322"/>
                </a:cubicBezTo>
                <a:lnTo>
                  <a:pt x="1885457" y="177812"/>
                </a:lnTo>
                <a:cubicBezTo>
                  <a:pt x="1870639" y="176349"/>
                  <a:pt x="1857559" y="175343"/>
                  <a:pt x="1846217" y="174794"/>
                </a:cubicBezTo>
                <a:cubicBezTo>
                  <a:pt x="1834875" y="174245"/>
                  <a:pt x="1823808" y="173971"/>
                  <a:pt x="1813015" y="173971"/>
                </a:cubicBezTo>
                <a:cubicBezTo>
                  <a:pt x="1780452" y="173971"/>
                  <a:pt x="1756853" y="176760"/>
                  <a:pt x="1742219" y="182340"/>
                </a:cubicBezTo>
                <a:cubicBezTo>
                  <a:pt x="1727584" y="187919"/>
                  <a:pt x="1720267" y="197020"/>
                  <a:pt x="1720267" y="209643"/>
                </a:cubicBezTo>
                <a:cubicBezTo>
                  <a:pt x="1720267" y="218058"/>
                  <a:pt x="1723285" y="224140"/>
                  <a:pt x="1729322" y="227891"/>
                </a:cubicBezTo>
                <a:cubicBezTo>
                  <a:pt x="1735359" y="231641"/>
                  <a:pt x="1744597" y="235071"/>
                  <a:pt x="1757037" y="238181"/>
                </a:cubicBezTo>
                <a:lnTo>
                  <a:pt x="1810819" y="251352"/>
                </a:lnTo>
                <a:cubicBezTo>
                  <a:pt x="1841369" y="258669"/>
                  <a:pt x="1863733" y="268456"/>
                  <a:pt x="1877911" y="280713"/>
                </a:cubicBezTo>
                <a:cubicBezTo>
                  <a:pt x="1892088" y="292970"/>
                  <a:pt x="1899177" y="310806"/>
                  <a:pt x="1899177" y="334221"/>
                </a:cubicBezTo>
                <a:cubicBezTo>
                  <a:pt x="1899177" y="365503"/>
                  <a:pt x="1887743" y="388233"/>
                  <a:pt x="1864877" y="402410"/>
                </a:cubicBezTo>
                <a:cubicBezTo>
                  <a:pt x="1842010" y="416588"/>
                  <a:pt x="1805331" y="423676"/>
                  <a:pt x="1754842" y="423676"/>
                </a:cubicBezTo>
                <a:cubicBezTo>
                  <a:pt x="1732889" y="423676"/>
                  <a:pt x="1714093" y="423036"/>
                  <a:pt x="1698452" y="421755"/>
                </a:cubicBezTo>
                <a:cubicBezTo>
                  <a:pt x="1682811" y="420475"/>
                  <a:pt x="1668496" y="418371"/>
                  <a:pt x="1655508" y="415444"/>
                </a:cubicBezTo>
                <a:lnTo>
                  <a:pt x="1662094" y="362759"/>
                </a:lnTo>
                <a:cubicBezTo>
                  <a:pt x="1681302" y="365686"/>
                  <a:pt x="1698269" y="367881"/>
                  <a:pt x="1712995" y="369345"/>
                </a:cubicBezTo>
                <a:cubicBezTo>
                  <a:pt x="1727721" y="370808"/>
                  <a:pt x="1741670" y="371540"/>
                  <a:pt x="1754842" y="371540"/>
                </a:cubicBezTo>
                <a:cubicBezTo>
                  <a:pt x="1784294" y="371540"/>
                  <a:pt x="1805651" y="368659"/>
                  <a:pt x="1818914" y="362896"/>
                </a:cubicBezTo>
                <a:cubicBezTo>
                  <a:pt x="1832177" y="357134"/>
                  <a:pt x="1838808" y="347941"/>
                  <a:pt x="1838808" y="335319"/>
                </a:cubicBezTo>
                <a:cubicBezTo>
                  <a:pt x="1838808" y="326538"/>
                  <a:pt x="1836476" y="319998"/>
                  <a:pt x="1831811" y="315699"/>
                </a:cubicBezTo>
                <a:cubicBezTo>
                  <a:pt x="1827146" y="311400"/>
                  <a:pt x="1819966" y="308062"/>
                  <a:pt x="1810271" y="305683"/>
                </a:cubicBezTo>
                <a:lnTo>
                  <a:pt x="1743316" y="288671"/>
                </a:lnTo>
                <a:cubicBezTo>
                  <a:pt x="1714596" y="281353"/>
                  <a:pt x="1693513" y="272298"/>
                  <a:pt x="1680067" y="261505"/>
                </a:cubicBezTo>
                <a:cubicBezTo>
                  <a:pt x="1666621" y="250712"/>
                  <a:pt x="1659898" y="234339"/>
                  <a:pt x="1659899" y="212387"/>
                </a:cubicBezTo>
                <a:cubicBezTo>
                  <a:pt x="1659898" y="180556"/>
                  <a:pt x="1672109" y="157506"/>
                  <a:pt x="1696531" y="143238"/>
                </a:cubicBezTo>
                <a:cubicBezTo>
                  <a:pt x="1720953" y="128969"/>
                  <a:pt x="1760329" y="121834"/>
                  <a:pt x="1814661" y="121834"/>
                </a:cubicBezTo>
                <a:close/>
                <a:moveTo>
                  <a:pt x="1443967" y="121834"/>
                </a:moveTo>
                <a:cubicBezTo>
                  <a:pt x="1484396" y="121834"/>
                  <a:pt x="1515724" y="134960"/>
                  <a:pt x="1537950" y="161211"/>
                </a:cubicBezTo>
                <a:cubicBezTo>
                  <a:pt x="1560176" y="187462"/>
                  <a:pt x="1571290" y="224643"/>
                  <a:pt x="1571290" y="272755"/>
                </a:cubicBezTo>
                <a:cubicBezTo>
                  <a:pt x="1571290" y="320684"/>
                  <a:pt x="1560176" y="357820"/>
                  <a:pt x="1537950" y="384162"/>
                </a:cubicBezTo>
                <a:cubicBezTo>
                  <a:pt x="1515724" y="410505"/>
                  <a:pt x="1484396" y="423676"/>
                  <a:pt x="1443967" y="423676"/>
                </a:cubicBezTo>
                <a:cubicBezTo>
                  <a:pt x="1403722" y="423676"/>
                  <a:pt x="1372440" y="410505"/>
                  <a:pt x="1350122" y="384162"/>
                </a:cubicBezTo>
                <a:cubicBezTo>
                  <a:pt x="1327804" y="357820"/>
                  <a:pt x="1316645" y="320684"/>
                  <a:pt x="1316645" y="272755"/>
                </a:cubicBezTo>
                <a:cubicBezTo>
                  <a:pt x="1316645" y="224643"/>
                  <a:pt x="1327804" y="187462"/>
                  <a:pt x="1350122" y="161211"/>
                </a:cubicBezTo>
                <a:cubicBezTo>
                  <a:pt x="1372440" y="134960"/>
                  <a:pt x="1403722" y="121834"/>
                  <a:pt x="1443967" y="121834"/>
                </a:cubicBezTo>
                <a:close/>
                <a:moveTo>
                  <a:pt x="1185974" y="121834"/>
                </a:moveTo>
                <a:cubicBezTo>
                  <a:pt x="1215975" y="121834"/>
                  <a:pt x="1237744" y="130432"/>
                  <a:pt x="1251282" y="147628"/>
                </a:cubicBezTo>
                <a:cubicBezTo>
                  <a:pt x="1264819" y="164824"/>
                  <a:pt x="1271588" y="192630"/>
                  <a:pt x="1271588" y="231046"/>
                </a:cubicBezTo>
                <a:lnTo>
                  <a:pt x="1213963" y="231046"/>
                </a:lnTo>
                <a:cubicBezTo>
                  <a:pt x="1213963" y="209826"/>
                  <a:pt x="1210807" y="194551"/>
                  <a:pt x="1204496" y="185221"/>
                </a:cubicBezTo>
                <a:cubicBezTo>
                  <a:pt x="1198185" y="175891"/>
                  <a:pt x="1187986" y="171227"/>
                  <a:pt x="1173900" y="171227"/>
                </a:cubicBezTo>
                <a:cubicBezTo>
                  <a:pt x="1149204" y="171227"/>
                  <a:pt x="1130773" y="181791"/>
                  <a:pt x="1118608" y="202920"/>
                </a:cubicBezTo>
                <a:cubicBezTo>
                  <a:pt x="1106443" y="224049"/>
                  <a:pt x="1100361" y="254096"/>
                  <a:pt x="1100361" y="293061"/>
                </a:cubicBezTo>
                <a:lnTo>
                  <a:pt x="1100361" y="367149"/>
                </a:lnTo>
                <a:lnTo>
                  <a:pt x="1171705" y="367149"/>
                </a:lnTo>
                <a:lnTo>
                  <a:pt x="1171705" y="418188"/>
                </a:lnTo>
                <a:lnTo>
                  <a:pt x="1100361" y="418188"/>
                </a:lnTo>
                <a:lnTo>
                  <a:pt x="1042187" y="418188"/>
                </a:lnTo>
                <a:lnTo>
                  <a:pt x="977428" y="418188"/>
                </a:lnTo>
                <a:lnTo>
                  <a:pt x="977428" y="367149"/>
                </a:lnTo>
                <a:lnTo>
                  <a:pt x="1042187" y="367149"/>
                </a:lnTo>
                <a:lnTo>
                  <a:pt x="1042187" y="178361"/>
                </a:lnTo>
                <a:lnTo>
                  <a:pt x="988405" y="178361"/>
                </a:lnTo>
                <a:lnTo>
                  <a:pt x="988405" y="127322"/>
                </a:lnTo>
                <a:lnTo>
                  <a:pt x="1042187" y="127322"/>
                </a:lnTo>
                <a:lnTo>
                  <a:pt x="1085543" y="127322"/>
                </a:lnTo>
                <a:lnTo>
                  <a:pt x="1089385" y="127322"/>
                </a:lnTo>
                <a:lnTo>
                  <a:pt x="1099205" y="201960"/>
                </a:lnTo>
                <a:lnTo>
                  <a:pt x="1105849" y="201960"/>
                </a:lnTo>
                <a:cubicBezTo>
                  <a:pt x="1109141" y="148543"/>
                  <a:pt x="1135850" y="121834"/>
                  <a:pt x="1185974" y="121834"/>
                </a:cubicBezTo>
                <a:close/>
                <a:moveTo>
                  <a:pt x="807048" y="121834"/>
                </a:moveTo>
                <a:cubicBezTo>
                  <a:pt x="835403" y="121834"/>
                  <a:pt x="859687" y="127094"/>
                  <a:pt x="879902" y="137612"/>
                </a:cubicBezTo>
                <a:cubicBezTo>
                  <a:pt x="900116" y="148131"/>
                  <a:pt x="914522" y="162995"/>
                  <a:pt x="923120" y="182203"/>
                </a:cubicBezTo>
                <a:lnTo>
                  <a:pt x="878393" y="215954"/>
                </a:lnTo>
                <a:cubicBezTo>
                  <a:pt x="870161" y="202600"/>
                  <a:pt x="859642" y="192264"/>
                  <a:pt x="846836" y="184947"/>
                </a:cubicBezTo>
                <a:cubicBezTo>
                  <a:pt x="834031" y="177629"/>
                  <a:pt x="820036" y="173971"/>
                  <a:pt x="804853" y="173971"/>
                </a:cubicBezTo>
                <a:cubicBezTo>
                  <a:pt x="777413" y="173971"/>
                  <a:pt x="756101" y="182248"/>
                  <a:pt x="740917" y="198804"/>
                </a:cubicBezTo>
                <a:cubicBezTo>
                  <a:pt x="725734" y="215360"/>
                  <a:pt x="718142" y="238912"/>
                  <a:pt x="718142" y="269462"/>
                </a:cubicBezTo>
                <a:cubicBezTo>
                  <a:pt x="718142" y="302574"/>
                  <a:pt x="727060" y="327864"/>
                  <a:pt x="744896" y="345335"/>
                </a:cubicBezTo>
                <a:cubicBezTo>
                  <a:pt x="762732" y="362805"/>
                  <a:pt x="788206" y="371540"/>
                  <a:pt x="821317" y="371540"/>
                </a:cubicBezTo>
                <a:cubicBezTo>
                  <a:pt x="834854" y="371540"/>
                  <a:pt x="848391" y="370900"/>
                  <a:pt x="861928" y="369619"/>
                </a:cubicBezTo>
                <a:cubicBezTo>
                  <a:pt x="875466" y="368339"/>
                  <a:pt x="888637" y="366601"/>
                  <a:pt x="901442" y="364405"/>
                </a:cubicBezTo>
                <a:lnTo>
                  <a:pt x="908028" y="415444"/>
                </a:lnTo>
                <a:cubicBezTo>
                  <a:pt x="893027" y="418737"/>
                  <a:pt x="877524" y="420932"/>
                  <a:pt x="861517" y="422030"/>
                </a:cubicBezTo>
                <a:cubicBezTo>
                  <a:pt x="845510" y="423127"/>
                  <a:pt x="829915" y="423676"/>
                  <a:pt x="814731" y="423676"/>
                </a:cubicBezTo>
                <a:cubicBezTo>
                  <a:pt x="765156" y="423676"/>
                  <a:pt x="726877" y="410642"/>
                  <a:pt x="699894" y="384574"/>
                </a:cubicBezTo>
                <a:cubicBezTo>
                  <a:pt x="672911" y="358506"/>
                  <a:pt x="659420" y="321050"/>
                  <a:pt x="659420" y="272206"/>
                </a:cubicBezTo>
                <a:cubicBezTo>
                  <a:pt x="659420" y="224644"/>
                  <a:pt x="672180" y="187691"/>
                  <a:pt x="697699" y="161348"/>
                </a:cubicBezTo>
                <a:cubicBezTo>
                  <a:pt x="723218" y="135006"/>
                  <a:pt x="759668" y="121834"/>
                  <a:pt x="807048" y="121834"/>
                </a:cubicBezTo>
                <a:close/>
                <a:moveTo>
                  <a:pt x="3342456" y="80674"/>
                </a:moveTo>
                <a:lnTo>
                  <a:pt x="3342456" y="186319"/>
                </a:lnTo>
                <a:lnTo>
                  <a:pt x="3402276" y="186319"/>
                </a:lnTo>
                <a:cubicBezTo>
                  <a:pt x="3422947" y="186319"/>
                  <a:pt x="3439000" y="181700"/>
                  <a:pt x="3450433" y="172461"/>
                </a:cubicBezTo>
                <a:cubicBezTo>
                  <a:pt x="3461866" y="163223"/>
                  <a:pt x="3467583" y="150006"/>
                  <a:pt x="3467583" y="132810"/>
                </a:cubicBezTo>
                <a:cubicBezTo>
                  <a:pt x="3467583" y="115980"/>
                  <a:pt x="3461592" y="103083"/>
                  <a:pt x="3449610" y="94120"/>
                </a:cubicBezTo>
                <a:cubicBezTo>
                  <a:pt x="3437628" y="85156"/>
                  <a:pt x="3420569" y="80674"/>
                  <a:pt x="3398434" y="80674"/>
                </a:cubicBezTo>
                <a:close/>
                <a:moveTo>
                  <a:pt x="2685975" y="39514"/>
                </a:moveTo>
                <a:lnTo>
                  <a:pt x="2744149" y="39514"/>
                </a:lnTo>
                <a:lnTo>
                  <a:pt x="2744149" y="127322"/>
                </a:lnTo>
                <a:lnTo>
                  <a:pt x="2876410" y="127322"/>
                </a:lnTo>
                <a:lnTo>
                  <a:pt x="2876410" y="178361"/>
                </a:lnTo>
                <a:lnTo>
                  <a:pt x="2744149" y="178361"/>
                </a:lnTo>
                <a:lnTo>
                  <a:pt x="2744149" y="259035"/>
                </a:lnTo>
                <a:lnTo>
                  <a:pt x="2744149" y="280987"/>
                </a:lnTo>
                <a:lnTo>
                  <a:pt x="2744149" y="305683"/>
                </a:lnTo>
                <a:cubicBezTo>
                  <a:pt x="2744149" y="328733"/>
                  <a:pt x="2749774" y="345472"/>
                  <a:pt x="2761024" y="355899"/>
                </a:cubicBezTo>
                <a:cubicBezTo>
                  <a:pt x="2772275" y="366326"/>
                  <a:pt x="2790797" y="371540"/>
                  <a:pt x="2816591" y="371540"/>
                </a:cubicBezTo>
                <a:cubicBezTo>
                  <a:pt x="2825737" y="371540"/>
                  <a:pt x="2835433" y="371037"/>
                  <a:pt x="2845677" y="370031"/>
                </a:cubicBezTo>
                <a:cubicBezTo>
                  <a:pt x="2855921" y="369025"/>
                  <a:pt x="2867629" y="367698"/>
                  <a:pt x="2880801" y="366052"/>
                </a:cubicBezTo>
                <a:lnTo>
                  <a:pt x="2887386" y="417091"/>
                </a:lnTo>
                <a:cubicBezTo>
                  <a:pt x="2874580" y="419286"/>
                  <a:pt x="2862095" y="420932"/>
                  <a:pt x="2849931" y="422030"/>
                </a:cubicBezTo>
                <a:cubicBezTo>
                  <a:pt x="2837765" y="423127"/>
                  <a:pt x="2824823" y="423676"/>
                  <a:pt x="2811103" y="423676"/>
                </a:cubicBezTo>
                <a:cubicBezTo>
                  <a:pt x="2767015" y="423676"/>
                  <a:pt x="2735139" y="414530"/>
                  <a:pt x="2715474" y="396236"/>
                </a:cubicBezTo>
                <a:cubicBezTo>
                  <a:pt x="2695808" y="377943"/>
                  <a:pt x="2685975" y="348673"/>
                  <a:pt x="2685975" y="308427"/>
                </a:cubicBezTo>
                <a:lnTo>
                  <a:pt x="2685975" y="280987"/>
                </a:lnTo>
                <a:lnTo>
                  <a:pt x="2685975" y="259035"/>
                </a:lnTo>
                <a:lnTo>
                  <a:pt x="2685975" y="178361"/>
                </a:lnTo>
                <a:lnTo>
                  <a:pt x="2612985" y="178361"/>
                </a:lnTo>
                <a:lnTo>
                  <a:pt x="2612985" y="127322"/>
                </a:lnTo>
                <a:lnTo>
                  <a:pt x="2685975" y="127322"/>
                </a:lnTo>
                <a:close/>
                <a:moveTo>
                  <a:pt x="3285380" y="28538"/>
                </a:moveTo>
                <a:lnTo>
                  <a:pt x="3333126" y="28538"/>
                </a:lnTo>
                <a:lnTo>
                  <a:pt x="3342456" y="28538"/>
                </a:lnTo>
                <a:lnTo>
                  <a:pt x="3401178" y="28538"/>
                </a:lnTo>
                <a:cubicBezTo>
                  <a:pt x="3440692" y="28538"/>
                  <a:pt x="3471242" y="37090"/>
                  <a:pt x="3492828" y="54194"/>
                </a:cubicBezTo>
                <a:cubicBezTo>
                  <a:pt x="3514414" y="71299"/>
                  <a:pt x="3525208" y="95675"/>
                  <a:pt x="3525208" y="127322"/>
                </a:cubicBezTo>
                <a:cubicBezTo>
                  <a:pt x="3525208" y="154214"/>
                  <a:pt x="3514963" y="174931"/>
                  <a:pt x="3494475" y="189474"/>
                </a:cubicBezTo>
                <a:cubicBezTo>
                  <a:pt x="3479108" y="200382"/>
                  <a:pt x="3458905" y="207199"/>
                  <a:pt x="3433866" y="209926"/>
                </a:cubicBezTo>
                <a:lnTo>
                  <a:pt x="3431911" y="210026"/>
                </a:lnTo>
                <a:lnTo>
                  <a:pt x="3431911" y="213672"/>
                </a:lnTo>
                <a:lnTo>
                  <a:pt x="3456573" y="215079"/>
                </a:lnTo>
                <a:cubicBezTo>
                  <a:pt x="3482847" y="218269"/>
                  <a:pt x="3504078" y="226244"/>
                  <a:pt x="3520268" y="239004"/>
                </a:cubicBezTo>
                <a:cubicBezTo>
                  <a:pt x="3541854" y="256017"/>
                  <a:pt x="3552648" y="280073"/>
                  <a:pt x="3552648" y="311172"/>
                </a:cubicBezTo>
                <a:cubicBezTo>
                  <a:pt x="3552648" y="345197"/>
                  <a:pt x="3542403" y="371540"/>
                  <a:pt x="3521915" y="390199"/>
                </a:cubicBezTo>
                <a:cubicBezTo>
                  <a:pt x="3501426" y="408859"/>
                  <a:pt x="3472339" y="418188"/>
                  <a:pt x="3434655" y="418188"/>
                </a:cubicBezTo>
                <a:lnTo>
                  <a:pt x="3342456" y="418188"/>
                </a:lnTo>
                <a:lnTo>
                  <a:pt x="3338614" y="418188"/>
                </a:lnTo>
                <a:lnTo>
                  <a:pt x="3285380" y="418188"/>
                </a:lnTo>
                <a:close/>
                <a:moveTo>
                  <a:pt x="0" y="28538"/>
                </a:moveTo>
                <a:lnTo>
                  <a:pt x="46099" y="28538"/>
                </a:lnTo>
                <a:lnTo>
                  <a:pt x="54880" y="28538"/>
                </a:lnTo>
                <a:lnTo>
                  <a:pt x="85064" y="28538"/>
                </a:lnTo>
                <a:lnTo>
                  <a:pt x="127322" y="195923"/>
                </a:lnTo>
                <a:lnTo>
                  <a:pt x="128420" y="195923"/>
                </a:lnTo>
                <a:lnTo>
                  <a:pt x="129517" y="195923"/>
                </a:lnTo>
                <a:lnTo>
                  <a:pt x="131713" y="195923"/>
                </a:lnTo>
                <a:lnTo>
                  <a:pt x="173970" y="28538"/>
                </a:lnTo>
                <a:lnTo>
                  <a:pt x="204155" y="28538"/>
                </a:lnTo>
                <a:lnTo>
                  <a:pt x="212936" y="28538"/>
                </a:lnTo>
                <a:lnTo>
                  <a:pt x="259035" y="28538"/>
                </a:lnTo>
                <a:lnTo>
                  <a:pt x="259035" y="418188"/>
                </a:lnTo>
                <a:lnTo>
                  <a:pt x="204155" y="418188"/>
                </a:lnTo>
                <a:lnTo>
                  <a:pt x="204155" y="97687"/>
                </a:lnTo>
                <a:lnTo>
                  <a:pt x="197020" y="97687"/>
                </a:lnTo>
                <a:lnTo>
                  <a:pt x="154762" y="259035"/>
                </a:lnTo>
                <a:lnTo>
                  <a:pt x="135005" y="259035"/>
                </a:lnTo>
                <a:lnTo>
                  <a:pt x="120188" y="259035"/>
                </a:lnTo>
                <a:lnTo>
                  <a:pt x="104272" y="259035"/>
                </a:lnTo>
                <a:lnTo>
                  <a:pt x="62015" y="97687"/>
                </a:lnTo>
                <a:lnTo>
                  <a:pt x="54880" y="97687"/>
                </a:lnTo>
                <a:lnTo>
                  <a:pt x="54880" y="418188"/>
                </a:lnTo>
                <a:lnTo>
                  <a:pt x="0" y="418188"/>
                </a:lnTo>
                <a:close/>
                <a:moveTo>
                  <a:pt x="4771411" y="6585"/>
                </a:moveTo>
                <a:lnTo>
                  <a:pt x="4829584" y="6585"/>
                </a:lnTo>
                <a:lnTo>
                  <a:pt x="4829584" y="418188"/>
                </a:lnTo>
                <a:lnTo>
                  <a:pt x="4777448" y="420932"/>
                </a:lnTo>
                <a:lnTo>
                  <a:pt x="4771585" y="365503"/>
                </a:lnTo>
                <a:lnTo>
                  <a:pt x="4765923" y="365503"/>
                </a:lnTo>
                <a:cubicBezTo>
                  <a:pt x="4764093" y="383797"/>
                  <a:pt x="4756364" y="398065"/>
                  <a:pt x="4742736" y="408310"/>
                </a:cubicBezTo>
                <a:cubicBezTo>
                  <a:pt x="4729107" y="418554"/>
                  <a:pt x="4711133" y="423676"/>
                  <a:pt x="4688816" y="423676"/>
                </a:cubicBezTo>
                <a:cubicBezTo>
                  <a:pt x="4650765" y="423676"/>
                  <a:pt x="4621907" y="411145"/>
                  <a:pt x="4602242" y="386083"/>
                </a:cubicBezTo>
                <a:cubicBezTo>
                  <a:pt x="4582576" y="361021"/>
                  <a:pt x="4572744" y="324160"/>
                  <a:pt x="4572744" y="275499"/>
                </a:cubicBezTo>
                <a:cubicBezTo>
                  <a:pt x="4572744" y="225009"/>
                  <a:pt x="4582576" y="186776"/>
                  <a:pt x="4602242" y="160799"/>
                </a:cubicBezTo>
                <a:cubicBezTo>
                  <a:pt x="4621907" y="134823"/>
                  <a:pt x="4650765" y="121834"/>
                  <a:pt x="4688816" y="121834"/>
                </a:cubicBezTo>
                <a:cubicBezTo>
                  <a:pt x="4710585" y="121834"/>
                  <a:pt x="4728283" y="126956"/>
                  <a:pt x="4741913" y="137201"/>
                </a:cubicBezTo>
                <a:cubicBezTo>
                  <a:pt x="4755541" y="147445"/>
                  <a:pt x="4763544" y="161714"/>
                  <a:pt x="4765923" y="180007"/>
                </a:cubicBezTo>
                <a:lnTo>
                  <a:pt x="4771411" y="180007"/>
                </a:lnTo>
                <a:close/>
                <a:moveTo>
                  <a:pt x="4249442" y="6585"/>
                </a:moveTo>
                <a:lnTo>
                  <a:pt x="4335056" y="6585"/>
                </a:lnTo>
                <a:lnTo>
                  <a:pt x="4339995" y="6585"/>
                </a:lnTo>
                <a:lnTo>
                  <a:pt x="4393229" y="6585"/>
                </a:lnTo>
                <a:lnTo>
                  <a:pt x="4393229" y="305683"/>
                </a:lnTo>
                <a:cubicBezTo>
                  <a:pt x="4393229" y="321050"/>
                  <a:pt x="4394692" y="333581"/>
                  <a:pt x="4397619" y="343277"/>
                </a:cubicBezTo>
                <a:cubicBezTo>
                  <a:pt x="4400546" y="352972"/>
                  <a:pt x="4406263" y="360106"/>
                  <a:pt x="4414769" y="364680"/>
                </a:cubicBezTo>
                <a:cubicBezTo>
                  <a:pt x="4423276" y="369253"/>
                  <a:pt x="4435852" y="371540"/>
                  <a:pt x="4452500" y="371540"/>
                </a:cubicBezTo>
                <a:cubicBezTo>
                  <a:pt x="4467683" y="371540"/>
                  <a:pt x="4487075" y="368064"/>
                  <a:pt x="4510673" y="361113"/>
                </a:cubicBezTo>
                <a:lnTo>
                  <a:pt x="4517259" y="412151"/>
                </a:lnTo>
                <a:cubicBezTo>
                  <a:pt x="4502441" y="416176"/>
                  <a:pt x="4488218" y="419103"/>
                  <a:pt x="4474589" y="420932"/>
                </a:cubicBezTo>
                <a:cubicBezTo>
                  <a:pt x="4460960" y="422762"/>
                  <a:pt x="4446280" y="423676"/>
                  <a:pt x="4430548" y="423676"/>
                </a:cubicBezTo>
                <a:cubicBezTo>
                  <a:pt x="4396887" y="423676"/>
                  <a:pt x="4372557" y="414530"/>
                  <a:pt x="4357557" y="396236"/>
                </a:cubicBezTo>
                <a:cubicBezTo>
                  <a:pt x="4342556" y="377943"/>
                  <a:pt x="4335056" y="348673"/>
                  <a:pt x="4335056" y="308427"/>
                </a:cubicBezTo>
                <a:lnTo>
                  <a:pt x="4335056" y="57624"/>
                </a:lnTo>
                <a:lnTo>
                  <a:pt x="4249442" y="57624"/>
                </a:lnTo>
                <a:close/>
                <a:moveTo>
                  <a:pt x="2508461" y="1097"/>
                </a:moveTo>
                <a:cubicBezTo>
                  <a:pt x="2529315" y="1097"/>
                  <a:pt x="2549438" y="2927"/>
                  <a:pt x="2568829" y="6585"/>
                </a:cubicBezTo>
                <a:lnTo>
                  <a:pt x="2562792" y="57075"/>
                </a:lnTo>
                <a:cubicBezTo>
                  <a:pt x="2551267" y="55612"/>
                  <a:pt x="2541114" y="54606"/>
                  <a:pt x="2532334" y="54057"/>
                </a:cubicBezTo>
                <a:cubicBezTo>
                  <a:pt x="2523553" y="53508"/>
                  <a:pt x="2515046" y="53234"/>
                  <a:pt x="2506814" y="53234"/>
                </a:cubicBezTo>
                <a:cubicBezTo>
                  <a:pt x="2454861" y="53234"/>
                  <a:pt x="2428884" y="85247"/>
                  <a:pt x="2428884" y="149274"/>
                </a:cubicBezTo>
                <a:lnTo>
                  <a:pt x="2428884" y="191532"/>
                </a:lnTo>
                <a:lnTo>
                  <a:pt x="2547975" y="191532"/>
                </a:lnTo>
                <a:lnTo>
                  <a:pt x="2547975" y="242571"/>
                </a:lnTo>
                <a:lnTo>
                  <a:pt x="2428884" y="242571"/>
                </a:lnTo>
                <a:lnTo>
                  <a:pt x="2428884" y="418188"/>
                </a:lnTo>
                <a:lnTo>
                  <a:pt x="2370711" y="418188"/>
                </a:lnTo>
                <a:lnTo>
                  <a:pt x="2370711" y="242571"/>
                </a:lnTo>
                <a:lnTo>
                  <a:pt x="2279061" y="242571"/>
                </a:lnTo>
                <a:lnTo>
                  <a:pt x="2279061" y="191532"/>
                </a:lnTo>
                <a:lnTo>
                  <a:pt x="2370711" y="191532"/>
                </a:lnTo>
                <a:lnTo>
                  <a:pt x="2370711" y="152018"/>
                </a:lnTo>
                <a:cubicBezTo>
                  <a:pt x="2370711" y="51404"/>
                  <a:pt x="2416627" y="1097"/>
                  <a:pt x="2508461" y="1097"/>
                </a:cubicBezTo>
                <a:close/>
                <a:moveTo>
                  <a:pt x="4080629" y="0"/>
                </a:moveTo>
                <a:cubicBezTo>
                  <a:pt x="4091971" y="0"/>
                  <a:pt x="4101575" y="3933"/>
                  <a:pt x="4109441" y="11799"/>
                </a:cubicBezTo>
                <a:cubicBezTo>
                  <a:pt x="4117308" y="19665"/>
                  <a:pt x="4121241" y="29269"/>
                  <a:pt x="4121241" y="40611"/>
                </a:cubicBezTo>
                <a:cubicBezTo>
                  <a:pt x="4121241" y="51770"/>
                  <a:pt x="4117308" y="61329"/>
                  <a:pt x="4109441" y="69286"/>
                </a:cubicBezTo>
                <a:cubicBezTo>
                  <a:pt x="4101575" y="77244"/>
                  <a:pt x="4091971" y="81223"/>
                  <a:pt x="4080629" y="81223"/>
                </a:cubicBezTo>
                <a:cubicBezTo>
                  <a:pt x="4069470" y="81223"/>
                  <a:pt x="4059912" y="77244"/>
                  <a:pt x="4051954" y="69286"/>
                </a:cubicBezTo>
                <a:cubicBezTo>
                  <a:pt x="4043996" y="61329"/>
                  <a:pt x="4040017" y="51770"/>
                  <a:pt x="4040018" y="40611"/>
                </a:cubicBezTo>
                <a:cubicBezTo>
                  <a:pt x="4040017" y="29269"/>
                  <a:pt x="4043996" y="19665"/>
                  <a:pt x="4051954" y="11799"/>
                </a:cubicBezTo>
                <a:cubicBezTo>
                  <a:pt x="4059912" y="3933"/>
                  <a:pt x="4069470" y="0"/>
                  <a:pt x="4080629" y="0"/>
                </a:cubicBezTo>
                <a:close/>
                <a:moveTo>
                  <a:pt x="480180" y="0"/>
                </a:moveTo>
                <a:cubicBezTo>
                  <a:pt x="491522" y="0"/>
                  <a:pt x="501126" y="3933"/>
                  <a:pt x="508992" y="11799"/>
                </a:cubicBezTo>
                <a:cubicBezTo>
                  <a:pt x="516858" y="19665"/>
                  <a:pt x="520791" y="29269"/>
                  <a:pt x="520791" y="40611"/>
                </a:cubicBezTo>
                <a:cubicBezTo>
                  <a:pt x="520791" y="51770"/>
                  <a:pt x="516858" y="61329"/>
                  <a:pt x="508992" y="69286"/>
                </a:cubicBezTo>
                <a:cubicBezTo>
                  <a:pt x="501126" y="77244"/>
                  <a:pt x="491522" y="81223"/>
                  <a:pt x="480180" y="81223"/>
                </a:cubicBezTo>
                <a:cubicBezTo>
                  <a:pt x="469021" y="81223"/>
                  <a:pt x="459462" y="77244"/>
                  <a:pt x="451505" y="69286"/>
                </a:cubicBezTo>
                <a:cubicBezTo>
                  <a:pt x="443547" y="61329"/>
                  <a:pt x="439568" y="51770"/>
                  <a:pt x="439568" y="40611"/>
                </a:cubicBezTo>
                <a:cubicBezTo>
                  <a:pt x="439568" y="29269"/>
                  <a:pt x="443547" y="19665"/>
                  <a:pt x="451505" y="11799"/>
                </a:cubicBezTo>
                <a:cubicBezTo>
                  <a:pt x="459462" y="3933"/>
                  <a:pt x="469021" y="0"/>
                  <a:pt x="480180" y="0"/>
                </a:cubicBezTo>
                <a:close/>
              </a:path>
            </a:pathLst>
          </a:custGeom>
          <a:solidFill xmlns:a="http://schemas.openxmlformats.org/drawingml/2006/main">
            <a:srgbClr val="00A4EF"/>
          </a:solidFill>
          <a:ln xmlns:a="http://schemas.openxmlformats.org/drawingml/2006/main">
            <a:noFill/>
          </a:ln>
        </p:spPr>
        <p:txBody>
          <a:bodyPr xmlns:a="http://schemas.openxmlformats.org/drawingml/2006/main" rot="0" spcFirstLastPara="0" vert="horz" wrap="square" lIns="68580" tIns="34290" rIns="68580" bIns="34290" anchor="t">
            <a:noAutofit/>
          </a:bodyPr>
          <a:lstStyle xmlns:a="http://schemas.openxmlformats.org/drawingml/2006/main"/>
          <a:p xmlns:a="http://schemas.openxmlformats.org/drawingml/2006/main">
            <a:pPr marL="0" indent="0" algn="l">
              <a:buNone/>
            </a:pPr>
            <a:endParaRPr sz="3300">
              <a:solidFill>
                <a:srgbClr val="00A4EF"/>
              </a:solidFill>
              <a:latin typeface="Segoe UI"/>
              <a:ea typeface="Segoe UI"/>
              <a:cs typeface="Segoe UI"/>
            </a:endParaRPr>
          </a:p>
        </p:txBody>
      </p:sp>
    </p:spTree>
  </p:cSld>
</p:sldLayout>
</file>

<file path=ppt/slideLayouts/slideLayout72.xml><?xml version="1.0" encoding="utf-8"?>
<p:sldLayout xmlns:p="http://schemas.openxmlformats.org/presentationml/2006/main" preserve="1">
  <p:cSld name="Title Slide">
    <p:bg>
      <p:bgPr>
        <a:blipFill xmlns:a="http://schemas.openxmlformats.org/drawingml/2006/main" rotWithShape="1">
          <a:blip xmlns:r="http://schemas.openxmlformats.org/officeDocument/2006/relationships" r:embed="Rdd8c3adbeea143aa"/>
          <a:srcRect l="0" t="0" r="0" b="0"/>
          <a:stretch>
            <a:fillRect l="0" t="0" r="0" b="0"/>
          </a:stretch>
        </a:blipFill>
      </p:bgPr>
    </p:bg>
    <p:spTree>
      <p:nvGrpSpPr>
        <p:cNvPr id="1" name=""/>
        <p:cNvGrpSpPr/>
        <p:nvPr/>
      </p:nvGrpSpPr>
      <p:grpSpPr>
        <a:xfrm xmlns:a="http://schemas.openxmlformats.org/drawingml/2006/main"/>
      </p:grpSpPr>
      <p:sp>
        <p:nvSpPr>
          <p:cNvPr id="9" name="Title 1">
            <a:extLst xmlns:a="http://schemas.openxmlformats.org/drawingml/2006/main">
              <a:ext uri="{FF2B5EF4-FFF2-40B4-BE49-F238E27FC236}">
                <a16:creationId xmlns:a16="http://schemas.microsoft.com/office/drawing/2014/main" id="{AC3475B2-E513-4457-81F1-3558D32DF6B1}"/>
              </a:ext>
            </a:extLst>
          </p:cNvPr>
          <p:cNvSpPr>
            <a:spLocks xmlns:a="http://schemas.openxmlformats.org/drawingml/2006/main" noGrp="1"/>
          </p:cNvSpPr>
          <p:nvPr>
            <p:ph type="title" idx="0" hasCustomPrompt="1"/>
          </p:nvPr>
        </p:nvSpPr>
        <p:spPr>
          <a:xfrm xmlns:a="http://schemas.openxmlformats.org/drawingml/2006/main">
            <a:off x="438150" y="1819336"/>
            <a:ext cx="4183380" cy="830997"/>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0" indent="0">
              <a:buNone/>
              <a:defRPr sz="3000" b="1" kern="1200" cap="none" spc="-38" baseline="0">
                <a:ln w="3175">
                  <a:noFill/>
                </a:ln>
                <a:solidFill>
                  <a:schemeClr val="tx1"/>
                </a:solidFill>
                <a:latin typeface="+mj-lt"/>
                <a:ea typeface="+mj-lt"/>
                <a:cs typeface="+mj-lt"/>
              </a:defRPr>
            </a:lvl1pPr>
          </a:lstStyle>
          <a:p xmlns:a="http://schemas.openxmlformats.org/drawingml/2006/main">
            <a:pPr marL="0" marR="0" lvl="0" indent="0" algn="l" defTabSz="699539">
              <a:lnSpc>
                <a:spcPct val="90000"/>
              </a:lnSpc>
              <a:spcBef>
                <a:spcPct val="0"/>
              </a:spcBef>
              <a:spcAft>
                <a:spcPts val="0"/>
              </a:spcAft>
              <a:buClrTx/>
              <a:buSzPct val="90000"/>
              <a:buFont typeface="Wingdings"/>
              <a:buNone/>
            </a:pPr>
            <a:r>
              <a:t>Event name or presentation title </a:t>
            </a:r>
          </a:p>
        </p:txBody>
      </p:sp>
      <p:sp>
        <p:nvSpPr>
          <p:cNvPr id="5" name="Text Placeholder 4">
            <a:extLst xmlns:a="http://schemas.openxmlformats.org/drawingml/2006/main">
              <a:ext uri="{FF2B5EF4-FFF2-40B4-BE49-F238E27FC236}">
                <a16:creationId xmlns:a16="http://schemas.microsoft.com/office/drawing/2014/main" id="{EFA16838-5943-4BA4-AA16-6807EE533557}"/>
              </a:ext>
            </a:extLst>
          </p:cNvPr>
          <p:cNvSpPr>
            <a:spLocks xmlns:a="http://schemas.openxmlformats.org/drawingml/2006/main" noGrp="1"/>
          </p:cNvSpPr>
          <p:nvPr>
            <p:ph type="body" idx="12" hasCustomPrompt="1"/>
          </p:nvPr>
        </p:nvSpPr>
        <p:spPr>
          <a:xfrm xmlns:a="http://schemas.openxmlformats.org/drawingml/2006/main">
            <a:off x="438150" y="2971801"/>
            <a:ext cx="4183380" cy="207749"/>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indent="0">
              <a:spcBef>
                <a:spcPts val="0"/>
              </a:spcBef>
              <a:buNone/>
              <a:defRPr sz="1350" kern="1200" spc="0" baseline="0">
                <a:solidFill>
                  <a:schemeClr val="tx1"/>
                </a:solidFill>
                <a:latin typeface="+mn-lt"/>
                <a:ea typeface="+mn-lt"/>
                <a:cs typeface="+mn-lt"/>
              </a:defRPr>
            </a:lvl1pPr>
          </a:lstStyle>
          <a:p xmlns:a="http://schemas.openxmlformats.org/drawingml/2006/main">
            <a:pPr marL="0" marR="0" lvl="0" indent="0" algn="l" defTabSz="699539">
              <a:lnSpc>
                <a:spcPct val="100000"/>
              </a:lnSpc>
              <a:spcBef>
                <a:spcPts val="0"/>
              </a:spcBef>
              <a:spcAft>
                <a:spcPts val="0"/>
              </a:spcAft>
              <a:buClrTx/>
              <a:buSzPct val="90000"/>
              <a:buFont typeface="Wingdings"/>
              <a:buNone/>
            </a:pPr>
            <a:r>
              <a:t>Speaker name or subtitle text</a:t>
            </a:r>
          </a:p>
        </p:txBody>
      </p:sp>
      <p:pic>
        <p:nvPicPr>
          <p:cNvPr id="2" name="MS logo white - EMF">
            <a:extLst xmlns:a="http://schemas.openxmlformats.org/drawingml/2006/main">
              <a:ext uri="{FF2B5EF4-FFF2-40B4-BE49-F238E27FC236}">
                <a16:creationId xmlns:a16="http://schemas.microsoft.com/office/drawing/2014/main" id="{29289AA8-4CC7-4C13-96EE-42EEA4590981}"/>
              </a:ext>
            </a:extLst>
          </p:cNvPr>
          <p:cNvPicPr>
            <a:picLocks xmlns:a="http://schemas.openxmlformats.org/drawingml/2006/main" noChangeAspect="1"/>
          </p:cNvPicPr>
          <p:nvPr/>
        </p:nvPicPr>
        <p:blipFill>
          <a:blip xmlns:r="http://schemas.openxmlformats.org/officeDocument/2006/relationships" xmlns:a="http://schemas.openxmlformats.org/drawingml/2006/main" r:embed="Ra3e4d2838fd64772"/>
          <a:stretch xmlns:a="http://schemas.openxmlformats.org/drawingml/2006/main">
            <a:fillRect l="0" t="0" r="0" b="0"/>
          </a:stretch>
        </p:blipFill>
        <p:spPr>
          <a:xfrm xmlns:a="http://schemas.openxmlformats.org/drawingml/2006/main">
            <a:off x="438150" y="439341"/>
            <a:ext cx="1024684" cy="219456"/>
          </a:xfrm>
          <a:prstGeom xmlns:a="http://schemas.openxmlformats.org/drawingml/2006/main" prst="rect">
            <a:avLst/>
          </a:prstGeom>
        </p:spPr>
      </p:pic>
    </p:spTree>
  </p:cSld>
</p:sldLayout>
</file>

<file path=ppt/slideLayouts/slideLayout73.xml><?xml version="1.0" encoding="utf-8"?>
<p:sldLayout xmlns:p="http://schemas.openxmlformats.org/presentationml/2006/main" preserve="1">
  <p:cSld name="Title Slide 2">
    <p:spTree>
      <p:nvGrpSpPr>
        <p:cNvPr id="1" name=""/>
        <p:cNvGrpSpPr/>
        <p:nvPr/>
      </p:nvGrpSpPr>
      <p:grpSpPr>
        <a:xfrm xmlns:a="http://schemas.openxmlformats.org/drawingml/2006/main"/>
      </p:grpSpPr>
      <p:sp>
        <p:nvSpPr>
          <p:cNvPr id="9" name="Title 1">
            <a:extLst xmlns:a="http://schemas.openxmlformats.org/drawingml/2006/main">
              <a:ext uri="{FF2B5EF4-FFF2-40B4-BE49-F238E27FC236}">
                <a16:creationId xmlns:a16="http://schemas.microsoft.com/office/drawing/2014/main" id="{9307EAA0-6F19-4229-A31E-502ACC400906}"/>
              </a:ext>
            </a:extLst>
          </p:cNvPr>
          <p:cNvSpPr>
            <a:spLocks xmlns:a="http://schemas.openxmlformats.org/drawingml/2006/main" noGrp="1"/>
          </p:cNvSpPr>
          <p:nvPr>
            <p:ph type="title" idx="0" hasCustomPrompt="1"/>
          </p:nvPr>
        </p:nvSpPr>
        <p:spPr>
          <a:xfrm xmlns:a="http://schemas.openxmlformats.org/drawingml/2006/main">
            <a:off x="438150" y="2188669"/>
            <a:ext cx="6858000" cy="461665"/>
          </a:xfrm>
          <a:prstGeom xmlns:a="http://schemas.openxmlformats.org/drawingml/2006/main" prst="rect">
            <a:avLst/>
          </a:prstGeom>
          <a:noFill xmlns:a="http://schemas.openxmlformats.org/drawingml/2006/main"/>
        </p:spPr>
        <p:txBody>
          <a:bodyPr xmlns:a="http://schemas.openxmlformats.org/drawingml/2006/main" lIns="0" tIns="0" rIns="0" bIns="0" anchor="b">
            <a:spAutoFit/>
          </a:bodyPr>
          <a:lstStyle xmlns:a="http://schemas.openxmlformats.org/drawingml/2006/main">
            <a:lvl1pPr marL="0" indent="0">
              <a:buNone/>
              <a:defRPr sz="3000" spc="-38" baseline="0">
                <a:solidFill>
                  <a:schemeClr val="tx1"/>
                </a:solidFill>
                <a:latin typeface="+mj-lt"/>
                <a:ea typeface="+mj-lt"/>
                <a:cs typeface="+mj-lt"/>
              </a:defRPr>
            </a:lvl1pPr>
          </a:lstStyle>
          <a:p xmlns:a="http://schemas.openxmlformats.org/drawingml/2006/main">
            <a:r>
              <a:t>Event name or presentation title </a:t>
            </a:r>
          </a:p>
        </p:txBody>
      </p:sp>
      <p:sp>
        <p:nvSpPr>
          <p:cNvPr id="5" name="Text Placeholder 4">
            <a:extLst xmlns:a="http://schemas.openxmlformats.org/drawingml/2006/main">
              <a:ext uri="{FF2B5EF4-FFF2-40B4-BE49-F238E27FC236}">
                <a16:creationId xmlns:a16="http://schemas.microsoft.com/office/drawing/2014/main" id="{CF1A6CD4-1EA4-4CDB-A3BC-402F3BB4A47D}"/>
              </a:ext>
            </a:extLst>
          </p:cNvPr>
          <p:cNvSpPr>
            <a:spLocks xmlns:a="http://schemas.openxmlformats.org/drawingml/2006/main" noGrp="1"/>
          </p:cNvSpPr>
          <p:nvPr>
            <p:ph type="body" idx="12" hasCustomPrompt="1"/>
          </p:nvPr>
        </p:nvSpPr>
        <p:spPr>
          <a:xfrm xmlns:a="http://schemas.openxmlformats.org/drawingml/2006/main">
            <a:off x="438150" y="2971802"/>
            <a:ext cx="6858000" cy="207749"/>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indent="0">
              <a:spcBef>
                <a:spcPts val="0"/>
              </a:spcBef>
              <a:buNone/>
              <a:defRPr sz="1350" spc="0" baseline="0">
                <a:solidFill>
                  <a:schemeClr val="tx1"/>
                </a:solidFill>
                <a:latin typeface="+mn-lt"/>
                <a:ea typeface="+mn-lt"/>
                <a:cs typeface="+mn-lt"/>
              </a:defRPr>
            </a:lvl1pPr>
          </a:lstStyle>
          <a:p xmlns:a="http://schemas.openxmlformats.org/drawingml/2006/main">
            <a:pPr marL="0" lvl="0" indent="0">
              <a:buNone/>
            </a:pPr>
            <a:r>
              <a:t>Speaker name or subtitle text</a:t>
            </a:r>
          </a:p>
        </p:txBody>
      </p:sp>
      <p:pic>
        <p:nvPicPr>
          <p:cNvPr id="2" name="MS logo white - EMF">
            <a:extLst xmlns:a="http://schemas.openxmlformats.org/drawingml/2006/main">
              <a:ext uri="{FF2B5EF4-FFF2-40B4-BE49-F238E27FC236}">
                <a16:creationId xmlns:a16="http://schemas.microsoft.com/office/drawing/2014/main" id="{B6E1DE4D-40BD-435B-A4E2-7DD7B1B3EAE1}"/>
              </a:ext>
            </a:extLst>
          </p:cNvPr>
          <p:cNvPicPr>
            <a:picLocks xmlns:a="http://schemas.openxmlformats.org/drawingml/2006/main" noChangeAspect="1"/>
          </p:cNvPicPr>
          <p:nvPr/>
        </p:nvPicPr>
        <p:blipFill>
          <a:blip xmlns:r="http://schemas.openxmlformats.org/officeDocument/2006/relationships" xmlns:a="http://schemas.openxmlformats.org/drawingml/2006/main" r:embed="Rc6a82b796bcf4ee9"/>
          <a:stretch xmlns:a="http://schemas.openxmlformats.org/drawingml/2006/main">
            <a:fillRect l="0" t="0" r="0" b="0"/>
          </a:stretch>
        </p:blipFill>
        <p:spPr>
          <a:xfrm xmlns:a="http://schemas.openxmlformats.org/drawingml/2006/main">
            <a:off x="438150" y="439341"/>
            <a:ext cx="1024684" cy="219456"/>
          </a:xfrm>
          <a:prstGeom xmlns:a="http://schemas.openxmlformats.org/drawingml/2006/main" prst="rect">
            <a:avLst/>
          </a:prstGeom>
        </p:spPr>
      </p:pic>
    </p:spTree>
  </p:cSld>
</p:sldLayout>
</file>

<file path=ppt/slideLayouts/slideLayout74.xml><?xml version="1.0" encoding="utf-8"?>
<p:sldLayout xmlns:p="http://schemas.openxmlformats.org/presentationml/2006/main"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2FCFEFD-88E5-4869-B5C3-1611B0B50E1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marL="0" indent="0">
              <a:buNone/>
              <a:defRPr>
                <a:solidFill>
                  <a:schemeClr val="tx1"/>
                </a:solidFill>
              </a:defRPr>
            </a:lvl1pPr>
          </a:lstStyle>
          <a:p xmlns:a="http://schemas.openxmlformats.org/drawingml/2006/main">
            <a:r>
              <a:t>Click to edit Master title style</a:t>
            </a:r>
          </a:p>
        </p:txBody>
      </p:sp>
      <p:sp>
        <p:nvSpPr>
          <p:cNvPr id="4" name="Content Placeholder 3">
            <a:extLst xmlns:a="http://schemas.openxmlformats.org/drawingml/2006/main">
              <a:ext uri="{FF2B5EF4-FFF2-40B4-BE49-F238E27FC236}">
                <a16:creationId xmlns:a16="http://schemas.microsoft.com/office/drawing/2014/main" id="{58A212C2-8B30-4835-8711-AA981B6CFBE1}"/>
              </a:ext>
            </a:extLst>
          </p:cNvPr>
          <p:cNvSpPr>
            <a:spLocks xmlns:a="http://schemas.openxmlformats.org/drawingml/2006/main" noGrp="1"/>
          </p:cNvSpPr>
          <p:nvPr>
            <p:ph idx="10"/>
          </p:nvPr>
        </p:nvSpPr>
        <p:spPr>
          <a:xfrm xmlns:a="http://schemas.openxmlformats.org/drawingml/2006/main">
            <a:off x="438151" y="1076325"/>
            <a:ext cx="8264129" cy="1209562"/>
          </a:xfrm>
        </p:spPr>
        <p:txBody>
          <a:bodyPr xmlns:a="http://schemas.openxmlformats.org/drawingml/2006/main"/>
          <a:lstStyle xmlns:a="http://schemas.openxmlformats.org/drawingml/2006/main">
            <a:lvl1pPr marL="0" indent="0">
              <a:buNone/>
              <a:defRPr>
                <a:solidFill>
                  <a:schemeClr val="tx1"/>
                </a:solidFill>
              </a:defRPr>
            </a:lvl1pPr>
            <a:lvl2pPr marL="0" indent="0">
              <a:buNone/>
              <a:defRPr>
                <a:solidFill>
                  <a:schemeClr val="tx1"/>
                </a:solidFill>
              </a:defRPr>
            </a:lvl2pPr>
            <a:lvl3pPr marL="0" indent="0">
              <a:buNone/>
              <a:defRPr>
                <a:solidFill>
                  <a:schemeClr val="tx1"/>
                </a:solidFill>
              </a:defRPr>
            </a:lvl3pPr>
            <a:lvl4pPr marL="0" indent="0">
              <a:buNone/>
              <a:defRPr>
                <a:solidFill>
                  <a:schemeClr val="tx1"/>
                </a:solidFill>
              </a:defRPr>
            </a:lvl4pPr>
            <a:lvl5pPr marL="0" indent="0">
              <a:buNone/>
              <a:defRPr>
                <a:solidFill>
                  <a:schemeClr val="tx1"/>
                </a:solidFill>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6" name="TextBox 5">
            <a:extLst xmlns:a="http://schemas.openxmlformats.org/drawingml/2006/main">
              <a:ext uri="{FF2B5EF4-FFF2-40B4-BE49-F238E27FC236}">
                <a16:creationId xmlns:a16="http://schemas.microsoft.com/office/drawing/2014/main" id="{4F9662A5-6E2F-47B0-9B6E-E87983D3753C}"/>
              </a:ext>
            </a:extLst>
          </p:cNvPr>
          <p:cNvSpPr>
            <a:spLocks xmlns:a="http://schemas.openxmlformats.org/drawingml/2006/main" noGrp="1"/>
          </p:cNvSpPr>
          <p:nvPr/>
        </p:nvSpPr>
        <p:spPr>
          <a:xfrm xmlns:a="http://schemas.openxmlformats.org/drawingml/2006/main">
            <a:off x="9266792" y="-152958"/>
            <a:ext cx="431208" cy="1154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75.xml><?xml version="1.0" encoding="utf-8"?>
<p:sldLayout xmlns:p="http://schemas.openxmlformats.org/presentationml/2006/main" preserve="1">
  <p:cSld name="Title &amp; Non-bulleted text">
    <p:spTree>
      <p:nvGrpSpPr>
        <p:cNvPr id="1" name=""/>
        <p:cNvGrpSpPr/>
        <p:nvPr/>
      </p:nvGrpSpPr>
      <p:grpSpPr>
        <a:xfrm xmlns:a="http://schemas.openxmlformats.org/drawingml/2006/main"/>
      </p:grpSpPr>
      <p:sp>
        <p:nvSpPr>
          <p:cNvPr id="7" name="Title 6">
            <a:extLst xmlns:a="http://schemas.openxmlformats.org/drawingml/2006/main">
              <a:ext uri="{FF2B5EF4-FFF2-40B4-BE49-F238E27FC236}">
                <a16:creationId xmlns:a16="http://schemas.microsoft.com/office/drawing/2014/main" id="{34B655BA-10A4-4A57-89DB-CFFBE1CA1E3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4" name="Text Placeholder 3">
            <a:extLst xmlns:a="http://schemas.openxmlformats.org/drawingml/2006/main">
              <a:ext uri="{FF2B5EF4-FFF2-40B4-BE49-F238E27FC236}">
                <a16:creationId xmlns:a16="http://schemas.microsoft.com/office/drawing/2014/main" id="{86ED1D45-9C3B-4861-8478-F19E371BC72E}"/>
              </a:ext>
            </a:extLst>
          </p:cNvPr>
          <p:cNvSpPr>
            <a:spLocks xmlns:a="http://schemas.openxmlformats.org/drawingml/2006/main" noGrp="1"/>
          </p:cNvSpPr>
          <p:nvPr>
            <p:ph type="body" idx="10"/>
          </p:nvPr>
        </p:nvSpPr>
        <p:spPr>
          <a:xfrm xmlns:a="http://schemas.openxmlformats.org/drawingml/2006/main">
            <a:off x="439793" y="1075779"/>
            <a:ext cx="8263890" cy="1209562"/>
          </a:xfrm>
        </p:spPr>
        <p:txBody>
          <a:bodyPr xmlns:a="http://schemas.openxmlformats.org/drawingml/2006/main" wrap="square">
            <a:spAutoFit/>
          </a:bodyPr>
          <a:lstStyle xmlns:a="http://schemas.openxmlformats.org/drawingml/2006/main">
            <a:lvl1pPr marL="0" indent="0">
              <a:buNone/>
              <a:defRPr/>
            </a:lvl1pPr>
            <a:lvl2pPr marL="0" indent="0">
              <a:buNone/>
              <a:defRPr/>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Tree>
  </p:cSld>
</p:sldLayout>
</file>

<file path=ppt/slideLayouts/slideLayout76.xml><?xml version="1.0" encoding="utf-8"?>
<p:sldLayout xmlns:p="http://schemas.openxmlformats.org/presentationml/2006/main" preserve="1">
  <p:cSld name="Two Column Bullet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1BE2550-DA43-453C-A328-33C740E6540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5" name="Content Placeholder 4">
            <a:extLst xmlns:a="http://schemas.openxmlformats.org/drawingml/2006/main">
              <a:ext uri="{FF2B5EF4-FFF2-40B4-BE49-F238E27FC236}">
                <a16:creationId xmlns:a16="http://schemas.microsoft.com/office/drawing/2014/main" id="{14B7A288-CDAC-4184-9F73-137C95F5E643}"/>
              </a:ext>
            </a:extLst>
          </p:cNvPr>
          <p:cNvSpPr>
            <a:spLocks xmlns:a="http://schemas.openxmlformats.org/drawingml/2006/main" noGrp="1"/>
          </p:cNvSpPr>
          <p:nvPr>
            <p:ph idx="12"/>
          </p:nvPr>
        </p:nvSpPr>
        <p:spPr>
          <a:xfrm xmlns:a="http://schemas.openxmlformats.org/drawingml/2006/main">
            <a:off x="438151" y="1076325"/>
            <a:ext cx="3908822" cy="1209562"/>
          </a:xfrm>
        </p:spPr>
        <p:txBody>
          <a:bodyPr xmlns:a="http://schemas.openxmlformats.org/drawingml/2006/main"/>
          <a:lstStyle xmlns:a="http://schemas.openxmlformats.org/drawingml/2006/main"/>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9" name="Content Placeholder 8">
            <a:extLst xmlns:a="http://schemas.openxmlformats.org/drawingml/2006/main">
              <a:ext uri="{FF2B5EF4-FFF2-40B4-BE49-F238E27FC236}">
                <a16:creationId xmlns:a16="http://schemas.microsoft.com/office/drawing/2014/main" id="{CEC22105-78D6-4753-94FA-3DA949361A95}"/>
              </a:ext>
            </a:extLst>
          </p:cNvPr>
          <p:cNvSpPr>
            <a:spLocks xmlns:a="http://schemas.openxmlformats.org/drawingml/2006/main" noGrp="1"/>
          </p:cNvSpPr>
          <p:nvPr>
            <p:ph idx="13"/>
          </p:nvPr>
        </p:nvSpPr>
        <p:spPr>
          <a:xfrm xmlns:a="http://schemas.openxmlformats.org/drawingml/2006/main">
            <a:off x="4792267" y="1076325"/>
            <a:ext cx="3914775" cy="1209562"/>
          </a:xfrm>
        </p:spPr>
        <p:txBody>
          <a:bodyPr xmlns:a="http://schemas.openxmlformats.org/drawingml/2006/main"/>
          <a:lstStyle xmlns:a="http://schemas.openxmlformats.org/drawingml/2006/main"/>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6" name="TextBox 5">
            <a:extLst xmlns:a="http://schemas.openxmlformats.org/drawingml/2006/main">
              <a:ext uri="{FF2B5EF4-FFF2-40B4-BE49-F238E27FC236}">
                <a16:creationId xmlns:a16="http://schemas.microsoft.com/office/drawing/2014/main" id="{5F6A123D-3A27-499F-9210-3E0D7CED39C6}"/>
              </a:ext>
            </a:extLst>
          </p:cNvPr>
          <p:cNvSpPr>
            <a:spLocks xmlns:a="http://schemas.openxmlformats.org/drawingml/2006/main" noGrp="1"/>
          </p:cNvSpPr>
          <p:nvPr/>
        </p:nvSpPr>
        <p:spPr>
          <a:xfrm xmlns:a="http://schemas.openxmlformats.org/drawingml/2006/main">
            <a:off x="9266792" y="-152958"/>
            <a:ext cx="431208" cy="1154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77.xml><?xml version="1.0" encoding="utf-8"?>
<p:sldLayout xmlns:p="http://schemas.openxmlformats.org/presentationml/2006/main" preserve="1">
  <p:cSld name="Two Column Non-bulleted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876633-3E8D-4CF4-A5D4-D4E9D88A6DE0}"/>
              </a:ext>
            </a:extLst>
          </p:cNvPr>
          <p:cNvSpPr>
            <a:spLocks xmlns:a="http://schemas.openxmlformats.org/drawingml/2006/main" noGrp="1"/>
          </p:cNvSpPr>
          <p:nvPr>
            <p:ph type="title" idx="0"/>
          </p:nvPr>
        </p:nvSpPr>
        <p:spPr>
          <a:xfrm xmlns:a="http://schemas.openxmlformats.org/drawingml/2006/main">
            <a:off x="441197" y="342901"/>
            <a:ext cx="8263890" cy="415499"/>
          </a:xfrm>
        </p:spPr>
        <p:txBody>
          <a:bodyPr xmlns:a="http://schemas.openxmlformats.org/drawingml/2006/main"/>
          <a:lstStyle xmlns:a="http://schemas.openxmlformats.org/drawingml/2006/main"/>
          <a:p xmlns:a="http://schemas.openxmlformats.org/drawingml/2006/main">
            <a:r>
              <a:t>Click to edit Master title style</a:t>
            </a:r>
          </a:p>
        </p:txBody>
      </p:sp>
      <p:sp>
        <p:nvSpPr>
          <p:cNvPr id="4" name="Text Placeholder 3">
            <a:extLst xmlns:a="http://schemas.openxmlformats.org/drawingml/2006/main">
              <a:ext uri="{FF2B5EF4-FFF2-40B4-BE49-F238E27FC236}">
                <a16:creationId xmlns:a16="http://schemas.microsoft.com/office/drawing/2014/main" id="{54E38A8A-2E0F-43BA-BD9A-DE81A068951C}"/>
              </a:ext>
            </a:extLst>
          </p:cNvPr>
          <p:cNvSpPr>
            <a:spLocks xmlns:a="http://schemas.openxmlformats.org/drawingml/2006/main" noGrp="1"/>
          </p:cNvSpPr>
          <p:nvPr>
            <p:ph type="body" idx="10"/>
          </p:nvPr>
        </p:nvSpPr>
        <p:spPr>
          <a:xfrm xmlns:a="http://schemas.openxmlformats.org/drawingml/2006/main">
            <a:off x="438150" y="1076326"/>
            <a:ext cx="3909060" cy="1237262"/>
          </a:xfrm>
        </p:spPr>
        <p:txBody>
          <a:bodyPr xmlns:a="http://schemas.openxmlformats.org/drawingml/2006/main" wrap="square">
            <a:spAutoFit/>
          </a:bodyPr>
          <a:lstStyle xmlns:a="http://schemas.openxmlformats.org/drawingml/2006/main">
            <a:lvl1pPr marL="0" indent="0">
              <a:spcBef>
                <a:spcPts val="918"/>
              </a:spcBef>
              <a:buClr>
                <a:schemeClr val="tx1"/>
              </a:buClr>
              <a:buFont typeface="Wingdings"/>
              <a:buNone/>
              <a:defRPr sz="2100" b="0">
                <a:latin typeface="Segoe UI"/>
                <a:ea typeface="Segoe UI"/>
                <a:cs typeface="Segoe UI"/>
              </a:defRPr>
            </a:lvl1pPr>
            <a:lvl2pPr marL="0" indent="0">
              <a:buFont typeface="Wingdings"/>
              <a:buNone/>
              <a:defRPr sz="1500" b="0"/>
            </a:lvl2pPr>
            <a:lvl3pPr marL="0" indent="0">
              <a:buFont typeface="Wingdings"/>
              <a:buNone/>
              <a:defRPr sz="1200" b="0"/>
            </a:lvl3pPr>
            <a:lvl4pPr marL="0" indent="0">
              <a:buFont typeface="Wingdings"/>
              <a:buNone/>
              <a:defRPr sz="1050" b="0"/>
            </a:lvl4pPr>
            <a:lvl5pPr marL="0" indent="0">
              <a:buFont typeface="Wingdings"/>
              <a:buNone/>
              <a:defRPr sz="1050" b="0"/>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6" name="Text Placeholder 3">
            <a:extLst xmlns:a="http://schemas.openxmlformats.org/drawingml/2006/main">
              <a:ext uri="{FF2B5EF4-FFF2-40B4-BE49-F238E27FC236}">
                <a16:creationId xmlns:a16="http://schemas.microsoft.com/office/drawing/2014/main" id="{8E9CDCB4-03E1-4763-B83E-A1334BCDB0C0}"/>
              </a:ext>
            </a:extLst>
          </p:cNvPr>
          <p:cNvSpPr>
            <a:spLocks xmlns:a="http://schemas.openxmlformats.org/drawingml/2006/main" noGrp="1"/>
          </p:cNvSpPr>
          <p:nvPr>
            <p:ph type="body" idx="12"/>
          </p:nvPr>
        </p:nvSpPr>
        <p:spPr>
          <a:xfrm xmlns:a="http://schemas.openxmlformats.org/drawingml/2006/main">
            <a:off x="4797878" y="1076326"/>
            <a:ext cx="3909060" cy="1237262"/>
          </a:xfrm>
        </p:spPr>
        <p:txBody>
          <a:bodyPr xmlns:a="http://schemas.openxmlformats.org/drawingml/2006/main" wrap="square">
            <a:spAutoFit/>
          </a:bodyPr>
          <a:lstStyle xmlns:a="http://schemas.openxmlformats.org/drawingml/2006/main">
            <a:lvl1pPr marL="0" indent="0">
              <a:spcBef>
                <a:spcPts val="918"/>
              </a:spcBef>
              <a:buClr>
                <a:schemeClr val="tx1"/>
              </a:buClr>
              <a:buFont typeface="Wingdings"/>
              <a:buNone/>
              <a:defRPr sz="2100" b="0">
                <a:latin typeface="Segoe UI"/>
                <a:ea typeface="Segoe UI"/>
                <a:cs typeface="Segoe UI"/>
              </a:defRPr>
            </a:lvl1pPr>
            <a:lvl2pPr marL="0" indent="0">
              <a:buFont typeface="Wingdings"/>
              <a:buNone/>
              <a:defRPr sz="1500" b="0"/>
            </a:lvl2pPr>
            <a:lvl3pPr marL="0" indent="0">
              <a:buFont typeface="Wingdings"/>
              <a:buNone/>
              <a:defRPr sz="1200" b="0"/>
            </a:lvl3pPr>
            <a:lvl4pPr marL="0" indent="0">
              <a:buFont typeface="Wingdings"/>
              <a:buNone/>
              <a:defRPr sz="1050" b="0"/>
            </a:lvl4pPr>
            <a:lvl5pPr marL="0" indent="0">
              <a:buFont typeface="Wingdings"/>
              <a:buNone/>
              <a:defRPr sz="1050" b="0"/>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Tree>
  </p:cSld>
</p:sldLayout>
</file>

<file path=ppt/slideLayouts/slideLayout78.xml><?xml version="1.0" encoding="utf-8"?>
<p:sldLayout xmlns:p="http://schemas.openxmlformats.org/presentationml/2006/main" preserve="1">
  <p:cSld name="Two Column Bullet with Subheads">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876633-3E8D-4CF4-A5D4-D4E9D88A6DE0}"/>
              </a:ext>
            </a:extLst>
          </p:cNvPr>
          <p:cNvSpPr>
            <a:spLocks xmlns:a="http://schemas.openxmlformats.org/drawingml/2006/main" noGrp="1"/>
          </p:cNvSpPr>
          <p:nvPr>
            <p:ph type="title" idx="0"/>
          </p:nvPr>
        </p:nvSpPr>
        <p:spPr>
          <a:xfrm xmlns:a="http://schemas.openxmlformats.org/drawingml/2006/main">
            <a:off x="441197" y="342901"/>
            <a:ext cx="8263890" cy="415499"/>
          </a:xfrm>
        </p:spPr>
        <p:txBody>
          <a:bodyPr xmlns:a="http://schemas.openxmlformats.org/drawingml/2006/main">
            <a:spAutoFit/>
          </a:bodyPr>
          <a:lstStyle xmlns:a="http://schemas.openxmlformats.org/drawingml/2006/main">
            <a:lvl1pPr marL="0" indent="0">
              <a:buNone/>
              <a:defRPr/>
            </a:lvl1pPr>
          </a:lstStyle>
          <a:p xmlns:a="http://schemas.openxmlformats.org/drawingml/2006/main">
            <a:r>
              <a:t>Click to edit Master title style</a:t>
            </a:r>
          </a:p>
        </p:txBody>
      </p:sp>
      <p:sp>
        <p:nvSpPr>
          <p:cNvPr id="12" name="Text Placeholder 11">
            <a:extLst xmlns:a="http://schemas.openxmlformats.org/drawingml/2006/main">
              <a:ext uri="{FF2B5EF4-FFF2-40B4-BE49-F238E27FC236}">
                <a16:creationId xmlns:a16="http://schemas.microsoft.com/office/drawing/2014/main" id="{DD525736-DEE8-4391-8135-23DE0640053A}"/>
              </a:ext>
            </a:extLst>
          </p:cNvPr>
          <p:cNvSpPr>
            <a:spLocks xmlns:a="http://schemas.openxmlformats.org/drawingml/2006/main" noGrp="1"/>
          </p:cNvSpPr>
          <p:nvPr>
            <p:ph type="body" idx="16"/>
          </p:nvPr>
        </p:nvSpPr>
        <p:spPr>
          <a:xfrm xmlns:a="http://schemas.openxmlformats.org/drawingml/2006/main">
            <a:off x="438151" y="1077518"/>
            <a:ext cx="3914775" cy="323165"/>
          </a:xfrm>
        </p:spPr>
        <p:txBody>
          <a:bodyPr xmlns:a="http://schemas.openxmlformats.org/drawingml/2006/main" anchor="t"/>
          <a:lstStyle xmlns:a="http://schemas.openxmlformats.org/drawingml/2006/main">
            <a:lvl1pPr marL="0" indent="0">
              <a:spcBef>
                <a:spcPts val="0"/>
              </a:spcBef>
              <a:buNone/>
              <a:defRPr sz="21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8" name="Text Placeholder 7">
            <a:extLst xmlns:a="http://schemas.openxmlformats.org/drawingml/2006/main">
              <a:ext uri="{FF2B5EF4-FFF2-40B4-BE49-F238E27FC236}">
                <a16:creationId xmlns:a16="http://schemas.microsoft.com/office/drawing/2014/main" id="{98E90344-0294-48E2-AAF0-601BB99500E7}"/>
              </a:ext>
            </a:extLst>
          </p:cNvPr>
          <p:cNvSpPr>
            <a:spLocks xmlns:a="http://schemas.openxmlformats.org/drawingml/2006/main" noGrp="1"/>
          </p:cNvSpPr>
          <p:nvPr>
            <p:ph type="body" idx="14"/>
          </p:nvPr>
        </p:nvSpPr>
        <p:spPr>
          <a:xfrm xmlns:a="http://schemas.openxmlformats.org/drawingml/2006/main">
            <a:off x="438151" y="1563291"/>
            <a:ext cx="3914775" cy="1209562"/>
          </a:xfrm>
        </p:spPr>
        <p:txBody>
          <a:bodyPr xmlns:a="http://schemas.openxmlformats.org/drawingml/2006/main">
            <a:spAutoFit/>
          </a:bodyPr>
          <a:lstStyle xmlns:a="http://schemas.openxmlformats.org/drawingml/2006/main">
            <a:lvl1pPr marL="0" indent="0">
              <a:buNone/>
              <a:defRPr sz="1800"/>
            </a:lvl1pPr>
            <a:lvl2pPr marL="0" indent="0">
              <a:buNone/>
              <a:defRPr/>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13" name="Text Placeholder 11">
            <a:extLst xmlns:a="http://schemas.openxmlformats.org/drawingml/2006/main">
              <a:ext uri="{FF2B5EF4-FFF2-40B4-BE49-F238E27FC236}">
                <a16:creationId xmlns:a16="http://schemas.microsoft.com/office/drawing/2014/main" id="{B4F729D4-B1F1-45F2-A06A-40234B19C883}"/>
              </a:ext>
            </a:extLst>
          </p:cNvPr>
          <p:cNvSpPr>
            <a:spLocks xmlns:a="http://schemas.openxmlformats.org/drawingml/2006/main" noGrp="1"/>
          </p:cNvSpPr>
          <p:nvPr>
            <p:ph type="body" idx="17"/>
          </p:nvPr>
        </p:nvSpPr>
        <p:spPr>
          <a:xfrm xmlns:a="http://schemas.openxmlformats.org/drawingml/2006/main">
            <a:off x="4798220" y="1077518"/>
            <a:ext cx="3914775" cy="323165"/>
          </a:xfrm>
        </p:spPr>
        <p:txBody>
          <a:bodyPr xmlns:a="http://schemas.openxmlformats.org/drawingml/2006/main" anchor="t"/>
          <a:lstStyle xmlns:a="http://schemas.openxmlformats.org/drawingml/2006/main">
            <a:lvl1pPr marL="0" indent="0">
              <a:spcBef>
                <a:spcPts val="0"/>
              </a:spcBef>
              <a:buNone/>
              <a:defRPr sz="21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10" name="Text Placeholder 9">
            <a:extLst xmlns:a="http://schemas.openxmlformats.org/drawingml/2006/main">
              <a:ext uri="{FF2B5EF4-FFF2-40B4-BE49-F238E27FC236}">
                <a16:creationId xmlns:a16="http://schemas.microsoft.com/office/drawing/2014/main" id="{D1F896FB-325C-4849-B372-8DF0D6C0562C}"/>
              </a:ext>
            </a:extLst>
          </p:cNvPr>
          <p:cNvSpPr>
            <a:spLocks xmlns:a="http://schemas.openxmlformats.org/drawingml/2006/main" noGrp="1"/>
          </p:cNvSpPr>
          <p:nvPr>
            <p:ph type="body" idx="15"/>
          </p:nvPr>
        </p:nvSpPr>
        <p:spPr>
          <a:xfrm xmlns:a="http://schemas.openxmlformats.org/drawingml/2006/main">
            <a:off x="4798220" y="1563291"/>
            <a:ext cx="3914775" cy="1209562"/>
          </a:xfrm>
        </p:spPr>
        <p:txBody>
          <a:bodyPr xmlns:a="http://schemas.openxmlformats.org/drawingml/2006/main">
            <a:spAutoFit/>
          </a:bodyPr>
          <a:lstStyle xmlns:a="http://schemas.openxmlformats.org/drawingml/2006/main">
            <a:lvl1pPr marL="0" indent="0">
              <a:buNone/>
              <a:defRPr sz="1800"/>
            </a:lvl1pPr>
            <a:lvl2pPr marL="0" indent="0">
              <a:buNone/>
              <a:defRPr/>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Tree>
  </p:cSld>
</p:sldLayout>
</file>

<file path=ppt/slideLayouts/slideLayout79.xml><?xml version="1.0" encoding="utf-8"?>
<p:sldLayout xmlns:p="http://schemas.openxmlformats.org/presentationml/2006/main" preserve="1">
  <p:cSld name="Two Column Content with Subheads">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876633-3E8D-4CF4-A5D4-D4E9D88A6DE0}"/>
              </a:ext>
            </a:extLst>
          </p:cNvPr>
          <p:cNvSpPr>
            <a:spLocks xmlns:a="http://schemas.openxmlformats.org/drawingml/2006/main" noGrp="1"/>
          </p:cNvSpPr>
          <p:nvPr>
            <p:ph type="title" idx="0"/>
          </p:nvPr>
        </p:nvSpPr>
        <p:spPr>
          <a:xfrm xmlns:a="http://schemas.openxmlformats.org/drawingml/2006/main">
            <a:off x="441197" y="342901"/>
            <a:ext cx="8263890" cy="415499"/>
          </a:xfrm>
        </p:spPr>
        <p:txBody>
          <a:bodyPr xmlns:a="http://schemas.openxmlformats.org/drawingml/2006/main">
            <a:spAutoFit/>
          </a:bodyPr>
          <a:lstStyle xmlns:a="http://schemas.openxmlformats.org/drawingml/2006/main">
            <a:lvl1pPr marL="0" indent="0">
              <a:buNone/>
              <a:defRPr/>
            </a:lvl1pPr>
          </a:lstStyle>
          <a:p xmlns:a="http://schemas.openxmlformats.org/drawingml/2006/main">
            <a:r>
              <a:t>Click to edit Master title style</a:t>
            </a:r>
          </a:p>
        </p:txBody>
      </p:sp>
      <p:sp>
        <p:nvSpPr>
          <p:cNvPr id="18" name="Text Placeholder 11">
            <a:extLst xmlns:a="http://schemas.openxmlformats.org/drawingml/2006/main">
              <a:ext uri="{FF2B5EF4-FFF2-40B4-BE49-F238E27FC236}">
                <a16:creationId xmlns:a16="http://schemas.microsoft.com/office/drawing/2014/main" id="{C2759870-0BEA-44DC-A414-1C70D04E35CC}"/>
              </a:ext>
            </a:extLst>
          </p:cNvPr>
          <p:cNvSpPr>
            <a:spLocks xmlns:a="http://schemas.openxmlformats.org/drawingml/2006/main" noGrp="1"/>
          </p:cNvSpPr>
          <p:nvPr>
            <p:ph type="body" idx="16"/>
          </p:nvPr>
        </p:nvSpPr>
        <p:spPr>
          <a:xfrm xmlns:a="http://schemas.openxmlformats.org/drawingml/2006/main">
            <a:off x="438151" y="1077518"/>
            <a:ext cx="3914775" cy="323165"/>
          </a:xfrm>
        </p:spPr>
        <p:txBody>
          <a:bodyPr xmlns:a="http://schemas.openxmlformats.org/drawingml/2006/main" anchor="t"/>
          <a:lstStyle xmlns:a="http://schemas.openxmlformats.org/drawingml/2006/main">
            <a:lvl1pPr marL="0" indent="0">
              <a:spcBef>
                <a:spcPts val="0"/>
              </a:spcBef>
              <a:buNone/>
              <a:defRPr sz="21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15" name="Content Placeholder 14">
            <a:extLst xmlns:a="http://schemas.openxmlformats.org/drawingml/2006/main">
              <a:ext uri="{FF2B5EF4-FFF2-40B4-BE49-F238E27FC236}">
                <a16:creationId xmlns:a16="http://schemas.microsoft.com/office/drawing/2014/main" id="{BFEF95FA-F121-4653-B60A-0D068C345462}"/>
              </a:ext>
            </a:extLst>
          </p:cNvPr>
          <p:cNvSpPr>
            <a:spLocks xmlns:a="http://schemas.openxmlformats.org/drawingml/2006/main" noGrp="1"/>
          </p:cNvSpPr>
          <p:nvPr>
            <p:ph idx="11"/>
          </p:nvPr>
        </p:nvSpPr>
        <p:spPr>
          <a:xfrm xmlns:a="http://schemas.openxmlformats.org/drawingml/2006/main">
            <a:off x="441724" y="1560910"/>
            <a:ext cx="3911203" cy="1163395"/>
          </a:xfrm>
        </p:spPr>
        <p:txBody>
          <a:bodyPr xmlns:a="http://schemas.openxmlformats.org/drawingml/2006/main"/>
          <a:lstStyle xmlns:a="http://schemas.openxmlformats.org/drawingml/2006/main">
            <a:lvl1pPr marL="0" indent="0">
              <a:buNone/>
              <a:defRPr sz="1800"/>
            </a:lvl1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19" name="Text Placeholder 11">
            <a:extLst xmlns:a="http://schemas.openxmlformats.org/drawingml/2006/main">
              <a:ext uri="{FF2B5EF4-FFF2-40B4-BE49-F238E27FC236}">
                <a16:creationId xmlns:a16="http://schemas.microsoft.com/office/drawing/2014/main" id="{C327262A-D327-4189-AD22-BAD67CF4AB79}"/>
              </a:ext>
            </a:extLst>
          </p:cNvPr>
          <p:cNvSpPr>
            <a:spLocks xmlns:a="http://schemas.openxmlformats.org/drawingml/2006/main" noGrp="1"/>
          </p:cNvSpPr>
          <p:nvPr>
            <p:ph type="body" idx="17"/>
          </p:nvPr>
        </p:nvSpPr>
        <p:spPr>
          <a:xfrm xmlns:a="http://schemas.openxmlformats.org/drawingml/2006/main">
            <a:off x="4798220" y="1077518"/>
            <a:ext cx="3914775" cy="323165"/>
          </a:xfrm>
        </p:spPr>
        <p:txBody>
          <a:bodyPr xmlns:a="http://schemas.openxmlformats.org/drawingml/2006/main" anchor="t"/>
          <a:lstStyle xmlns:a="http://schemas.openxmlformats.org/drawingml/2006/main">
            <a:lvl1pPr marL="0" indent="0">
              <a:spcBef>
                <a:spcPts val="0"/>
              </a:spcBef>
              <a:buNone/>
              <a:defRPr sz="21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17" name="Content Placeholder 14">
            <a:extLst xmlns:a="http://schemas.openxmlformats.org/drawingml/2006/main">
              <a:ext uri="{FF2B5EF4-FFF2-40B4-BE49-F238E27FC236}">
                <a16:creationId xmlns:a16="http://schemas.microsoft.com/office/drawing/2014/main" id="{47F8EAA9-0E64-4589-A234-BC31685BE7D3}"/>
              </a:ext>
            </a:extLst>
          </p:cNvPr>
          <p:cNvSpPr>
            <a:spLocks xmlns:a="http://schemas.openxmlformats.org/drawingml/2006/main" noGrp="1"/>
          </p:cNvSpPr>
          <p:nvPr>
            <p:ph idx="13"/>
          </p:nvPr>
        </p:nvSpPr>
        <p:spPr>
          <a:xfrm xmlns:a="http://schemas.openxmlformats.org/drawingml/2006/main">
            <a:off x="4795840" y="1560910"/>
            <a:ext cx="3911203" cy="1163395"/>
          </a:xfrm>
        </p:spPr>
        <p:txBody>
          <a:bodyPr xmlns:a="http://schemas.openxmlformats.org/drawingml/2006/main"/>
          <a:lstStyle xmlns:a="http://schemas.openxmlformats.org/drawingml/2006/main">
            <a:lvl1pPr marL="0" indent="0">
              <a:buNone/>
              <a:defRPr sz="1800"/>
            </a:lvl1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3" name="TextBox 2">
            <a:extLst xmlns:a="http://schemas.openxmlformats.org/drawingml/2006/main">
              <a:ext uri="{FF2B5EF4-FFF2-40B4-BE49-F238E27FC236}">
                <a16:creationId xmlns:a16="http://schemas.microsoft.com/office/drawing/2014/main" id="{807CBEB8-AFEF-362F-CB36-DC00FA4C6C8A}"/>
              </a:ext>
            </a:extLst>
          </p:cNvPr>
          <p:cNvSpPr>
            <a:spLocks xmlns:a="http://schemas.openxmlformats.org/drawingml/2006/main" noGrp="1"/>
          </p:cNvSpPr>
          <p:nvPr/>
        </p:nvSpPr>
        <p:spPr>
          <a:xfrm xmlns:a="http://schemas.openxmlformats.org/drawingml/2006/main">
            <a:off x="9266792" y="-152958"/>
            <a:ext cx="431208" cy="1154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80.xml><?xml version="1.0" encoding="utf-8"?>
<p:sldLayout xmlns:p="http://schemas.openxmlformats.org/presentationml/2006/main" preserve="1">
  <p:cSld name="Three Column Bullet with Subtitles">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F260F77E-464D-46F7-A8F8-6F281DAB0C7A}"/>
              </a:ext>
            </a:extLst>
          </p:cNvPr>
          <p:cNvSpPr>
            <a:spLocks xmlns:a="http://schemas.openxmlformats.org/drawingml/2006/main" noGrp="1"/>
          </p:cNvSpPr>
          <p:nvPr>
            <p:ph type="title" idx="0"/>
          </p:nvPr>
        </p:nvSpPr>
        <p:spPr>
          <a:xfrm xmlns:a="http://schemas.openxmlformats.org/drawingml/2006/main">
            <a:off x="441197" y="342901"/>
            <a:ext cx="8263890" cy="415499"/>
          </a:xfrm>
        </p:spPr>
        <p:txBody>
          <a:bodyPr xmlns:a="http://schemas.openxmlformats.org/drawingml/2006/main">
            <a:spAutoFit/>
          </a:bodyPr>
          <a:lstStyle xmlns:a="http://schemas.openxmlformats.org/drawingml/2006/main"/>
          <a:p xmlns:a="http://schemas.openxmlformats.org/drawingml/2006/main">
            <a:r>
              <a:t>Click to edit Master title style</a:t>
            </a:r>
          </a:p>
        </p:txBody>
      </p:sp>
      <p:sp>
        <p:nvSpPr>
          <p:cNvPr id="19" name="Text Placeholder 11">
            <a:extLst xmlns:a="http://schemas.openxmlformats.org/drawingml/2006/main">
              <a:ext uri="{FF2B5EF4-FFF2-40B4-BE49-F238E27FC236}">
                <a16:creationId xmlns:a16="http://schemas.microsoft.com/office/drawing/2014/main" id="{CB20F198-3776-433D-85A8-C2B6AC6235FF}"/>
              </a:ext>
            </a:extLst>
          </p:cNvPr>
          <p:cNvSpPr>
            <a:spLocks xmlns:a="http://schemas.openxmlformats.org/drawingml/2006/main" noGrp="1"/>
          </p:cNvSpPr>
          <p:nvPr>
            <p:ph type="body" idx="16"/>
          </p:nvPr>
        </p:nvSpPr>
        <p:spPr>
          <a:xfrm xmlns:a="http://schemas.openxmlformats.org/drawingml/2006/main">
            <a:off x="438913" y="1078706"/>
            <a:ext cx="2448306" cy="507831"/>
          </a:xfrm>
        </p:spPr>
        <p:txBody>
          <a:bodyPr xmlns:a="http://schemas.openxmlformats.org/drawingml/2006/main" anchor="t"/>
          <a:lstStyle xmlns:a="http://schemas.openxmlformats.org/drawingml/2006/main">
            <a:lvl1pPr marL="0" indent="0">
              <a:spcBef>
                <a:spcPts val="0"/>
              </a:spcBef>
              <a:buNone/>
              <a:defRPr sz="165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20" name="Text Placeholder 7">
            <a:extLst xmlns:a="http://schemas.openxmlformats.org/drawingml/2006/main">
              <a:ext uri="{FF2B5EF4-FFF2-40B4-BE49-F238E27FC236}">
                <a16:creationId xmlns:a16="http://schemas.microsoft.com/office/drawing/2014/main" id="{97BC59AA-6CF8-4091-8008-21AA9AD8E8B5}"/>
              </a:ext>
            </a:extLst>
          </p:cNvPr>
          <p:cNvSpPr>
            <a:spLocks xmlns:a="http://schemas.openxmlformats.org/drawingml/2006/main" noGrp="1"/>
          </p:cNvSpPr>
          <p:nvPr>
            <p:ph type="body" idx="14"/>
          </p:nvPr>
        </p:nvSpPr>
        <p:spPr>
          <a:xfrm xmlns:a="http://schemas.openxmlformats.org/drawingml/2006/main">
            <a:off x="438913" y="1793082"/>
            <a:ext cx="2448306" cy="1320362"/>
          </a:xfrm>
        </p:spPr>
        <p:txBody>
          <a:bodyPr xmlns:a="http://schemas.openxmlformats.org/drawingml/2006/main" wrap="square">
            <a:spAutoFit/>
          </a:bodyPr>
          <a:lstStyle xmlns:a="http://schemas.openxmlformats.org/drawingml/2006/main">
            <a:lvl1pPr marL="0" indent="0">
              <a:buNone/>
              <a:defRPr sz="1500"/>
            </a:lvl1pPr>
            <a:lvl2pPr marL="0" indent="0">
              <a:buNone/>
              <a:defRPr sz="1350"/>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1" name="Text Placeholder 11">
            <a:extLst xmlns:a="http://schemas.openxmlformats.org/drawingml/2006/main">
              <a:ext uri="{FF2B5EF4-FFF2-40B4-BE49-F238E27FC236}">
                <a16:creationId xmlns:a16="http://schemas.microsoft.com/office/drawing/2014/main" id="{BECED387-BA3E-49B2-8F1E-0E371E09E0A4}"/>
              </a:ext>
            </a:extLst>
          </p:cNvPr>
          <p:cNvSpPr>
            <a:spLocks xmlns:a="http://schemas.openxmlformats.org/drawingml/2006/main" noGrp="1"/>
          </p:cNvSpPr>
          <p:nvPr>
            <p:ph type="body" idx="17"/>
          </p:nvPr>
        </p:nvSpPr>
        <p:spPr>
          <a:xfrm xmlns:a="http://schemas.openxmlformats.org/drawingml/2006/main">
            <a:off x="3347847" y="1078706"/>
            <a:ext cx="2448306" cy="507831"/>
          </a:xfrm>
        </p:spPr>
        <p:txBody>
          <a:bodyPr xmlns:a="http://schemas.openxmlformats.org/drawingml/2006/main" anchor="t"/>
          <a:lstStyle xmlns:a="http://schemas.openxmlformats.org/drawingml/2006/main">
            <a:lvl1pPr marL="0" indent="0">
              <a:spcBef>
                <a:spcPts val="0"/>
              </a:spcBef>
              <a:buNone/>
              <a:defRPr sz="165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22" name="Text Placeholder 9">
            <a:extLst xmlns:a="http://schemas.openxmlformats.org/drawingml/2006/main">
              <a:ext uri="{FF2B5EF4-FFF2-40B4-BE49-F238E27FC236}">
                <a16:creationId xmlns:a16="http://schemas.microsoft.com/office/drawing/2014/main" id="{6B26A1CD-81F9-4C2F-896F-E69757C6658C}"/>
              </a:ext>
            </a:extLst>
          </p:cNvPr>
          <p:cNvSpPr>
            <a:spLocks xmlns:a="http://schemas.openxmlformats.org/drawingml/2006/main" noGrp="1"/>
          </p:cNvSpPr>
          <p:nvPr>
            <p:ph type="body" idx="15"/>
          </p:nvPr>
        </p:nvSpPr>
        <p:spPr>
          <a:xfrm xmlns:a="http://schemas.openxmlformats.org/drawingml/2006/main">
            <a:off x="3347847" y="1788102"/>
            <a:ext cx="2448306" cy="1320362"/>
          </a:xfrm>
        </p:spPr>
        <p:txBody>
          <a:bodyPr xmlns:a="http://schemas.openxmlformats.org/drawingml/2006/main" wrap="square">
            <a:spAutoFit/>
          </a:bodyPr>
          <a:lstStyle xmlns:a="http://schemas.openxmlformats.org/drawingml/2006/main">
            <a:lvl1pPr marL="0" indent="0">
              <a:buNone/>
              <a:defRPr sz="1500"/>
            </a:lvl1pPr>
            <a:lvl2pPr marL="0" indent="0">
              <a:buNone/>
              <a:defRPr sz="1350"/>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3" name="Text Placeholder 11">
            <a:extLst xmlns:a="http://schemas.openxmlformats.org/drawingml/2006/main">
              <a:ext uri="{FF2B5EF4-FFF2-40B4-BE49-F238E27FC236}">
                <a16:creationId xmlns:a16="http://schemas.microsoft.com/office/drawing/2014/main" id="{79263A4B-A9A8-4CE5-96A8-6F6EC365E512}"/>
              </a:ext>
            </a:extLst>
          </p:cNvPr>
          <p:cNvSpPr>
            <a:spLocks xmlns:a="http://schemas.openxmlformats.org/drawingml/2006/main" noGrp="1"/>
          </p:cNvSpPr>
          <p:nvPr>
            <p:ph type="body" idx="18"/>
          </p:nvPr>
        </p:nvSpPr>
        <p:spPr>
          <a:xfrm xmlns:a="http://schemas.openxmlformats.org/drawingml/2006/main">
            <a:off x="6256781" y="1078706"/>
            <a:ext cx="2448306" cy="507831"/>
          </a:xfrm>
        </p:spPr>
        <p:txBody>
          <a:bodyPr xmlns:a="http://schemas.openxmlformats.org/drawingml/2006/main" anchor="t"/>
          <a:lstStyle xmlns:a="http://schemas.openxmlformats.org/drawingml/2006/main">
            <a:lvl1pPr marL="0" indent="0">
              <a:spcBef>
                <a:spcPts val="0"/>
              </a:spcBef>
              <a:buNone/>
              <a:defRPr sz="165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24" name="Text Placeholder 7">
            <a:extLst xmlns:a="http://schemas.openxmlformats.org/drawingml/2006/main">
              <a:ext uri="{FF2B5EF4-FFF2-40B4-BE49-F238E27FC236}">
                <a16:creationId xmlns:a16="http://schemas.microsoft.com/office/drawing/2014/main" id="{2205743D-F71A-4647-9BE4-2900BDA2582B}"/>
              </a:ext>
            </a:extLst>
          </p:cNvPr>
          <p:cNvSpPr>
            <a:spLocks xmlns:a="http://schemas.openxmlformats.org/drawingml/2006/main" noGrp="1"/>
          </p:cNvSpPr>
          <p:nvPr>
            <p:ph type="body" idx="19"/>
          </p:nvPr>
        </p:nvSpPr>
        <p:spPr>
          <a:xfrm xmlns:a="http://schemas.openxmlformats.org/drawingml/2006/main">
            <a:off x="6256781" y="1793082"/>
            <a:ext cx="2448306" cy="1320362"/>
          </a:xfrm>
        </p:spPr>
        <p:txBody>
          <a:bodyPr xmlns:a="http://schemas.openxmlformats.org/drawingml/2006/main" wrap="square">
            <a:spAutoFit/>
          </a:bodyPr>
          <a:lstStyle xmlns:a="http://schemas.openxmlformats.org/drawingml/2006/main">
            <a:lvl1pPr marL="0" indent="0">
              <a:buNone/>
              <a:defRPr sz="1500"/>
            </a:lvl1pPr>
            <a:lvl2pPr marL="0" indent="0">
              <a:buNone/>
              <a:defRPr sz="1350"/>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Tree>
  </p:cSld>
</p:sldLayout>
</file>

<file path=ppt/slideLayouts/slideLayout81.xml><?xml version="1.0" encoding="utf-8"?>
<p:sldLayout xmlns:p="http://schemas.openxmlformats.org/presentationml/2006/main" preserve="1">
  <p:cSld name="Four Column Bullet with Subtitles">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87A434B7-D4B9-4D45-A31C-F0CC4D227945}"/>
              </a:ext>
            </a:extLst>
          </p:cNvPr>
          <p:cNvSpPr>
            <a:spLocks xmlns:a="http://schemas.openxmlformats.org/drawingml/2006/main" noGrp="1"/>
          </p:cNvSpPr>
          <p:nvPr>
            <p:ph type="title" idx="0"/>
          </p:nvPr>
        </p:nvSpPr>
        <p:spPr>
          <a:xfrm xmlns:a="http://schemas.openxmlformats.org/drawingml/2006/main">
            <a:off x="441197" y="342901"/>
            <a:ext cx="8263890" cy="415499"/>
          </a:xfrm>
        </p:spPr>
        <p:txBody>
          <a:bodyPr xmlns:a="http://schemas.openxmlformats.org/drawingml/2006/main">
            <a:spAutoFit/>
          </a:bodyPr>
          <a:lstStyle xmlns:a="http://schemas.openxmlformats.org/drawingml/2006/main"/>
          <a:p xmlns:a="http://schemas.openxmlformats.org/drawingml/2006/main">
            <a:r>
              <a:t>Click to edit Master title style</a:t>
            </a:r>
          </a:p>
        </p:txBody>
      </p:sp>
      <p:sp>
        <p:nvSpPr>
          <p:cNvPr id="22" name="Text Placeholder 11">
            <a:extLst xmlns:a="http://schemas.openxmlformats.org/drawingml/2006/main">
              <a:ext uri="{FF2B5EF4-FFF2-40B4-BE49-F238E27FC236}">
                <a16:creationId xmlns:a16="http://schemas.microsoft.com/office/drawing/2014/main" id="{92783506-927E-48F7-8EFC-36257F3E2812}"/>
              </a:ext>
            </a:extLst>
          </p:cNvPr>
          <p:cNvSpPr>
            <a:spLocks xmlns:a="http://schemas.openxmlformats.org/drawingml/2006/main" noGrp="1"/>
          </p:cNvSpPr>
          <p:nvPr>
            <p:ph type="body" idx="16"/>
          </p:nvPr>
        </p:nvSpPr>
        <p:spPr>
          <a:xfrm xmlns:a="http://schemas.openxmlformats.org/drawingml/2006/main">
            <a:off x="438152" y="1078708"/>
            <a:ext cx="1899047" cy="461665"/>
          </a:xfrm>
        </p:spPr>
        <p:txBody>
          <a:bodyPr xmlns:a="http://schemas.openxmlformats.org/drawingml/2006/main" anchor="t"/>
          <a:lstStyle xmlns:a="http://schemas.openxmlformats.org/drawingml/2006/main">
            <a:lvl1pPr marL="0" indent="0">
              <a:spcBef>
                <a:spcPts val="0"/>
              </a:spcBef>
              <a:buNone/>
              <a:defRPr sz="15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23" name="Text Placeholder 7">
            <a:extLst xmlns:a="http://schemas.openxmlformats.org/drawingml/2006/main">
              <a:ext uri="{FF2B5EF4-FFF2-40B4-BE49-F238E27FC236}">
                <a16:creationId xmlns:a16="http://schemas.microsoft.com/office/drawing/2014/main" id="{FB6093D3-3EDF-4A80-8450-C5EBB1990775}"/>
              </a:ext>
            </a:extLst>
          </p:cNvPr>
          <p:cNvSpPr>
            <a:spLocks xmlns:a="http://schemas.openxmlformats.org/drawingml/2006/main" noGrp="1"/>
          </p:cNvSpPr>
          <p:nvPr>
            <p:ph type="body" idx="14"/>
          </p:nvPr>
        </p:nvSpPr>
        <p:spPr>
          <a:xfrm xmlns:a="http://schemas.openxmlformats.org/drawingml/2006/main">
            <a:off x="438152" y="1712338"/>
            <a:ext cx="1899047" cy="1274195"/>
          </a:xfrm>
        </p:spPr>
        <p:txBody>
          <a:bodyPr xmlns:a="http://schemas.openxmlformats.org/drawingml/2006/main" wrap="square">
            <a:spAutoFit/>
          </a:bodyPr>
          <a:lstStyle xmlns:a="http://schemas.openxmlformats.org/drawingml/2006/main">
            <a:lvl1pPr marL="0" indent="0">
              <a:buNone/>
              <a:defRPr sz="1350"/>
            </a:lvl1pPr>
            <a:lvl2pPr marL="0" indent="0">
              <a:buNone/>
              <a:defRPr sz="1200"/>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4" name="Text Placeholder 11">
            <a:extLst xmlns:a="http://schemas.openxmlformats.org/drawingml/2006/main">
              <a:ext uri="{FF2B5EF4-FFF2-40B4-BE49-F238E27FC236}">
                <a16:creationId xmlns:a16="http://schemas.microsoft.com/office/drawing/2014/main" id="{438D2C80-6884-451D-8D7D-B69022CCC5C4}"/>
              </a:ext>
            </a:extLst>
          </p:cNvPr>
          <p:cNvSpPr>
            <a:spLocks xmlns:a="http://schemas.openxmlformats.org/drawingml/2006/main" noGrp="1"/>
          </p:cNvSpPr>
          <p:nvPr>
            <p:ph type="body" idx="17"/>
          </p:nvPr>
        </p:nvSpPr>
        <p:spPr>
          <a:xfrm xmlns:a="http://schemas.openxmlformats.org/drawingml/2006/main">
            <a:off x="2559844" y="1078708"/>
            <a:ext cx="1900238" cy="461665"/>
          </a:xfrm>
        </p:spPr>
        <p:txBody>
          <a:bodyPr xmlns:a="http://schemas.openxmlformats.org/drawingml/2006/main" anchor="t"/>
          <a:lstStyle xmlns:a="http://schemas.openxmlformats.org/drawingml/2006/main">
            <a:lvl1pPr marL="0" indent="0">
              <a:spcBef>
                <a:spcPts val="0"/>
              </a:spcBef>
              <a:buNone/>
              <a:defRPr sz="15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25" name="Text Placeholder 9">
            <a:extLst xmlns:a="http://schemas.openxmlformats.org/drawingml/2006/main">
              <a:ext uri="{FF2B5EF4-FFF2-40B4-BE49-F238E27FC236}">
                <a16:creationId xmlns:a16="http://schemas.microsoft.com/office/drawing/2014/main" id="{7614A884-0AD6-4A85-A432-2B13E7464DA9}"/>
              </a:ext>
            </a:extLst>
          </p:cNvPr>
          <p:cNvSpPr>
            <a:spLocks xmlns:a="http://schemas.openxmlformats.org/drawingml/2006/main" noGrp="1"/>
          </p:cNvSpPr>
          <p:nvPr>
            <p:ph type="body" idx="15"/>
          </p:nvPr>
        </p:nvSpPr>
        <p:spPr>
          <a:xfrm xmlns:a="http://schemas.openxmlformats.org/drawingml/2006/main">
            <a:off x="2559845" y="1707358"/>
            <a:ext cx="1899047" cy="1274195"/>
          </a:xfrm>
        </p:spPr>
        <p:txBody>
          <a:bodyPr xmlns:a="http://schemas.openxmlformats.org/drawingml/2006/main" wrap="square">
            <a:spAutoFit/>
          </a:bodyPr>
          <a:lstStyle xmlns:a="http://schemas.openxmlformats.org/drawingml/2006/main">
            <a:lvl1pPr marL="0" indent="0">
              <a:buNone/>
              <a:defRPr sz="1350"/>
            </a:lvl1pPr>
            <a:lvl2pPr marL="0" indent="0">
              <a:buNone/>
              <a:defRPr sz="1200"/>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6" name="Text Placeholder 11">
            <a:extLst xmlns:a="http://schemas.openxmlformats.org/drawingml/2006/main">
              <a:ext uri="{FF2B5EF4-FFF2-40B4-BE49-F238E27FC236}">
                <a16:creationId xmlns:a16="http://schemas.microsoft.com/office/drawing/2014/main" id="{7D8FFDED-9FE5-4D94-8EB0-7D645C10FBFF}"/>
              </a:ext>
            </a:extLst>
          </p:cNvPr>
          <p:cNvSpPr>
            <a:spLocks xmlns:a="http://schemas.openxmlformats.org/drawingml/2006/main" noGrp="1"/>
          </p:cNvSpPr>
          <p:nvPr>
            <p:ph type="body" idx="18"/>
          </p:nvPr>
        </p:nvSpPr>
        <p:spPr>
          <a:xfrm xmlns:a="http://schemas.openxmlformats.org/drawingml/2006/main">
            <a:off x="4683158" y="1078708"/>
            <a:ext cx="1899047" cy="461665"/>
          </a:xfrm>
        </p:spPr>
        <p:txBody>
          <a:bodyPr xmlns:a="http://schemas.openxmlformats.org/drawingml/2006/main" anchor="t"/>
          <a:lstStyle xmlns:a="http://schemas.openxmlformats.org/drawingml/2006/main">
            <a:lvl1pPr marL="0" indent="0">
              <a:spcBef>
                <a:spcPts val="0"/>
              </a:spcBef>
              <a:buNone/>
              <a:defRPr sz="15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27" name="Text Placeholder 7">
            <a:extLst xmlns:a="http://schemas.openxmlformats.org/drawingml/2006/main">
              <a:ext uri="{FF2B5EF4-FFF2-40B4-BE49-F238E27FC236}">
                <a16:creationId xmlns:a16="http://schemas.microsoft.com/office/drawing/2014/main" id="{D429D954-9297-44FA-B7BD-56586012419C}"/>
              </a:ext>
            </a:extLst>
          </p:cNvPr>
          <p:cNvSpPr>
            <a:spLocks xmlns:a="http://schemas.openxmlformats.org/drawingml/2006/main" noGrp="1"/>
          </p:cNvSpPr>
          <p:nvPr>
            <p:ph type="body" idx="19"/>
          </p:nvPr>
        </p:nvSpPr>
        <p:spPr>
          <a:xfrm xmlns:a="http://schemas.openxmlformats.org/drawingml/2006/main">
            <a:off x="4683158" y="1712338"/>
            <a:ext cx="1899047" cy="1274195"/>
          </a:xfrm>
        </p:spPr>
        <p:txBody>
          <a:bodyPr xmlns:a="http://schemas.openxmlformats.org/drawingml/2006/main" wrap="square">
            <a:spAutoFit/>
          </a:bodyPr>
          <a:lstStyle xmlns:a="http://schemas.openxmlformats.org/drawingml/2006/main">
            <a:lvl1pPr marL="0" indent="0">
              <a:buNone/>
              <a:defRPr sz="1350"/>
            </a:lvl1pPr>
            <a:lvl2pPr marL="0" indent="0">
              <a:buNone/>
              <a:defRPr sz="1200"/>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8" name="Text Placeholder 11">
            <a:extLst xmlns:a="http://schemas.openxmlformats.org/drawingml/2006/main">
              <a:ext uri="{FF2B5EF4-FFF2-40B4-BE49-F238E27FC236}">
                <a16:creationId xmlns:a16="http://schemas.microsoft.com/office/drawing/2014/main" id="{04D43B0D-50F8-4F63-AFA3-34A46F42E816}"/>
              </a:ext>
            </a:extLst>
          </p:cNvPr>
          <p:cNvSpPr>
            <a:spLocks xmlns:a="http://schemas.openxmlformats.org/drawingml/2006/main" noGrp="1"/>
          </p:cNvSpPr>
          <p:nvPr>
            <p:ph type="body" idx="20"/>
          </p:nvPr>
        </p:nvSpPr>
        <p:spPr>
          <a:xfrm xmlns:a="http://schemas.openxmlformats.org/drawingml/2006/main">
            <a:off x="6804850" y="1078708"/>
            <a:ext cx="1900238" cy="461665"/>
          </a:xfrm>
        </p:spPr>
        <p:txBody>
          <a:bodyPr xmlns:a="http://schemas.openxmlformats.org/drawingml/2006/main" anchor="t"/>
          <a:lstStyle xmlns:a="http://schemas.openxmlformats.org/drawingml/2006/main">
            <a:lvl1pPr marL="0" indent="0">
              <a:spcBef>
                <a:spcPts val="0"/>
              </a:spcBef>
              <a:buNone/>
              <a:defRPr sz="15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29" name="Text Placeholder 9">
            <a:extLst xmlns:a="http://schemas.openxmlformats.org/drawingml/2006/main">
              <a:ext uri="{FF2B5EF4-FFF2-40B4-BE49-F238E27FC236}">
                <a16:creationId xmlns:a16="http://schemas.microsoft.com/office/drawing/2014/main" id="{804CEFDA-6A6F-42D3-B65C-4BE1054C905E}"/>
              </a:ext>
            </a:extLst>
          </p:cNvPr>
          <p:cNvSpPr>
            <a:spLocks xmlns:a="http://schemas.openxmlformats.org/drawingml/2006/main" noGrp="1"/>
          </p:cNvSpPr>
          <p:nvPr>
            <p:ph type="body" idx="21"/>
          </p:nvPr>
        </p:nvSpPr>
        <p:spPr>
          <a:xfrm xmlns:a="http://schemas.openxmlformats.org/drawingml/2006/main">
            <a:off x="6804851" y="1707358"/>
            <a:ext cx="1899047" cy="1274195"/>
          </a:xfrm>
        </p:spPr>
        <p:txBody>
          <a:bodyPr xmlns:a="http://schemas.openxmlformats.org/drawingml/2006/main" wrap="square">
            <a:spAutoFit/>
          </a:bodyPr>
          <a:lstStyle xmlns:a="http://schemas.openxmlformats.org/drawingml/2006/main">
            <a:lvl1pPr marL="0" indent="0">
              <a:buNone/>
              <a:defRPr sz="1350"/>
            </a:lvl1pPr>
            <a:lvl2pPr marL="0" indent="0">
              <a:buNone/>
              <a:defRPr sz="1200"/>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Tree>
  </p:cSld>
</p:sldLayout>
</file>

<file path=ppt/slideLayouts/slideLayout82.xml><?xml version="1.0" encoding="utf-8"?>
<p:sldLayout xmlns:p="http://schemas.openxmlformats.org/presentationml/2006/main" preserve="1">
  <p:cSld name="Five Column Bullet with Subtitles">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87A434B7-D4B9-4D45-A31C-F0CC4D227945}"/>
              </a:ext>
            </a:extLst>
          </p:cNvPr>
          <p:cNvSpPr>
            <a:spLocks xmlns:a="http://schemas.openxmlformats.org/drawingml/2006/main" noGrp="1"/>
          </p:cNvSpPr>
          <p:nvPr>
            <p:ph type="title" idx="0"/>
          </p:nvPr>
        </p:nvSpPr>
        <p:spPr>
          <a:xfrm xmlns:a="http://schemas.openxmlformats.org/drawingml/2006/main">
            <a:off x="441197" y="342901"/>
            <a:ext cx="8263890" cy="415499"/>
          </a:xfrm>
        </p:spPr>
        <p:txBody>
          <a:bodyPr xmlns:a="http://schemas.openxmlformats.org/drawingml/2006/main">
            <a:spAutoFit/>
          </a:bodyPr>
          <a:lstStyle xmlns:a="http://schemas.openxmlformats.org/drawingml/2006/main"/>
          <a:p xmlns:a="http://schemas.openxmlformats.org/drawingml/2006/main">
            <a:r>
              <a:t>Click to edit Master title style</a:t>
            </a:r>
          </a:p>
        </p:txBody>
      </p:sp>
      <p:sp>
        <p:nvSpPr>
          <p:cNvPr id="22" name="Text Placeholder 11">
            <a:extLst xmlns:a="http://schemas.openxmlformats.org/drawingml/2006/main">
              <a:ext uri="{FF2B5EF4-FFF2-40B4-BE49-F238E27FC236}">
                <a16:creationId xmlns:a16="http://schemas.microsoft.com/office/drawing/2014/main" id="{92783506-927E-48F7-8EFC-36257F3E2812}"/>
              </a:ext>
            </a:extLst>
          </p:cNvPr>
          <p:cNvSpPr>
            <a:spLocks xmlns:a="http://schemas.openxmlformats.org/drawingml/2006/main" noGrp="1"/>
          </p:cNvSpPr>
          <p:nvPr>
            <p:ph type="body" idx="16" hasCustomPrompt="1"/>
          </p:nvPr>
        </p:nvSpPr>
        <p:spPr>
          <a:xfrm xmlns:a="http://schemas.openxmlformats.org/drawingml/2006/main">
            <a:off x="438150" y="1078708"/>
            <a:ext cx="1474470" cy="369332"/>
          </a:xfrm>
        </p:spPr>
        <p:txBody>
          <a:bodyPr xmlns:a="http://schemas.openxmlformats.org/drawingml/2006/main" anchor="t"/>
          <a:lstStyle xmlns:a="http://schemas.openxmlformats.org/drawingml/2006/main">
            <a:lvl1pPr marL="0" indent="0">
              <a:spcBef>
                <a:spcPts val="0"/>
              </a:spcBef>
              <a:buNone/>
              <a:defRPr sz="1200">
                <a:solidFill>
                  <a:schemeClr val="tx1"/>
                </a:solidFill>
                <a:latin typeface="+mj-lt"/>
                <a:ea typeface="+mj-lt"/>
                <a:cs typeface="+mj-lt"/>
              </a:defRPr>
            </a:lvl1pPr>
          </a:lstStyle>
          <a:p xmlns:a="http://schemas.openxmlformats.org/drawingml/2006/main">
            <a:pPr marL="0" lvl="0" indent="0">
              <a:buNone/>
            </a:pPr>
            <a:r>
              <a:t>Click to edit text styles</a:t>
            </a:r>
          </a:p>
        </p:txBody>
      </p:sp>
      <p:sp>
        <p:nvSpPr>
          <p:cNvPr id="23" name="Text Placeholder 7">
            <a:extLst xmlns:a="http://schemas.openxmlformats.org/drawingml/2006/main">
              <a:ext uri="{FF2B5EF4-FFF2-40B4-BE49-F238E27FC236}">
                <a16:creationId xmlns:a16="http://schemas.microsoft.com/office/drawing/2014/main" id="{FB6093D3-3EDF-4A80-8450-C5EBB1990775}"/>
              </a:ext>
            </a:extLst>
          </p:cNvPr>
          <p:cNvSpPr>
            <a:spLocks xmlns:a="http://schemas.openxmlformats.org/drawingml/2006/main" noGrp="1"/>
          </p:cNvSpPr>
          <p:nvPr>
            <p:ph type="body" idx="14"/>
          </p:nvPr>
        </p:nvSpPr>
        <p:spPr>
          <a:xfrm xmlns:a="http://schemas.openxmlformats.org/drawingml/2006/main">
            <a:off x="438150" y="1712338"/>
            <a:ext cx="1474470" cy="1089529"/>
          </a:xfrm>
        </p:spPr>
        <p:txBody>
          <a:bodyPr xmlns:a="http://schemas.openxmlformats.org/drawingml/2006/main" wrap="square">
            <a:spAutoFit/>
          </a:bodyPr>
          <a:lstStyle xmlns:a="http://schemas.openxmlformats.org/drawingml/2006/main">
            <a:lvl1pPr marL="0" indent="0">
              <a:buNone/>
              <a:defRPr sz="1125"/>
            </a:lvl1pPr>
            <a:lvl2pPr marL="0" indent="0">
              <a:buNone/>
              <a:defRPr sz="1050"/>
            </a:lvl2pPr>
            <a:lvl3pPr marL="0" indent="0">
              <a:buNone/>
              <a:defRPr sz="1050"/>
            </a:lvl3pPr>
            <a:lvl4pPr marL="0" indent="0">
              <a:buNone/>
              <a:defRPr sz="900"/>
            </a:lvl4pPr>
            <a:lvl5pPr marL="0" indent="0">
              <a:buNone/>
              <a:defRPr sz="900"/>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4" name="Text Placeholder 11">
            <a:extLst xmlns:a="http://schemas.openxmlformats.org/drawingml/2006/main">
              <a:ext uri="{FF2B5EF4-FFF2-40B4-BE49-F238E27FC236}">
                <a16:creationId xmlns:a16="http://schemas.microsoft.com/office/drawing/2014/main" id="{438D2C80-6884-451D-8D7D-B69022CCC5C4}"/>
              </a:ext>
            </a:extLst>
          </p:cNvPr>
          <p:cNvSpPr>
            <a:spLocks xmlns:a="http://schemas.openxmlformats.org/drawingml/2006/main" noGrp="1"/>
          </p:cNvSpPr>
          <p:nvPr>
            <p:ph type="body" idx="17" hasCustomPrompt="1"/>
          </p:nvPr>
        </p:nvSpPr>
        <p:spPr>
          <a:xfrm xmlns:a="http://schemas.openxmlformats.org/drawingml/2006/main">
            <a:off x="2136755" y="1078708"/>
            <a:ext cx="1474470" cy="369332"/>
          </a:xfrm>
        </p:spPr>
        <p:txBody>
          <a:bodyPr xmlns:a="http://schemas.openxmlformats.org/drawingml/2006/main" anchor="t"/>
          <a:lstStyle xmlns:a="http://schemas.openxmlformats.org/drawingml/2006/main">
            <a:lvl1pPr marL="0" indent="0">
              <a:spcBef>
                <a:spcPts val="0"/>
              </a:spcBef>
              <a:buNone/>
              <a:defRPr sz="1200">
                <a:solidFill>
                  <a:schemeClr val="tx1"/>
                </a:solidFill>
                <a:latin typeface="+mj-lt"/>
                <a:ea typeface="+mj-lt"/>
                <a:cs typeface="+mj-lt"/>
              </a:defRPr>
            </a:lvl1pPr>
          </a:lstStyle>
          <a:p xmlns:a="http://schemas.openxmlformats.org/drawingml/2006/main">
            <a:pPr marL="0" lvl="0" indent="0">
              <a:buNone/>
            </a:pPr>
            <a:r>
              <a:t>Click to edit text styles</a:t>
            </a:r>
          </a:p>
        </p:txBody>
      </p:sp>
      <p:sp>
        <p:nvSpPr>
          <p:cNvPr id="25" name="Text Placeholder 9">
            <a:extLst xmlns:a="http://schemas.openxmlformats.org/drawingml/2006/main">
              <a:ext uri="{FF2B5EF4-FFF2-40B4-BE49-F238E27FC236}">
                <a16:creationId xmlns:a16="http://schemas.microsoft.com/office/drawing/2014/main" id="{7614A884-0AD6-4A85-A432-2B13E7464DA9}"/>
              </a:ext>
            </a:extLst>
          </p:cNvPr>
          <p:cNvSpPr>
            <a:spLocks xmlns:a="http://schemas.openxmlformats.org/drawingml/2006/main" noGrp="1"/>
          </p:cNvSpPr>
          <p:nvPr>
            <p:ph type="body" idx="15"/>
          </p:nvPr>
        </p:nvSpPr>
        <p:spPr>
          <a:xfrm xmlns:a="http://schemas.openxmlformats.org/drawingml/2006/main">
            <a:off x="2136755" y="1707358"/>
            <a:ext cx="1474470" cy="1089529"/>
          </a:xfrm>
        </p:spPr>
        <p:txBody>
          <a:bodyPr xmlns:a="http://schemas.openxmlformats.org/drawingml/2006/main" wrap="square">
            <a:spAutoFit/>
          </a:bodyPr>
          <a:lstStyle xmlns:a="http://schemas.openxmlformats.org/drawingml/2006/main">
            <a:lvl1pPr marL="0" indent="0">
              <a:buNone/>
              <a:defRPr sz="1125"/>
            </a:lvl1pPr>
            <a:lvl2pPr marL="0" indent="0">
              <a:buNone/>
              <a:defRPr sz="1050"/>
            </a:lvl2pPr>
            <a:lvl3pPr marL="0" indent="0">
              <a:buNone/>
              <a:defRPr sz="1050"/>
            </a:lvl3pPr>
            <a:lvl4pPr marL="0" indent="0">
              <a:buNone/>
              <a:defRPr sz="900"/>
            </a:lvl4pPr>
            <a:lvl5pPr marL="0" indent="0">
              <a:buNone/>
              <a:defRPr sz="900"/>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6" name="Text Placeholder 11">
            <a:extLst xmlns:a="http://schemas.openxmlformats.org/drawingml/2006/main">
              <a:ext uri="{FF2B5EF4-FFF2-40B4-BE49-F238E27FC236}">
                <a16:creationId xmlns:a16="http://schemas.microsoft.com/office/drawing/2014/main" id="{7D8FFDED-9FE5-4D94-8EB0-7D645C10FBFF}"/>
              </a:ext>
            </a:extLst>
          </p:cNvPr>
          <p:cNvSpPr>
            <a:spLocks xmlns:a="http://schemas.openxmlformats.org/drawingml/2006/main" noGrp="1"/>
          </p:cNvSpPr>
          <p:nvPr>
            <p:ph type="body" idx="18" hasCustomPrompt="1"/>
          </p:nvPr>
        </p:nvSpPr>
        <p:spPr>
          <a:xfrm xmlns:a="http://schemas.openxmlformats.org/drawingml/2006/main">
            <a:off x="3835361" y="1078708"/>
            <a:ext cx="1474470" cy="369332"/>
          </a:xfrm>
        </p:spPr>
        <p:txBody>
          <a:bodyPr xmlns:a="http://schemas.openxmlformats.org/drawingml/2006/main" anchor="t"/>
          <a:lstStyle xmlns:a="http://schemas.openxmlformats.org/drawingml/2006/main">
            <a:lvl1pPr marL="0" indent="0">
              <a:spcBef>
                <a:spcPts val="0"/>
              </a:spcBef>
              <a:buNone/>
              <a:defRPr sz="1200">
                <a:solidFill>
                  <a:schemeClr val="tx1"/>
                </a:solidFill>
                <a:latin typeface="+mj-lt"/>
                <a:ea typeface="+mj-lt"/>
                <a:cs typeface="+mj-lt"/>
              </a:defRPr>
            </a:lvl1pPr>
          </a:lstStyle>
          <a:p xmlns:a="http://schemas.openxmlformats.org/drawingml/2006/main">
            <a:pPr marL="0" lvl="0" indent="0">
              <a:buNone/>
            </a:pPr>
            <a:r>
              <a:t>Click to edit text styles</a:t>
            </a:r>
          </a:p>
        </p:txBody>
      </p:sp>
      <p:sp>
        <p:nvSpPr>
          <p:cNvPr id="27" name="Text Placeholder 7">
            <a:extLst xmlns:a="http://schemas.openxmlformats.org/drawingml/2006/main">
              <a:ext uri="{FF2B5EF4-FFF2-40B4-BE49-F238E27FC236}">
                <a16:creationId xmlns:a16="http://schemas.microsoft.com/office/drawing/2014/main" id="{D429D954-9297-44FA-B7BD-56586012419C}"/>
              </a:ext>
            </a:extLst>
          </p:cNvPr>
          <p:cNvSpPr>
            <a:spLocks xmlns:a="http://schemas.openxmlformats.org/drawingml/2006/main" noGrp="1"/>
          </p:cNvSpPr>
          <p:nvPr>
            <p:ph type="body" idx="19"/>
          </p:nvPr>
        </p:nvSpPr>
        <p:spPr>
          <a:xfrm xmlns:a="http://schemas.openxmlformats.org/drawingml/2006/main">
            <a:off x="3835361" y="1712338"/>
            <a:ext cx="1474470" cy="1089529"/>
          </a:xfrm>
        </p:spPr>
        <p:txBody>
          <a:bodyPr xmlns:a="http://schemas.openxmlformats.org/drawingml/2006/main" wrap="square">
            <a:spAutoFit/>
          </a:bodyPr>
          <a:lstStyle xmlns:a="http://schemas.openxmlformats.org/drawingml/2006/main">
            <a:lvl1pPr marL="0" indent="0">
              <a:buNone/>
              <a:defRPr sz="1125"/>
            </a:lvl1pPr>
            <a:lvl2pPr marL="0" indent="0">
              <a:buNone/>
              <a:defRPr sz="1050"/>
            </a:lvl2pPr>
            <a:lvl3pPr marL="0" indent="0">
              <a:buNone/>
              <a:defRPr sz="1050"/>
            </a:lvl3pPr>
            <a:lvl4pPr marL="0" indent="0">
              <a:buNone/>
              <a:defRPr sz="900"/>
            </a:lvl4pPr>
            <a:lvl5pPr marL="0" indent="0">
              <a:buNone/>
              <a:defRPr sz="900"/>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8" name="Text Placeholder 11">
            <a:extLst xmlns:a="http://schemas.openxmlformats.org/drawingml/2006/main">
              <a:ext uri="{FF2B5EF4-FFF2-40B4-BE49-F238E27FC236}">
                <a16:creationId xmlns:a16="http://schemas.microsoft.com/office/drawing/2014/main" id="{04D43B0D-50F8-4F63-AFA3-34A46F42E816}"/>
              </a:ext>
            </a:extLst>
          </p:cNvPr>
          <p:cNvSpPr>
            <a:spLocks xmlns:a="http://schemas.openxmlformats.org/drawingml/2006/main" noGrp="1"/>
          </p:cNvSpPr>
          <p:nvPr>
            <p:ph type="body" idx="20" hasCustomPrompt="1"/>
          </p:nvPr>
        </p:nvSpPr>
        <p:spPr>
          <a:xfrm xmlns:a="http://schemas.openxmlformats.org/drawingml/2006/main">
            <a:off x="5533966" y="1078708"/>
            <a:ext cx="1474470" cy="369332"/>
          </a:xfrm>
        </p:spPr>
        <p:txBody>
          <a:bodyPr xmlns:a="http://schemas.openxmlformats.org/drawingml/2006/main" anchor="t"/>
          <a:lstStyle xmlns:a="http://schemas.openxmlformats.org/drawingml/2006/main">
            <a:lvl1pPr marL="0" indent="0">
              <a:spcBef>
                <a:spcPts val="0"/>
              </a:spcBef>
              <a:buNone/>
              <a:defRPr sz="1200">
                <a:solidFill>
                  <a:schemeClr val="tx1"/>
                </a:solidFill>
                <a:latin typeface="+mj-lt"/>
                <a:ea typeface="+mj-lt"/>
                <a:cs typeface="+mj-lt"/>
              </a:defRPr>
            </a:lvl1pPr>
          </a:lstStyle>
          <a:p xmlns:a="http://schemas.openxmlformats.org/drawingml/2006/main">
            <a:pPr marL="0" lvl="0" indent="0">
              <a:buNone/>
            </a:pPr>
            <a:r>
              <a:t>Click to edit text styles</a:t>
            </a:r>
          </a:p>
        </p:txBody>
      </p:sp>
      <p:sp>
        <p:nvSpPr>
          <p:cNvPr id="29" name="Text Placeholder 9">
            <a:extLst xmlns:a="http://schemas.openxmlformats.org/drawingml/2006/main">
              <a:ext uri="{FF2B5EF4-FFF2-40B4-BE49-F238E27FC236}">
                <a16:creationId xmlns:a16="http://schemas.microsoft.com/office/drawing/2014/main" id="{804CEFDA-6A6F-42D3-B65C-4BE1054C905E}"/>
              </a:ext>
            </a:extLst>
          </p:cNvPr>
          <p:cNvSpPr>
            <a:spLocks xmlns:a="http://schemas.openxmlformats.org/drawingml/2006/main" noGrp="1"/>
          </p:cNvSpPr>
          <p:nvPr>
            <p:ph type="body" idx="21"/>
          </p:nvPr>
        </p:nvSpPr>
        <p:spPr>
          <a:xfrm xmlns:a="http://schemas.openxmlformats.org/drawingml/2006/main">
            <a:off x="5533966" y="1707358"/>
            <a:ext cx="1474470" cy="1089529"/>
          </a:xfrm>
        </p:spPr>
        <p:txBody>
          <a:bodyPr xmlns:a="http://schemas.openxmlformats.org/drawingml/2006/main" wrap="square">
            <a:spAutoFit/>
          </a:bodyPr>
          <a:lstStyle xmlns:a="http://schemas.openxmlformats.org/drawingml/2006/main">
            <a:lvl1pPr marL="0" indent="0">
              <a:buNone/>
              <a:defRPr sz="1125"/>
            </a:lvl1pPr>
            <a:lvl2pPr marL="0" indent="0">
              <a:buNone/>
              <a:defRPr sz="1050"/>
            </a:lvl2pPr>
            <a:lvl3pPr marL="0" indent="0">
              <a:buNone/>
              <a:defRPr sz="1050"/>
            </a:lvl3pPr>
            <a:lvl4pPr marL="0" indent="0">
              <a:buNone/>
              <a:defRPr sz="900"/>
            </a:lvl4pPr>
            <a:lvl5pPr marL="0" indent="0">
              <a:buNone/>
              <a:defRPr sz="900"/>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11" name="Text Placeholder 11">
            <a:extLst xmlns:a="http://schemas.openxmlformats.org/drawingml/2006/main">
              <a:ext uri="{FF2B5EF4-FFF2-40B4-BE49-F238E27FC236}">
                <a16:creationId xmlns:a16="http://schemas.microsoft.com/office/drawing/2014/main" id="{540485AC-5036-400C-92C3-D3E9EC0252BC}"/>
              </a:ext>
            </a:extLst>
          </p:cNvPr>
          <p:cNvSpPr>
            <a:spLocks xmlns:a="http://schemas.openxmlformats.org/drawingml/2006/main" noGrp="1"/>
          </p:cNvSpPr>
          <p:nvPr>
            <p:ph type="body" idx="22" hasCustomPrompt="1"/>
          </p:nvPr>
        </p:nvSpPr>
        <p:spPr>
          <a:xfrm xmlns:a="http://schemas.openxmlformats.org/drawingml/2006/main">
            <a:off x="7232571" y="1078708"/>
            <a:ext cx="1474470" cy="369332"/>
          </a:xfrm>
        </p:spPr>
        <p:txBody>
          <a:bodyPr xmlns:a="http://schemas.openxmlformats.org/drawingml/2006/main" anchor="t"/>
          <a:lstStyle xmlns:a="http://schemas.openxmlformats.org/drawingml/2006/main">
            <a:lvl1pPr marL="0" indent="0">
              <a:spcBef>
                <a:spcPts val="0"/>
              </a:spcBef>
              <a:buNone/>
              <a:defRPr sz="1200">
                <a:solidFill>
                  <a:schemeClr val="tx1"/>
                </a:solidFill>
                <a:latin typeface="+mj-lt"/>
                <a:ea typeface="+mj-lt"/>
                <a:cs typeface="+mj-lt"/>
              </a:defRPr>
            </a:lvl1pPr>
          </a:lstStyle>
          <a:p xmlns:a="http://schemas.openxmlformats.org/drawingml/2006/main">
            <a:pPr marL="0" lvl="0" indent="0">
              <a:buNone/>
            </a:pPr>
            <a:r>
              <a:t>Click to edit text styles</a:t>
            </a:r>
          </a:p>
        </p:txBody>
      </p:sp>
      <p:sp>
        <p:nvSpPr>
          <p:cNvPr id="12" name="Text Placeholder 9">
            <a:extLst xmlns:a="http://schemas.openxmlformats.org/drawingml/2006/main">
              <a:ext uri="{FF2B5EF4-FFF2-40B4-BE49-F238E27FC236}">
                <a16:creationId xmlns:a16="http://schemas.microsoft.com/office/drawing/2014/main" id="{F90290A2-7689-4DF5-971A-36C2D9173411}"/>
              </a:ext>
            </a:extLst>
          </p:cNvPr>
          <p:cNvSpPr>
            <a:spLocks xmlns:a="http://schemas.openxmlformats.org/drawingml/2006/main" noGrp="1"/>
          </p:cNvSpPr>
          <p:nvPr>
            <p:ph type="body" idx="23"/>
          </p:nvPr>
        </p:nvSpPr>
        <p:spPr>
          <a:xfrm xmlns:a="http://schemas.openxmlformats.org/drawingml/2006/main">
            <a:off x="7232571" y="1707358"/>
            <a:ext cx="1474470" cy="1089529"/>
          </a:xfrm>
        </p:spPr>
        <p:txBody>
          <a:bodyPr xmlns:a="http://schemas.openxmlformats.org/drawingml/2006/main" wrap="square">
            <a:spAutoFit/>
          </a:bodyPr>
          <a:lstStyle xmlns:a="http://schemas.openxmlformats.org/drawingml/2006/main">
            <a:lvl1pPr marL="0" indent="0">
              <a:buNone/>
              <a:defRPr sz="1125"/>
            </a:lvl1pPr>
            <a:lvl2pPr marL="0" indent="0">
              <a:buNone/>
              <a:defRPr sz="1050"/>
            </a:lvl2pPr>
            <a:lvl3pPr marL="0" indent="0">
              <a:buNone/>
              <a:defRPr sz="1050"/>
            </a:lvl3pPr>
            <a:lvl4pPr marL="0" indent="0">
              <a:buNone/>
              <a:defRPr sz="900"/>
            </a:lvl4pPr>
            <a:lvl5pPr marL="0" indent="0">
              <a:buNone/>
              <a:defRPr sz="900"/>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Tree>
  </p:cSld>
</p:sldLayout>
</file>

<file path=ppt/slideLayouts/slideLayout83.xml><?xml version="1.0" encoding="utf-8"?>
<p:sldLayout xmlns:p="http://schemas.openxmlformats.org/presentationml/2006/main"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0AAD849-7CFE-4AF7-A7C5-6BBD50C88C1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Tree>
  </p:cSld>
</p:sldLayout>
</file>

<file path=ppt/slideLayouts/slideLayout84.xml><?xml version="1.0" encoding="utf-8"?>
<p:sldLayout xmlns:p="http://schemas.openxmlformats.org/presentationml/2006/main" preserve="1">
  <p:cSld name="Title Only - left side ">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0AAD849-7CFE-4AF7-A7C5-6BBD50C88C1A}"/>
              </a:ext>
            </a:extLst>
          </p:cNvPr>
          <p:cNvSpPr>
            <a:spLocks xmlns:a="http://schemas.openxmlformats.org/drawingml/2006/main" noGrp="1"/>
          </p:cNvSpPr>
          <p:nvPr>
            <p:ph type="title" idx="0"/>
          </p:nvPr>
        </p:nvSpPr>
        <p:spPr>
          <a:xfrm xmlns:a="http://schemas.openxmlformats.org/drawingml/2006/main">
            <a:off x="441199" y="2156252"/>
            <a:ext cx="3095769" cy="830997"/>
          </a:xfrm>
        </p:spPr>
        <p:txBody>
          <a:bodyPr xmlns:a="http://schemas.openxmlformats.org/drawingml/2006/main" wrap="square" anchor="ctr">
            <a:spAutoFit/>
          </a:bodyPr>
          <a:lstStyle xmlns:a="http://schemas.openxmlformats.org/drawingml/2006/main"/>
          <a:p xmlns:a="http://schemas.openxmlformats.org/drawingml/2006/main">
            <a:r>
              <a:t>Click to edit Master title style</a:t>
            </a:r>
          </a:p>
        </p:txBody>
      </p:sp>
    </p:spTree>
  </p:cSld>
</p:sldLayout>
</file>

<file path=ppt/slideLayouts/slideLayout85.xml><?xml version="1.0" encoding="utf-8"?>
<p:sldLayout xmlns:p="http://schemas.openxmlformats.org/presentationml/2006/main" preserve="1">
  <p:cSld name="Small title - half page">
    <p:spTree>
      <p:nvGrpSpPr>
        <p:cNvPr id="1" name=""/>
        <p:cNvGrpSpPr/>
        <p:nvPr/>
      </p:nvGrpSpPr>
      <p:grpSpPr>
        <a:xfrm xmlns:a="http://schemas.openxmlformats.org/drawingml/2006/main"/>
      </p:grpSpPr>
      <p:sp>
        <p:nvSpPr>
          <p:cNvPr id="2" name="Title 2">
            <a:extLst xmlns:a="http://schemas.openxmlformats.org/drawingml/2006/main">
              <a:ext uri="{FF2B5EF4-FFF2-40B4-BE49-F238E27FC236}">
                <a16:creationId xmlns:a16="http://schemas.microsoft.com/office/drawing/2014/main" id="{4B2500C4-B436-4E3A-8A91-A02448A774DB}"/>
              </a:ext>
            </a:extLst>
          </p:cNvPr>
          <p:cNvSpPr>
            <a:spLocks xmlns:a="http://schemas.openxmlformats.org/drawingml/2006/main" noGrp="1"/>
          </p:cNvSpPr>
          <p:nvPr>
            <p:ph type="title" idx="0"/>
          </p:nvPr>
        </p:nvSpPr>
        <p:spPr>
          <a:xfrm xmlns:a="http://schemas.openxmlformats.org/drawingml/2006/main">
            <a:off x="438151" y="342900"/>
            <a:ext cx="4131314" cy="295466"/>
          </a:xfrm>
        </p:spPr>
        <p:txBody>
          <a:bodyPr xmlns:a="http://schemas.openxmlformats.org/drawingml/2006/main" tIns="64008"/>
          <a:lstStyle xmlns:a="http://schemas.openxmlformats.org/drawingml/2006/main">
            <a:lvl1pPr marL="0" indent="0">
              <a:buNone/>
              <a:defRPr sz="1500" spc="0">
                <a:latin typeface="+mj-lt"/>
                <a:ea typeface="+mj-lt"/>
                <a:cs typeface="+mj-lt"/>
              </a:defRPr>
            </a:lvl1pPr>
          </a:lstStyle>
          <a:p xmlns:a="http://schemas.openxmlformats.org/drawingml/2006/main">
            <a:r>
              <a:t>Click to edit Master title style</a:t>
            </a:r>
          </a:p>
        </p:txBody>
      </p:sp>
    </p:spTree>
  </p:cSld>
</p:sldLayout>
</file>

<file path=ppt/slideLayouts/slideLayout86.xml><?xml version="1.0" encoding="utf-8"?>
<p:sldLayout xmlns:p="http://schemas.openxmlformats.org/presentationml/2006/main" preserve="1">
  <p:cSld name="Section Title">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266896C-FCA3-4DAF-A093-E503DCB37E38}"/>
              </a:ext>
            </a:extLst>
          </p:cNvPr>
          <p:cNvSpPr>
            <a:spLocks xmlns:a="http://schemas.openxmlformats.org/drawingml/2006/main" noGrp="1"/>
          </p:cNvSpPr>
          <p:nvPr>
            <p:ph type="title" idx="0" hasCustomPrompt="1"/>
          </p:nvPr>
        </p:nvSpPr>
        <p:spPr>
          <a:xfrm xmlns:a="http://schemas.openxmlformats.org/drawingml/2006/main">
            <a:off x="438912" y="2235308"/>
            <a:ext cx="5006340" cy="415498"/>
          </a:xfrm>
          <a:prstGeom xmlns:a="http://schemas.openxmlformats.org/drawingml/2006/main" prst="rect">
            <a:avLst/>
          </a:prstGeom>
          <a:noFill xmlns:a="http://schemas.openxmlformats.org/drawingml/2006/main"/>
        </p:spPr>
        <p:txBody>
          <a:bodyPr xmlns:a="http://schemas.openxmlformats.org/drawingml/2006/main" lIns="0" tIns="0" rIns="0" bIns="0" anchor="b">
            <a:spAutoFit/>
          </a:bodyPr>
          <a:lstStyle xmlns:a="http://schemas.openxmlformats.org/drawingml/2006/main">
            <a:lvl1pPr marL="0" indent="0" algn="l" defTabSz="699539">
              <a:lnSpc>
                <a:spcPct val="90000"/>
              </a:lnSpc>
              <a:spcBef>
                <a:spcPct val="0"/>
              </a:spcBef>
              <a:buNone/>
              <a:defRPr sz="3000" b="0" kern="1200" cap="none" spc="-38" baseline="0">
                <a:ln w="3175">
                  <a:noFill/>
                </a:ln>
                <a:solidFill>
                  <a:srgbClr val="4EFFFE"/>
                </a:solidFill>
                <a:latin typeface="+mj-lt"/>
                <a:ea typeface="+mj-lt"/>
                <a:cs typeface="+mj-lt"/>
              </a:defRPr>
            </a:lvl1pPr>
          </a:lstStyle>
          <a:p xmlns:a="http://schemas.openxmlformats.org/drawingml/2006/main">
            <a:pPr marL="0" marR="0" lvl="0" indent="0" algn="l" defTabSz="699539">
              <a:lnSpc>
                <a:spcPct val="90000"/>
              </a:lnSpc>
              <a:spcBef>
                <a:spcPct val="0"/>
              </a:spcBef>
              <a:spcAft>
                <a:spcPts val="0"/>
              </a:spcAft>
              <a:buClrTx/>
              <a:buSzPct val="90000"/>
              <a:buFont typeface="Wingdings"/>
              <a:buNone/>
            </a:pPr>
            <a:r>
              <a:t>Section title</a:t>
            </a:r>
          </a:p>
        </p:txBody>
      </p:sp>
      <p:pic>
        <p:nvPicPr>
          <p:cNvPr id="4" name="Picture 3">
            <a:extLst xmlns:a="http://schemas.openxmlformats.org/drawingml/2006/main">
              <a:ext uri="{FF2B5EF4-FFF2-40B4-BE49-F238E27FC236}">
                <a16:creationId xmlns:a16="http://schemas.microsoft.com/office/drawing/2014/main" id="{2B37F76B-ECFF-400F-80E4-8BE26B1336D6}"/>
              </a:ext>
            </a:extLst>
          </p:cNvPr>
          <p:cNvPicPr>
            <a:picLocks xmlns:a="http://schemas.openxmlformats.org/drawingml/2006/main" noChangeAspect="1"/>
          </p:cNvPicPr>
          <p:nvPr/>
        </p:nvPicPr>
        <p:blipFill>
          <a:blip xmlns:r="http://schemas.openxmlformats.org/officeDocument/2006/relationships" xmlns:a="http://schemas.openxmlformats.org/drawingml/2006/main" r:embed="Ra532d39ea47545af"/>
          <a:srcRect xmlns:a="http://schemas.openxmlformats.org/drawingml/2006/main" l="11008" t="0" r="8017" b="55921"/>
          <a:stretch xmlns:a="http://schemas.openxmlformats.org/drawingml/2006/main">
            <a:fillRect l="0" t="0" r="0" b="0"/>
          </a:stretch>
        </p:blipFill>
        <p:spPr>
          <a:xfrm xmlns:a="http://schemas.openxmlformats.org/drawingml/2006/main" flipH="1">
            <a:off x="0" y="2808423"/>
            <a:ext cx="9144000" cy="2335078"/>
          </a:xfrm>
          <a:prstGeom xmlns:a="http://schemas.openxmlformats.org/drawingml/2006/main" prst="rect">
            <a:avLst/>
          </a:prstGeom>
        </p:spPr>
      </p:pic>
    </p:spTree>
  </p:cSld>
</p:sldLayout>
</file>

<file path=ppt/slideLayouts/slideLayout8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812381B4-FBE3-40D6-ABB8-ADDD4626B85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6/5/26</a:t>
            </a:fld>
            <a:endParaRPr/>
          </a:p>
        </p:txBody>
      </p:sp>
      <p:sp>
        <p:nvSpPr>
          <p:cNvPr id="3" name="Footer Placeholder 2">
            <a:extLst xmlns:a="http://schemas.openxmlformats.org/drawingml/2006/main">
              <a:ext uri="{FF2B5EF4-FFF2-40B4-BE49-F238E27FC236}">
                <a16:creationId xmlns:a16="http://schemas.microsoft.com/office/drawing/2014/main" id="{8D2D0960-6FD3-49F8-8BBD-7B2DA977D17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DE364814-F439-497E-A74E-68E09ADCB6A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8.xml><?xml version="1.0" encoding="utf-8"?>
<p:sldLayout xmlns:p="http://schemas.openxmlformats.org/presentationml/2006/main" preserve="1" userDrawn="1">
  <p:cSld name="Walkin">
    <p:bg>
      <p:bgPr>
        <a:blipFill xmlns:a="http://schemas.openxmlformats.org/drawingml/2006/main" rotWithShape="1">
          <a:blip xmlns:r="http://schemas.openxmlformats.org/officeDocument/2006/relationships" r:embed="Rea63b08f68c74c20">
            <a:lum/>
          </a:blip>
          <a:srcRect l="0" t="0" r="0" b="0"/>
          <a:stretch>
            <a:fillRect l="0" t="0" r="0" b="0"/>
          </a:stretch>
        </a:blipFill>
      </p:bgPr>
    </p:bg>
    <p:spTree>
      <p:nvGrpSpPr>
        <p:cNvPr id="1" name=""/>
        <p:cNvGrpSpPr/>
        <p:nvPr/>
      </p:nvGrpSpPr>
      <p:grpSpPr>
        <a:xfrm xmlns:a="http://schemas.openxmlformats.org/drawingml/2006/main"/>
      </p:grpSpPr>
      <p:pic>
        <p:nvPicPr>
          <p:cNvPr id="2" name="MS logo white - EMF">
            <a:extLst xmlns:a="http://schemas.openxmlformats.org/drawingml/2006/main">
              <a:ext uri="{FF2B5EF4-FFF2-40B4-BE49-F238E27FC236}">
                <a16:creationId xmlns:a16="http://schemas.microsoft.com/office/drawing/2014/main" id="{4E62236D-00C1-4C79-BB30-69BB07069C3F}"/>
              </a:ext>
            </a:extLst>
          </p:cNvPr>
          <p:cNvPicPr>
            <a:picLocks xmlns:a="http://schemas.openxmlformats.org/drawingml/2006/main" noChangeAspect="1"/>
          </p:cNvPicPr>
          <p:nvPr/>
        </p:nvPicPr>
        <p:blipFill>
          <a:blip xmlns:r="http://schemas.openxmlformats.org/officeDocument/2006/relationships" xmlns:a="http://schemas.openxmlformats.org/drawingml/2006/main" r:embed="R313b81bba20e4e96"/>
          <a:stretch xmlns:a="http://schemas.openxmlformats.org/drawingml/2006/main">
            <a:fillRect l="0" t="0" r="0" b="0"/>
          </a:stretch>
        </p:blipFill>
        <p:spPr>
          <a:xfrm xmlns:a="http://schemas.openxmlformats.org/drawingml/2006/main">
            <a:off x="438150" y="439341"/>
            <a:ext cx="1024684" cy="219456"/>
          </a:xfrm>
          <a:prstGeom xmlns:a="http://schemas.openxmlformats.org/drawingml/2006/main" prst="rect">
            <a:avLst/>
          </a:prstGeom>
        </p:spPr>
      </p:pic>
      <p:pic>
        <p:nvPicPr>
          <p:cNvPr id="5" name="Picture 4">
            <a:extLst xmlns:a="http://schemas.openxmlformats.org/drawingml/2006/main">
              <a:ext uri="{FF2B5EF4-FFF2-40B4-BE49-F238E27FC236}">
                <a16:creationId xmlns:a16="http://schemas.microsoft.com/office/drawing/2014/main" id="{D8F1E41E-100C-404A-9559-9635F1B37B21}"/>
              </a:ext>
            </a:extLst>
          </p:cNvPr>
          <p:cNvPicPr>
            <a:picLocks xmlns:a="http://schemas.openxmlformats.org/drawingml/2006/main" noChangeAspect="1"/>
          </p:cNvPicPr>
          <p:nvPr/>
        </p:nvPicPr>
        <p:blipFill>
          <a:blip xmlns:r="http://schemas.openxmlformats.org/officeDocument/2006/relationships" xmlns:a="http://schemas.openxmlformats.org/drawingml/2006/main" r:embed="Rb2024a5c23134383"/>
          <a:srcRect xmlns:a="http://schemas.openxmlformats.org/drawingml/2006/main" l="2971" t="27592" r="22666" b="8704"/>
          <a:stretch xmlns:a="http://schemas.openxmlformats.org/drawingml/2006/main">
            <a:fillRect l="0" t="0" r="0" b="0"/>
          </a:stretch>
        </p:blipFill>
        <p:spPr>
          <a:xfrm xmlns:a="http://schemas.openxmlformats.org/drawingml/2006/main">
            <a:off x="220266" y="1419225"/>
            <a:ext cx="6799659" cy="3276600"/>
          </a:xfrm>
          <a:prstGeom xmlns:a="http://schemas.openxmlformats.org/drawingml/2006/main" prst="rect">
            <a:avLst/>
          </a:prstGeom>
        </p:spPr>
      </p:pic>
    </p:spTree>
  </p:cSld>
</p:sldLayout>
</file>

<file path=ppt/slideLayouts/slideLayout89.xml><?xml version="1.0" encoding="utf-8"?>
<p:sldLayout xmlns:p="http://schemas.openxmlformats.org/presentationml/2006/main" preserve="1">
  <p:cSld name="Title Slide">
    <p:bg>
      <p:bgPr>
        <a:blipFill xmlns:a="http://schemas.openxmlformats.org/drawingml/2006/main" rotWithShape="1">
          <a:blip xmlns:r="http://schemas.openxmlformats.org/officeDocument/2006/relationships" r:embed="R8e5bfe993ca54590"/>
          <a:srcRect l="0" t="0" r="0" b="0"/>
          <a:stretch>
            <a:fillRect l="0" t="0" r="0" b="0"/>
          </a:stretch>
        </a:blipFill>
      </p:bgPr>
    </p:bg>
    <p:spTree>
      <p:nvGrpSpPr>
        <p:cNvPr id="1" name=""/>
        <p:cNvGrpSpPr/>
        <p:nvPr/>
      </p:nvGrpSpPr>
      <p:grpSpPr>
        <a:xfrm xmlns:a="http://schemas.openxmlformats.org/drawingml/2006/main"/>
      </p:grpSpPr>
      <p:sp>
        <p:nvSpPr>
          <p:cNvPr id="9" name="Title 1">
            <a:extLst xmlns:a="http://schemas.openxmlformats.org/drawingml/2006/main">
              <a:ext uri="{FF2B5EF4-FFF2-40B4-BE49-F238E27FC236}">
                <a16:creationId xmlns:a16="http://schemas.microsoft.com/office/drawing/2014/main" id="{F706871F-3E7B-4BCE-9B91-00947001752E}"/>
              </a:ext>
            </a:extLst>
          </p:cNvPr>
          <p:cNvSpPr>
            <a:spLocks xmlns:a="http://schemas.openxmlformats.org/drawingml/2006/main" noGrp="1"/>
          </p:cNvSpPr>
          <p:nvPr>
            <p:ph type="title" idx="0" hasCustomPrompt="1"/>
          </p:nvPr>
        </p:nvSpPr>
        <p:spPr>
          <a:xfrm xmlns:a="http://schemas.openxmlformats.org/drawingml/2006/main">
            <a:off x="438150" y="1819336"/>
            <a:ext cx="4183380" cy="830997"/>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0" indent="0">
              <a:buNone/>
              <a:defRPr sz="3000" b="0" kern="1200" cap="none" spc="-38" baseline="0">
                <a:ln w="3175">
                  <a:noFill/>
                </a:ln>
                <a:solidFill>
                  <a:schemeClr val="tx1"/>
                </a:solidFill>
                <a:latin typeface="Segoe Sans Display Semibold"/>
                <a:ea typeface="Segoe Sans Display Semibold"/>
                <a:cs typeface="Segoe Sans Display Semibold"/>
              </a:defRPr>
            </a:lvl1pPr>
          </a:lstStyle>
          <a:p xmlns:a="http://schemas.openxmlformats.org/drawingml/2006/main">
            <a:pPr marL="0" marR="0" lvl="0" indent="0" algn="l" defTabSz="699557">
              <a:lnSpc>
                <a:spcPct val="90000"/>
              </a:lnSpc>
              <a:spcBef>
                <a:spcPct val="0"/>
              </a:spcBef>
              <a:spcAft>
                <a:spcPts val="0"/>
              </a:spcAft>
              <a:buClrTx/>
              <a:buSzPct val="90000"/>
              <a:buFont typeface="Wingdings"/>
              <a:buNone/>
            </a:pPr>
            <a:r>
              <a:t>Event name or presentation title </a:t>
            </a:r>
          </a:p>
        </p:txBody>
      </p:sp>
      <p:sp>
        <p:nvSpPr>
          <p:cNvPr id="5" name="Text Placeholder 4">
            <a:extLst xmlns:a="http://schemas.openxmlformats.org/drawingml/2006/main">
              <a:ext uri="{FF2B5EF4-FFF2-40B4-BE49-F238E27FC236}">
                <a16:creationId xmlns:a16="http://schemas.microsoft.com/office/drawing/2014/main" id="{DA2E40CA-4BAD-49A5-AD1B-63A950F21124}"/>
              </a:ext>
            </a:extLst>
          </p:cNvPr>
          <p:cNvSpPr>
            <a:spLocks xmlns:a="http://schemas.openxmlformats.org/drawingml/2006/main" noGrp="1"/>
          </p:cNvSpPr>
          <p:nvPr>
            <p:ph type="body" idx="12" hasCustomPrompt="1"/>
          </p:nvPr>
        </p:nvSpPr>
        <p:spPr>
          <a:xfrm xmlns:a="http://schemas.openxmlformats.org/drawingml/2006/main">
            <a:off x="438150" y="2971800"/>
            <a:ext cx="4183380" cy="207749"/>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indent="0">
              <a:spcBef>
                <a:spcPts val="0"/>
              </a:spcBef>
              <a:buNone/>
              <a:defRPr sz="1350" kern="1200" spc="0" baseline="0">
                <a:solidFill>
                  <a:schemeClr val="tx1"/>
                </a:solidFill>
                <a:latin typeface="+mn-lt"/>
                <a:ea typeface="+mn-lt"/>
                <a:cs typeface="+mn-lt"/>
              </a:defRPr>
            </a:lvl1pPr>
          </a:lstStyle>
          <a:p xmlns:a="http://schemas.openxmlformats.org/drawingml/2006/main">
            <a:pPr marL="0" marR="0" lvl="0" indent="0" algn="l" defTabSz="699557">
              <a:lnSpc>
                <a:spcPct val="100000"/>
              </a:lnSpc>
              <a:spcBef>
                <a:spcPts val="0"/>
              </a:spcBef>
              <a:spcAft>
                <a:spcPts val="0"/>
              </a:spcAft>
              <a:buClrTx/>
              <a:buSzPct val="90000"/>
              <a:buFont typeface="Wingdings"/>
              <a:buNone/>
            </a:pPr>
            <a:r>
              <a:t>Speaker name or subtitle text</a:t>
            </a:r>
          </a:p>
        </p:txBody>
      </p:sp>
      <p:pic>
        <p:nvPicPr>
          <p:cNvPr id="2" name="MS logo white - EMF">
            <a:extLst xmlns:a="http://schemas.openxmlformats.org/drawingml/2006/main">
              <a:ext uri="{FF2B5EF4-FFF2-40B4-BE49-F238E27FC236}">
                <a16:creationId xmlns:a16="http://schemas.microsoft.com/office/drawing/2014/main" id="{F5973ADE-ED7E-40FE-A6E3-FE677470F432}"/>
              </a:ext>
            </a:extLst>
          </p:cNvPr>
          <p:cNvPicPr>
            <a:picLocks xmlns:a="http://schemas.openxmlformats.org/drawingml/2006/main" noChangeAspect="1"/>
          </p:cNvPicPr>
          <p:nvPr/>
        </p:nvPicPr>
        <p:blipFill>
          <a:blip xmlns:r="http://schemas.openxmlformats.org/officeDocument/2006/relationships" xmlns:a="http://schemas.openxmlformats.org/drawingml/2006/main" r:embed="R4746fcacf0f14110"/>
          <a:stretch xmlns:a="http://schemas.openxmlformats.org/drawingml/2006/main">
            <a:fillRect l="0" t="0" r="0" b="0"/>
          </a:stretch>
        </p:blipFill>
        <p:spPr>
          <a:xfrm xmlns:a="http://schemas.openxmlformats.org/drawingml/2006/main">
            <a:off x="438150" y="439341"/>
            <a:ext cx="1024684" cy="219456"/>
          </a:xfrm>
          <a:prstGeom xmlns:a="http://schemas.openxmlformats.org/drawingml/2006/main" prst="rect">
            <a:avLst/>
          </a:prstGeom>
        </p:spPr>
      </p:pic>
    </p:spTree>
  </p:cSld>
</p:sldLayout>
</file>

<file path=ppt/slideLayouts/slideLayout90.xml><?xml version="1.0" encoding="utf-8"?>
<p:sldLayout xmlns:p="http://schemas.openxmlformats.org/presentationml/2006/main" preserve="1">
  <p:cSld name="Title Slide 2">
    <p:spTree>
      <p:nvGrpSpPr>
        <p:cNvPr id="1" name=""/>
        <p:cNvGrpSpPr/>
        <p:nvPr/>
      </p:nvGrpSpPr>
      <p:grpSpPr>
        <a:xfrm xmlns:a="http://schemas.openxmlformats.org/drawingml/2006/main"/>
      </p:grpSpPr>
      <p:sp>
        <p:nvSpPr>
          <p:cNvPr id="9" name="Title 1">
            <a:extLst xmlns:a="http://schemas.openxmlformats.org/drawingml/2006/main">
              <a:ext uri="{FF2B5EF4-FFF2-40B4-BE49-F238E27FC236}">
                <a16:creationId xmlns:a16="http://schemas.microsoft.com/office/drawing/2014/main" id="{8584555E-6FD8-42C4-B892-69DE6A89A39F}"/>
              </a:ext>
            </a:extLst>
          </p:cNvPr>
          <p:cNvSpPr>
            <a:spLocks xmlns:a="http://schemas.openxmlformats.org/drawingml/2006/main" noGrp="1"/>
          </p:cNvSpPr>
          <p:nvPr>
            <p:ph type="title" idx="0" hasCustomPrompt="1"/>
          </p:nvPr>
        </p:nvSpPr>
        <p:spPr>
          <a:xfrm xmlns:a="http://schemas.openxmlformats.org/drawingml/2006/main">
            <a:off x="438150" y="2188668"/>
            <a:ext cx="6858000" cy="461665"/>
          </a:xfrm>
          <a:prstGeom xmlns:a="http://schemas.openxmlformats.org/drawingml/2006/main" prst="rect">
            <a:avLst/>
          </a:prstGeom>
          <a:noFill xmlns:a="http://schemas.openxmlformats.org/drawingml/2006/main"/>
        </p:spPr>
        <p:txBody>
          <a:bodyPr xmlns:a="http://schemas.openxmlformats.org/drawingml/2006/main" lIns="0" tIns="0" rIns="0" bIns="0" anchor="b">
            <a:spAutoFit/>
          </a:bodyPr>
          <a:lstStyle xmlns:a="http://schemas.openxmlformats.org/drawingml/2006/main">
            <a:lvl1pPr marL="0" indent="0">
              <a:buNone/>
              <a:defRPr sz="3000" spc="-38" baseline="0">
                <a:solidFill>
                  <a:schemeClr val="tx1"/>
                </a:solidFill>
                <a:latin typeface="Segoe Sans Display Semibold"/>
                <a:ea typeface="Segoe Sans Display Semibold"/>
                <a:cs typeface="Segoe Sans Display Semibold"/>
              </a:defRPr>
            </a:lvl1pPr>
          </a:lstStyle>
          <a:p xmlns:a="http://schemas.openxmlformats.org/drawingml/2006/main">
            <a:r>
              <a:t>Event name or presentation title </a:t>
            </a:r>
          </a:p>
        </p:txBody>
      </p:sp>
      <p:sp>
        <p:nvSpPr>
          <p:cNvPr id="5" name="Text Placeholder 4">
            <a:extLst xmlns:a="http://schemas.openxmlformats.org/drawingml/2006/main">
              <a:ext uri="{FF2B5EF4-FFF2-40B4-BE49-F238E27FC236}">
                <a16:creationId xmlns:a16="http://schemas.microsoft.com/office/drawing/2014/main" id="{0DAE1AB5-6072-48ED-A994-110A6EE1D07B}"/>
              </a:ext>
            </a:extLst>
          </p:cNvPr>
          <p:cNvSpPr>
            <a:spLocks xmlns:a="http://schemas.openxmlformats.org/drawingml/2006/main" noGrp="1"/>
          </p:cNvSpPr>
          <p:nvPr>
            <p:ph type="body" idx="12" hasCustomPrompt="1"/>
          </p:nvPr>
        </p:nvSpPr>
        <p:spPr>
          <a:xfrm xmlns:a="http://schemas.openxmlformats.org/drawingml/2006/main">
            <a:off x="438150" y="2971801"/>
            <a:ext cx="6858000" cy="207749"/>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indent="0">
              <a:spcBef>
                <a:spcPts val="0"/>
              </a:spcBef>
              <a:buNone/>
              <a:defRPr sz="1350" spc="0" baseline="0">
                <a:solidFill>
                  <a:schemeClr val="tx1"/>
                </a:solidFill>
                <a:latin typeface="+mn-lt"/>
                <a:ea typeface="+mn-lt"/>
                <a:cs typeface="+mn-lt"/>
              </a:defRPr>
            </a:lvl1pPr>
          </a:lstStyle>
          <a:p xmlns:a="http://schemas.openxmlformats.org/drawingml/2006/main">
            <a:pPr marL="0" lvl="0" indent="0">
              <a:buNone/>
            </a:pPr>
            <a:r>
              <a:t>Speaker name or subtitle text</a:t>
            </a:r>
          </a:p>
        </p:txBody>
      </p:sp>
      <p:pic>
        <p:nvPicPr>
          <p:cNvPr id="2" name="MS logo white - EMF">
            <a:extLst xmlns:a="http://schemas.openxmlformats.org/drawingml/2006/main">
              <a:ext uri="{FF2B5EF4-FFF2-40B4-BE49-F238E27FC236}">
                <a16:creationId xmlns:a16="http://schemas.microsoft.com/office/drawing/2014/main" id="{0087CFEA-B304-464E-93CA-915D00F7B1FD}"/>
              </a:ext>
            </a:extLst>
          </p:cNvPr>
          <p:cNvPicPr>
            <a:picLocks xmlns:a="http://schemas.openxmlformats.org/drawingml/2006/main" noChangeAspect="1"/>
          </p:cNvPicPr>
          <p:nvPr/>
        </p:nvPicPr>
        <p:blipFill>
          <a:blip xmlns:r="http://schemas.openxmlformats.org/officeDocument/2006/relationships" xmlns:a="http://schemas.openxmlformats.org/drawingml/2006/main" r:embed="Ref6ade2c3e1047e5"/>
          <a:stretch xmlns:a="http://schemas.openxmlformats.org/drawingml/2006/main">
            <a:fillRect l="0" t="0" r="0" b="0"/>
          </a:stretch>
        </p:blipFill>
        <p:spPr>
          <a:xfrm xmlns:a="http://schemas.openxmlformats.org/drawingml/2006/main">
            <a:off x="438150" y="439341"/>
            <a:ext cx="1024684" cy="219456"/>
          </a:xfrm>
          <a:prstGeom xmlns:a="http://schemas.openxmlformats.org/drawingml/2006/main" prst="rect">
            <a:avLst/>
          </a:prstGeom>
        </p:spPr>
      </p:pic>
    </p:spTree>
  </p:cSld>
</p:sldLayout>
</file>

<file path=ppt/slideLayouts/slideLayout91.xml><?xml version="1.0" encoding="utf-8"?>
<p:sldLayout xmlns:p="http://schemas.openxmlformats.org/presentationml/2006/main"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2FCFEFD-88E5-4869-B5C3-1611B0B50E1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marL="0" indent="0">
              <a:buNone/>
              <a:defRPr>
                <a:solidFill>
                  <a:schemeClr val="tx1"/>
                </a:solidFill>
              </a:defRPr>
            </a:lvl1pPr>
          </a:lstStyle>
          <a:p xmlns:a="http://schemas.openxmlformats.org/drawingml/2006/main">
            <a:r>
              <a:t>Click to edit Master title style</a:t>
            </a:r>
          </a:p>
        </p:txBody>
      </p:sp>
      <p:sp>
        <p:nvSpPr>
          <p:cNvPr id="4" name="Content Placeholder 3">
            <a:extLst xmlns:a="http://schemas.openxmlformats.org/drawingml/2006/main">
              <a:ext uri="{FF2B5EF4-FFF2-40B4-BE49-F238E27FC236}">
                <a16:creationId xmlns:a16="http://schemas.microsoft.com/office/drawing/2014/main" id="{58A212C2-8B30-4835-8711-AA981B6CFBE1}"/>
              </a:ext>
            </a:extLst>
          </p:cNvPr>
          <p:cNvSpPr>
            <a:spLocks xmlns:a="http://schemas.openxmlformats.org/drawingml/2006/main" noGrp="1"/>
          </p:cNvSpPr>
          <p:nvPr>
            <p:ph idx="10"/>
          </p:nvPr>
        </p:nvSpPr>
        <p:spPr>
          <a:xfrm xmlns:a="http://schemas.openxmlformats.org/drawingml/2006/main">
            <a:off x="438150" y="1076325"/>
            <a:ext cx="8264129" cy="1209562"/>
          </a:xfrm>
        </p:spPr>
        <p:txBody>
          <a:bodyPr xmlns:a="http://schemas.openxmlformats.org/drawingml/2006/main"/>
          <a:lstStyle xmlns:a="http://schemas.openxmlformats.org/drawingml/2006/main">
            <a:lvl1pPr marL="0" indent="0">
              <a:buNone/>
              <a:defRPr>
                <a:solidFill>
                  <a:schemeClr val="tx1"/>
                </a:solidFill>
              </a:defRPr>
            </a:lvl1pPr>
            <a:lvl2pPr marL="0" indent="0">
              <a:buNone/>
              <a:defRPr>
                <a:solidFill>
                  <a:schemeClr val="tx1"/>
                </a:solidFill>
              </a:defRPr>
            </a:lvl2pPr>
            <a:lvl3pPr marL="0" indent="0">
              <a:buNone/>
              <a:defRPr>
                <a:solidFill>
                  <a:schemeClr val="tx1"/>
                </a:solidFill>
              </a:defRPr>
            </a:lvl3pPr>
            <a:lvl4pPr marL="0" indent="0">
              <a:buNone/>
              <a:defRPr>
                <a:solidFill>
                  <a:schemeClr val="tx1"/>
                </a:solidFill>
              </a:defRPr>
            </a:lvl4pPr>
            <a:lvl5pPr marL="0" indent="0">
              <a:buNone/>
              <a:defRPr>
                <a:solidFill>
                  <a:schemeClr val="tx1"/>
                </a:solidFill>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6" name="TextBox 5">
            <a:extLst xmlns:a="http://schemas.openxmlformats.org/drawingml/2006/main">
              <a:ext uri="{FF2B5EF4-FFF2-40B4-BE49-F238E27FC236}">
                <a16:creationId xmlns:a16="http://schemas.microsoft.com/office/drawing/2014/main" id="{4F9662A5-6E2F-47B0-9B6E-E87983D3753C}"/>
              </a:ext>
            </a:extLst>
          </p:cNvPr>
          <p:cNvSpPr>
            <a:spLocks xmlns:a="http://schemas.openxmlformats.org/drawingml/2006/main" noGrp="1"/>
          </p:cNvSpPr>
          <p:nvPr/>
        </p:nvSpPr>
        <p:spPr>
          <a:xfrm xmlns:a="http://schemas.openxmlformats.org/drawingml/2006/main">
            <a:off x="9266791" y="-152958"/>
            <a:ext cx="431208" cy="1154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92.xml><?xml version="1.0" encoding="utf-8"?>
<p:sldLayout xmlns:p="http://schemas.openxmlformats.org/presentationml/2006/main" preserve="1">
  <p:cSld name="Title &amp; Non-bulleted text">
    <p:spTree>
      <p:nvGrpSpPr>
        <p:cNvPr id="1" name=""/>
        <p:cNvGrpSpPr/>
        <p:nvPr/>
      </p:nvGrpSpPr>
      <p:grpSpPr>
        <a:xfrm xmlns:a="http://schemas.openxmlformats.org/drawingml/2006/main"/>
      </p:grpSpPr>
      <p:sp>
        <p:nvSpPr>
          <p:cNvPr id="7" name="Title 6">
            <a:extLst xmlns:a="http://schemas.openxmlformats.org/drawingml/2006/main">
              <a:ext uri="{FF2B5EF4-FFF2-40B4-BE49-F238E27FC236}">
                <a16:creationId xmlns:a16="http://schemas.microsoft.com/office/drawing/2014/main" id="{34B655BA-10A4-4A57-89DB-CFFBE1CA1E3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4" name="Text Placeholder 3">
            <a:extLst xmlns:a="http://schemas.openxmlformats.org/drawingml/2006/main">
              <a:ext uri="{FF2B5EF4-FFF2-40B4-BE49-F238E27FC236}">
                <a16:creationId xmlns:a16="http://schemas.microsoft.com/office/drawing/2014/main" id="{7982FD25-5CB1-43C6-930A-D4519820BEF9}"/>
              </a:ext>
            </a:extLst>
          </p:cNvPr>
          <p:cNvSpPr>
            <a:spLocks xmlns:a="http://schemas.openxmlformats.org/drawingml/2006/main" noGrp="1"/>
          </p:cNvSpPr>
          <p:nvPr>
            <p:ph type="body" idx="10"/>
          </p:nvPr>
        </p:nvSpPr>
        <p:spPr>
          <a:xfrm xmlns:a="http://schemas.openxmlformats.org/drawingml/2006/main">
            <a:off x="439793" y="1075778"/>
            <a:ext cx="8263890" cy="1209562"/>
          </a:xfrm>
        </p:spPr>
        <p:txBody>
          <a:bodyPr xmlns:a="http://schemas.openxmlformats.org/drawingml/2006/main" wrap="square">
            <a:spAutoFit/>
          </a:bodyPr>
          <a:lstStyle xmlns:a="http://schemas.openxmlformats.org/drawingml/2006/main">
            <a:lvl1pPr marL="0" indent="0">
              <a:buNone/>
              <a:defRPr/>
            </a:lvl1pPr>
            <a:lvl2pPr marL="0" indent="0">
              <a:buNone/>
              <a:defRPr/>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Tree>
  </p:cSld>
</p:sldLayout>
</file>

<file path=ppt/slideLayouts/slideLayout93.xml><?xml version="1.0" encoding="utf-8"?>
<p:sldLayout xmlns:p="http://schemas.openxmlformats.org/presentationml/2006/main" preserve="1">
  <p:cSld name="Two Column Bullet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1BE2550-DA43-453C-A328-33C740E6540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5" name="Content Placeholder 4">
            <a:extLst xmlns:a="http://schemas.openxmlformats.org/drawingml/2006/main">
              <a:ext uri="{FF2B5EF4-FFF2-40B4-BE49-F238E27FC236}">
                <a16:creationId xmlns:a16="http://schemas.microsoft.com/office/drawing/2014/main" id="{14B7A288-CDAC-4184-9F73-137C95F5E643}"/>
              </a:ext>
            </a:extLst>
          </p:cNvPr>
          <p:cNvSpPr>
            <a:spLocks xmlns:a="http://schemas.openxmlformats.org/drawingml/2006/main" noGrp="1"/>
          </p:cNvSpPr>
          <p:nvPr>
            <p:ph idx="12"/>
          </p:nvPr>
        </p:nvSpPr>
        <p:spPr>
          <a:xfrm xmlns:a="http://schemas.openxmlformats.org/drawingml/2006/main">
            <a:off x="438151" y="1076325"/>
            <a:ext cx="3908822" cy="1209562"/>
          </a:xfrm>
        </p:spPr>
        <p:txBody>
          <a:bodyPr xmlns:a="http://schemas.openxmlformats.org/drawingml/2006/main"/>
          <a:lstStyle xmlns:a="http://schemas.openxmlformats.org/drawingml/2006/main"/>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9" name="Content Placeholder 8">
            <a:extLst xmlns:a="http://schemas.openxmlformats.org/drawingml/2006/main">
              <a:ext uri="{FF2B5EF4-FFF2-40B4-BE49-F238E27FC236}">
                <a16:creationId xmlns:a16="http://schemas.microsoft.com/office/drawing/2014/main" id="{CEC22105-78D6-4753-94FA-3DA949361A95}"/>
              </a:ext>
            </a:extLst>
          </p:cNvPr>
          <p:cNvSpPr>
            <a:spLocks xmlns:a="http://schemas.openxmlformats.org/drawingml/2006/main" noGrp="1"/>
          </p:cNvSpPr>
          <p:nvPr>
            <p:ph idx="13"/>
          </p:nvPr>
        </p:nvSpPr>
        <p:spPr>
          <a:xfrm xmlns:a="http://schemas.openxmlformats.org/drawingml/2006/main">
            <a:off x="4792266" y="1076325"/>
            <a:ext cx="3914775" cy="1209562"/>
          </a:xfrm>
        </p:spPr>
        <p:txBody>
          <a:bodyPr xmlns:a="http://schemas.openxmlformats.org/drawingml/2006/main"/>
          <a:lstStyle xmlns:a="http://schemas.openxmlformats.org/drawingml/2006/main"/>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6" name="TextBox 5">
            <a:extLst xmlns:a="http://schemas.openxmlformats.org/drawingml/2006/main">
              <a:ext uri="{FF2B5EF4-FFF2-40B4-BE49-F238E27FC236}">
                <a16:creationId xmlns:a16="http://schemas.microsoft.com/office/drawing/2014/main" id="{5F6A123D-3A27-499F-9210-3E0D7CED39C6}"/>
              </a:ext>
            </a:extLst>
          </p:cNvPr>
          <p:cNvSpPr>
            <a:spLocks xmlns:a="http://schemas.openxmlformats.org/drawingml/2006/main" noGrp="1"/>
          </p:cNvSpPr>
          <p:nvPr/>
        </p:nvSpPr>
        <p:spPr>
          <a:xfrm xmlns:a="http://schemas.openxmlformats.org/drawingml/2006/main">
            <a:off x="9266791" y="-152958"/>
            <a:ext cx="431208" cy="1154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94.xml><?xml version="1.0" encoding="utf-8"?>
<p:sldLayout xmlns:p="http://schemas.openxmlformats.org/presentationml/2006/main" preserve="1">
  <p:cSld name="Two Column Non-bulleted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876633-3E8D-4CF4-A5D4-D4E9D88A6DE0}"/>
              </a:ext>
            </a:extLst>
          </p:cNvPr>
          <p:cNvSpPr>
            <a:spLocks xmlns:a="http://schemas.openxmlformats.org/drawingml/2006/main" noGrp="1"/>
          </p:cNvSpPr>
          <p:nvPr>
            <p:ph type="title" idx="0"/>
          </p:nvPr>
        </p:nvSpPr>
        <p:spPr>
          <a:xfrm xmlns:a="http://schemas.openxmlformats.org/drawingml/2006/main">
            <a:off x="441197" y="342900"/>
            <a:ext cx="8263890" cy="415499"/>
          </a:xfrm>
        </p:spPr>
        <p:txBody>
          <a:bodyPr xmlns:a="http://schemas.openxmlformats.org/drawingml/2006/main"/>
          <a:lstStyle xmlns:a="http://schemas.openxmlformats.org/drawingml/2006/main"/>
          <a:p xmlns:a="http://schemas.openxmlformats.org/drawingml/2006/main">
            <a:r>
              <a:t>Click to edit Master title style</a:t>
            </a:r>
          </a:p>
        </p:txBody>
      </p:sp>
      <p:sp>
        <p:nvSpPr>
          <p:cNvPr id="4" name="Text Placeholder 3">
            <a:extLst xmlns:a="http://schemas.openxmlformats.org/drawingml/2006/main">
              <a:ext uri="{FF2B5EF4-FFF2-40B4-BE49-F238E27FC236}">
                <a16:creationId xmlns:a16="http://schemas.microsoft.com/office/drawing/2014/main" id="{2E195E2A-B2E8-4C11-A866-C665E3EC62C1}"/>
              </a:ext>
            </a:extLst>
          </p:cNvPr>
          <p:cNvSpPr>
            <a:spLocks xmlns:a="http://schemas.openxmlformats.org/drawingml/2006/main" noGrp="1"/>
          </p:cNvSpPr>
          <p:nvPr>
            <p:ph type="body" idx="10"/>
          </p:nvPr>
        </p:nvSpPr>
        <p:spPr>
          <a:xfrm xmlns:a="http://schemas.openxmlformats.org/drawingml/2006/main">
            <a:off x="438150" y="1076325"/>
            <a:ext cx="3909060" cy="1237262"/>
          </a:xfrm>
        </p:spPr>
        <p:txBody>
          <a:bodyPr xmlns:a="http://schemas.openxmlformats.org/drawingml/2006/main" wrap="square">
            <a:spAutoFit/>
          </a:bodyPr>
          <a:lstStyle xmlns:a="http://schemas.openxmlformats.org/drawingml/2006/main">
            <a:lvl1pPr marL="0" indent="0">
              <a:spcBef>
                <a:spcPts val="918"/>
              </a:spcBef>
              <a:buClr>
                <a:schemeClr val="tx1"/>
              </a:buClr>
              <a:buFont typeface="Wingdings"/>
              <a:buNone/>
              <a:defRPr sz="2100" b="0">
                <a:latin typeface="Segoe UI"/>
                <a:ea typeface="Segoe UI"/>
                <a:cs typeface="Segoe UI"/>
              </a:defRPr>
            </a:lvl1pPr>
            <a:lvl2pPr marL="0" indent="0">
              <a:buFont typeface="Wingdings"/>
              <a:buNone/>
              <a:defRPr sz="1500" b="0"/>
            </a:lvl2pPr>
            <a:lvl3pPr marL="0" indent="0">
              <a:buFont typeface="Wingdings"/>
              <a:buNone/>
              <a:defRPr sz="1200" b="0"/>
            </a:lvl3pPr>
            <a:lvl4pPr marL="0" indent="0">
              <a:buFont typeface="Wingdings"/>
              <a:buNone/>
              <a:defRPr sz="1050" b="0"/>
            </a:lvl4pPr>
            <a:lvl5pPr marL="0" indent="0">
              <a:buFont typeface="Wingdings"/>
              <a:buNone/>
              <a:defRPr sz="1050" b="0"/>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6" name="Text Placeholder 3">
            <a:extLst xmlns:a="http://schemas.openxmlformats.org/drawingml/2006/main">
              <a:ext uri="{FF2B5EF4-FFF2-40B4-BE49-F238E27FC236}">
                <a16:creationId xmlns:a16="http://schemas.microsoft.com/office/drawing/2014/main" id="{8E9CDCB4-03E1-4763-B83E-A1334BCDB0C0}"/>
              </a:ext>
            </a:extLst>
          </p:cNvPr>
          <p:cNvSpPr>
            <a:spLocks xmlns:a="http://schemas.openxmlformats.org/drawingml/2006/main" noGrp="1"/>
          </p:cNvSpPr>
          <p:nvPr>
            <p:ph type="body" idx="12"/>
          </p:nvPr>
        </p:nvSpPr>
        <p:spPr>
          <a:xfrm xmlns:a="http://schemas.openxmlformats.org/drawingml/2006/main">
            <a:off x="4797878" y="1076325"/>
            <a:ext cx="3909060" cy="1237262"/>
          </a:xfrm>
        </p:spPr>
        <p:txBody>
          <a:bodyPr xmlns:a="http://schemas.openxmlformats.org/drawingml/2006/main" wrap="square">
            <a:spAutoFit/>
          </a:bodyPr>
          <a:lstStyle xmlns:a="http://schemas.openxmlformats.org/drawingml/2006/main">
            <a:lvl1pPr marL="0" indent="0">
              <a:spcBef>
                <a:spcPts val="918"/>
              </a:spcBef>
              <a:buClr>
                <a:schemeClr val="tx1"/>
              </a:buClr>
              <a:buFont typeface="Wingdings"/>
              <a:buNone/>
              <a:defRPr sz="2100" b="0">
                <a:latin typeface="Segoe UI"/>
                <a:ea typeface="Segoe UI"/>
                <a:cs typeface="Segoe UI"/>
              </a:defRPr>
            </a:lvl1pPr>
            <a:lvl2pPr marL="0" indent="0">
              <a:buFont typeface="Wingdings"/>
              <a:buNone/>
              <a:defRPr sz="1500" b="0"/>
            </a:lvl2pPr>
            <a:lvl3pPr marL="0" indent="0">
              <a:buFont typeface="Wingdings"/>
              <a:buNone/>
              <a:defRPr sz="1200" b="0"/>
            </a:lvl3pPr>
            <a:lvl4pPr marL="0" indent="0">
              <a:buFont typeface="Wingdings"/>
              <a:buNone/>
              <a:defRPr sz="1050" b="0"/>
            </a:lvl4pPr>
            <a:lvl5pPr marL="0" indent="0">
              <a:buFont typeface="Wingdings"/>
              <a:buNone/>
              <a:defRPr sz="1050" b="0"/>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Tree>
  </p:cSld>
</p:sldLayout>
</file>

<file path=ppt/slideLayouts/slideLayout95.xml><?xml version="1.0" encoding="utf-8"?>
<p:sldLayout xmlns:p="http://schemas.openxmlformats.org/presentationml/2006/main" preserve="1">
  <p:cSld name="Two Column Bullet with Subheads">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876633-3E8D-4CF4-A5D4-D4E9D88A6DE0}"/>
              </a:ext>
            </a:extLst>
          </p:cNvPr>
          <p:cNvSpPr>
            <a:spLocks xmlns:a="http://schemas.openxmlformats.org/drawingml/2006/main" noGrp="1"/>
          </p:cNvSpPr>
          <p:nvPr>
            <p:ph type="title" idx="0"/>
          </p:nvPr>
        </p:nvSpPr>
        <p:spPr>
          <a:xfrm xmlns:a="http://schemas.openxmlformats.org/drawingml/2006/main">
            <a:off x="441197" y="342900"/>
            <a:ext cx="8263890" cy="415499"/>
          </a:xfrm>
        </p:spPr>
        <p:txBody>
          <a:bodyPr xmlns:a="http://schemas.openxmlformats.org/drawingml/2006/main">
            <a:spAutoFit/>
          </a:bodyPr>
          <a:lstStyle xmlns:a="http://schemas.openxmlformats.org/drawingml/2006/main">
            <a:lvl1pPr marL="0" indent="0">
              <a:buNone/>
              <a:defRPr/>
            </a:lvl1pPr>
          </a:lstStyle>
          <a:p xmlns:a="http://schemas.openxmlformats.org/drawingml/2006/main">
            <a:r>
              <a:t>Click to edit Master title style</a:t>
            </a:r>
          </a:p>
        </p:txBody>
      </p:sp>
      <p:sp>
        <p:nvSpPr>
          <p:cNvPr id="12" name="Text Placeholder 11">
            <a:extLst xmlns:a="http://schemas.openxmlformats.org/drawingml/2006/main">
              <a:ext uri="{FF2B5EF4-FFF2-40B4-BE49-F238E27FC236}">
                <a16:creationId xmlns:a16="http://schemas.microsoft.com/office/drawing/2014/main" id="{DD525736-DEE8-4391-8135-23DE0640053A}"/>
              </a:ext>
            </a:extLst>
          </p:cNvPr>
          <p:cNvSpPr>
            <a:spLocks xmlns:a="http://schemas.openxmlformats.org/drawingml/2006/main" noGrp="1"/>
          </p:cNvSpPr>
          <p:nvPr>
            <p:ph type="body" idx="16"/>
          </p:nvPr>
        </p:nvSpPr>
        <p:spPr>
          <a:xfrm xmlns:a="http://schemas.openxmlformats.org/drawingml/2006/main">
            <a:off x="438150" y="1077517"/>
            <a:ext cx="3914775" cy="323165"/>
          </a:xfrm>
        </p:spPr>
        <p:txBody>
          <a:bodyPr xmlns:a="http://schemas.openxmlformats.org/drawingml/2006/main" anchor="t"/>
          <a:lstStyle xmlns:a="http://schemas.openxmlformats.org/drawingml/2006/main">
            <a:lvl1pPr marL="0" indent="0">
              <a:spcBef>
                <a:spcPts val="0"/>
              </a:spcBef>
              <a:buNone/>
              <a:defRPr sz="21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8" name="Text Placeholder 7">
            <a:extLst xmlns:a="http://schemas.openxmlformats.org/drawingml/2006/main">
              <a:ext uri="{FF2B5EF4-FFF2-40B4-BE49-F238E27FC236}">
                <a16:creationId xmlns:a16="http://schemas.microsoft.com/office/drawing/2014/main" id="{98E90344-0294-48E2-AAF0-601BB99500E7}"/>
              </a:ext>
            </a:extLst>
          </p:cNvPr>
          <p:cNvSpPr>
            <a:spLocks xmlns:a="http://schemas.openxmlformats.org/drawingml/2006/main" noGrp="1"/>
          </p:cNvSpPr>
          <p:nvPr>
            <p:ph type="body" idx="14"/>
          </p:nvPr>
        </p:nvSpPr>
        <p:spPr>
          <a:xfrm xmlns:a="http://schemas.openxmlformats.org/drawingml/2006/main">
            <a:off x="438150" y="1563291"/>
            <a:ext cx="3914775" cy="1209562"/>
          </a:xfrm>
        </p:spPr>
        <p:txBody>
          <a:bodyPr xmlns:a="http://schemas.openxmlformats.org/drawingml/2006/main">
            <a:spAutoFit/>
          </a:bodyPr>
          <a:lstStyle xmlns:a="http://schemas.openxmlformats.org/drawingml/2006/main">
            <a:lvl1pPr marL="0" indent="0">
              <a:buNone/>
              <a:defRPr sz="1800"/>
            </a:lvl1pPr>
            <a:lvl2pPr marL="0" indent="0">
              <a:buNone/>
              <a:defRPr/>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13" name="Text Placeholder 11">
            <a:extLst xmlns:a="http://schemas.openxmlformats.org/drawingml/2006/main">
              <a:ext uri="{FF2B5EF4-FFF2-40B4-BE49-F238E27FC236}">
                <a16:creationId xmlns:a16="http://schemas.microsoft.com/office/drawing/2014/main" id="{B4F729D4-B1F1-45F2-A06A-40234B19C883}"/>
              </a:ext>
            </a:extLst>
          </p:cNvPr>
          <p:cNvSpPr>
            <a:spLocks xmlns:a="http://schemas.openxmlformats.org/drawingml/2006/main" noGrp="1"/>
          </p:cNvSpPr>
          <p:nvPr>
            <p:ph type="body" idx="17"/>
          </p:nvPr>
        </p:nvSpPr>
        <p:spPr>
          <a:xfrm xmlns:a="http://schemas.openxmlformats.org/drawingml/2006/main">
            <a:off x="4798219" y="1077517"/>
            <a:ext cx="3914775" cy="323165"/>
          </a:xfrm>
        </p:spPr>
        <p:txBody>
          <a:bodyPr xmlns:a="http://schemas.openxmlformats.org/drawingml/2006/main" anchor="t"/>
          <a:lstStyle xmlns:a="http://schemas.openxmlformats.org/drawingml/2006/main">
            <a:lvl1pPr marL="0" indent="0">
              <a:spcBef>
                <a:spcPts val="0"/>
              </a:spcBef>
              <a:buNone/>
              <a:defRPr sz="21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10" name="Text Placeholder 9">
            <a:extLst xmlns:a="http://schemas.openxmlformats.org/drawingml/2006/main">
              <a:ext uri="{FF2B5EF4-FFF2-40B4-BE49-F238E27FC236}">
                <a16:creationId xmlns:a16="http://schemas.microsoft.com/office/drawing/2014/main" id="{D1F896FB-325C-4849-B372-8DF0D6C0562C}"/>
              </a:ext>
            </a:extLst>
          </p:cNvPr>
          <p:cNvSpPr>
            <a:spLocks xmlns:a="http://schemas.openxmlformats.org/drawingml/2006/main" noGrp="1"/>
          </p:cNvSpPr>
          <p:nvPr>
            <p:ph type="body" idx="15"/>
          </p:nvPr>
        </p:nvSpPr>
        <p:spPr>
          <a:xfrm xmlns:a="http://schemas.openxmlformats.org/drawingml/2006/main">
            <a:off x="4798219" y="1563291"/>
            <a:ext cx="3914775" cy="1209562"/>
          </a:xfrm>
        </p:spPr>
        <p:txBody>
          <a:bodyPr xmlns:a="http://schemas.openxmlformats.org/drawingml/2006/main">
            <a:spAutoFit/>
          </a:bodyPr>
          <a:lstStyle xmlns:a="http://schemas.openxmlformats.org/drawingml/2006/main">
            <a:lvl1pPr marL="0" indent="0">
              <a:buNone/>
              <a:defRPr sz="1800"/>
            </a:lvl1pPr>
            <a:lvl2pPr marL="0" indent="0">
              <a:buNone/>
              <a:defRPr/>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Tree>
  </p:cSld>
</p:sldLayout>
</file>

<file path=ppt/slideLayouts/slideLayout96.xml><?xml version="1.0" encoding="utf-8"?>
<p:sldLayout xmlns:p="http://schemas.openxmlformats.org/presentationml/2006/main" preserve="1">
  <p:cSld name="Two Column Content with Subheads">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876633-3E8D-4CF4-A5D4-D4E9D88A6DE0}"/>
              </a:ext>
            </a:extLst>
          </p:cNvPr>
          <p:cNvSpPr>
            <a:spLocks xmlns:a="http://schemas.openxmlformats.org/drawingml/2006/main" noGrp="1"/>
          </p:cNvSpPr>
          <p:nvPr>
            <p:ph type="title" idx="0"/>
          </p:nvPr>
        </p:nvSpPr>
        <p:spPr>
          <a:xfrm xmlns:a="http://schemas.openxmlformats.org/drawingml/2006/main">
            <a:off x="441197" y="342900"/>
            <a:ext cx="8263890" cy="415499"/>
          </a:xfrm>
        </p:spPr>
        <p:txBody>
          <a:bodyPr xmlns:a="http://schemas.openxmlformats.org/drawingml/2006/main">
            <a:spAutoFit/>
          </a:bodyPr>
          <a:lstStyle xmlns:a="http://schemas.openxmlformats.org/drawingml/2006/main">
            <a:lvl1pPr marL="0" indent="0">
              <a:buNone/>
              <a:defRPr/>
            </a:lvl1pPr>
          </a:lstStyle>
          <a:p xmlns:a="http://schemas.openxmlformats.org/drawingml/2006/main">
            <a:r>
              <a:t>Click to edit Master title style</a:t>
            </a:r>
          </a:p>
        </p:txBody>
      </p:sp>
      <p:sp>
        <p:nvSpPr>
          <p:cNvPr id="18" name="Text Placeholder 11">
            <a:extLst xmlns:a="http://schemas.openxmlformats.org/drawingml/2006/main">
              <a:ext uri="{FF2B5EF4-FFF2-40B4-BE49-F238E27FC236}">
                <a16:creationId xmlns:a16="http://schemas.microsoft.com/office/drawing/2014/main" id="{C2759870-0BEA-44DC-A414-1C70D04E35CC}"/>
              </a:ext>
            </a:extLst>
          </p:cNvPr>
          <p:cNvSpPr>
            <a:spLocks xmlns:a="http://schemas.openxmlformats.org/drawingml/2006/main" noGrp="1"/>
          </p:cNvSpPr>
          <p:nvPr>
            <p:ph type="body" idx="16"/>
          </p:nvPr>
        </p:nvSpPr>
        <p:spPr>
          <a:xfrm xmlns:a="http://schemas.openxmlformats.org/drawingml/2006/main">
            <a:off x="438150" y="1077517"/>
            <a:ext cx="3914775" cy="323165"/>
          </a:xfrm>
        </p:spPr>
        <p:txBody>
          <a:bodyPr xmlns:a="http://schemas.openxmlformats.org/drawingml/2006/main" anchor="t"/>
          <a:lstStyle xmlns:a="http://schemas.openxmlformats.org/drawingml/2006/main">
            <a:lvl1pPr marL="0" indent="0">
              <a:spcBef>
                <a:spcPts val="0"/>
              </a:spcBef>
              <a:buNone/>
              <a:defRPr sz="21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15" name="Content Placeholder 14">
            <a:extLst xmlns:a="http://schemas.openxmlformats.org/drawingml/2006/main">
              <a:ext uri="{FF2B5EF4-FFF2-40B4-BE49-F238E27FC236}">
                <a16:creationId xmlns:a16="http://schemas.microsoft.com/office/drawing/2014/main" id="{BFEF95FA-F121-4653-B60A-0D068C345462}"/>
              </a:ext>
            </a:extLst>
          </p:cNvPr>
          <p:cNvSpPr>
            <a:spLocks xmlns:a="http://schemas.openxmlformats.org/drawingml/2006/main" noGrp="1"/>
          </p:cNvSpPr>
          <p:nvPr>
            <p:ph idx="11"/>
          </p:nvPr>
        </p:nvSpPr>
        <p:spPr>
          <a:xfrm xmlns:a="http://schemas.openxmlformats.org/drawingml/2006/main">
            <a:off x="441723" y="1560909"/>
            <a:ext cx="3911203" cy="1163395"/>
          </a:xfrm>
        </p:spPr>
        <p:txBody>
          <a:bodyPr xmlns:a="http://schemas.openxmlformats.org/drawingml/2006/main"/>
          <a:lstStyle xmlns:a="http://schemas.openxmlformats.org/drawingml/2006/main">
            <a:lvl1pPr marL="0" indent="0">
              <a:buNone/>
              <a:defRPr sz="1800"/>
            </a:lvl1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19" name="Text Placeholder 11">
            <a:extLst xmlns:a="http://schemas.openxmlformats.org/drawingml/2006/main">
              <a:ext uri="{FF2B5EF4-FFF2-40B4-BE49-F238E27FC236}">
                <a16:creationId xmlns:a16="http://schemas.microsoft.com/office/drawing/2014/main" id="{C327262A-D327-4189-AD22-BAD67CF4AB79}"/>
              </a:ext>
            </a:extLst>
          </p:cNvPr>
          <p:cNvSpPr>
            <a:spLocks xmlns:a="http://schemas.openxmlformats.org/drawingml/2006/main" noGrp="1"/>
          </p:cNvSpPr>
          <p:nvPr>
            <p:ph type="body" idx="17"/>
          </p:nvPr>
        </p:nvSpPr>
        <p:spPr>
          <a:xfrm xmlns:a="http://schemas.openxmlformats.org/drawingml/2006/main">
            <a:off x="4798219" y="1077517"/>
            <a:ext cx="3914775" cy="323165"/>
          </a:xfrm>
        </p:spPr>
        <p:txBody>
          <a:bodyPr xmlns:a="http://schemas.openxmlformats.org/drawingml/2006/main" anchor="t"/>
          <a:lstStyle xmlns:a="http://schemas.openxmlformats.org/drawingml/2006/main">
            <a:lvl1pPr marL="0" indent="0">
              <a:spcBef>
                <a:spcPts val="0"/>
              </a:spcBef>
              <a:buNone/>
              <a:defRPr sz="21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17" name="Content Placeholder 14">
            <a:extLst xmlns:a="http://schemas.openxmlformats.org/drawingml/2006/main">
              <a:ext uri="{FF2B5EF4-FFF2-40B4-BE49-F238E27FC236}">
                <a16:creationId xmlns:a16="http://schemas.microsoft.com/office/drawing/2014/main" id="{47F8EAA9-0E64-4589-A234-BC31685BE7D3}"/>
              </a:ext>
            </a:extLst>
          </p:cNvPr>
          <p:cNvSpPr>
            <a:spLocks xmlns:a="http://schemas.openxmlformats.org/drawingml/2006/main" noGrp="1"/>
          </p:cNvSpPr>
          <p:nvPr>
            <p:ph idx="13"/>
          </p:nvPr>
        </p:nvSpPr>
        <p:spPr>
          <a:xfrm xmlns:a="http://schemas.openxmlformats.org/drawingml/2006/main">
            <a:off x="4795839" y="1560909"/>
            <a:ext cx="3911203" cy="1163395"/>
          </a:xfrm>
        </p:spPr>
        <p:txBody>
          <a:bodyPr xmlns:a="http://schemas.openxmlformats.org/drawingml/2006/main"/>
          <a:lstStyle xmlns:a="http://schemas.openxmlformats.org/drawingml/2006/main">
            <a:lvl1pPr marL="0" indent="0">
              <a:buNone/>
              <a:defRPr sz="1800"/>
            </a:lvl1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3" name="TextBox 2">
            <a:extLst xmlns:a="http://schemas.openxmlformats.org/drawingml/2006/main">
              <a:ext uri="{FF2B5EF4-FFF2-40B4-BE49-F238E27FC236}">
                <a16:creationId xmlns:a16="http://schemas.microsoft.com/office/drawing/2014/main" id="{807CBEB8-AFEF-362F-CB36-DC00FA4C6C8A}"/>
              </a:ext>
            </a:extLst>
          </p:cNvPr>
          <p:cNvSpPr>
            <a:spLocks xmlns:a="http://schemas.openxmlformats.org/drawingml/2006/main" noGrp="1"/>
          </p:cNvSpPr>
          <p:nvPr/>
        </p:nvSpPr>
        <p:spPr>
          <a:xfrm xmlns:a="http://schemas.openxmlformats.org/drawingml/2006/main">
            <a:off x="9266791" y="-152958"/>
            <a:ext cx="431208" cy="1154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97.xml><?xml version="1.0" encoding="utf-8"?>
<p:sldLayout xmlns:p="http://schemas.openxmlformats.org/presentationml/2006/main" preserve="1">
  <p:cSld name="Three Column Bullet with Subtitles">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F260F77E-464D-46F7-A8F8-6F281DAB0C7A}"/>
              </a:ext>
            </a:extLst>
          </p:cNvPr>
          <p:cNvSpPr>
            <a:spLocks xmlns:a="http://schemas.openxmlformats.org/drawingml/2006/main" noGrp="1"/>
          </p:cNvSpPr>
          <p:nvPr>
            <p:ph type="title" idx="0"/>
          </p:nvPr>
        </p:nvSpPr>
        <p:spPr>
          <a:xfrm xmlns:a="http://schemas.openxmlformats.org/drawingml/2006/main">
            <a:off x="441197" y="342900"/>
            <a:ext cx="8263890" cy="415499"/>
          </a:xfrm>
        </p:spPr>
        <p:txBody>
          <a:bodyPr xmlns:a="http://schemas.openxmlformats.org/drawingml/2006/main">
            <a:spAutoFit/>
          </a:bodyPr>
          <a:lstStyle xmlns:a="http://schemas.openxmlformats.org/drawingml/2006/main"/>
          <a:p xmlns:a="http://schemas.openxmlformats.org/drawingml/2006/main">
            <a:r>
              <a:t>Click to edit Master title style</a:t>
            </a:r>
          </a:p>
        </p:txBody>
      </p:sp>
      <p:sp>
        <p:nvSpPr>
          <p:cNvPr id="19" name="Text Placeholder 11">
            <a:extLst xmlns:a="http://schemas.openxmlformats.org/drawingml/2006/main">
              <a:ext uri="{FF2B5EF4-FFF2-40B4-BE49-F238E27FC236}">
                <a16:creationId xmlns:a16="http://schemas.microsoft.com/office/drawing/2014/main" id="{CB20F198-3776-433D-85A8-C2B6AC6235FF}"/>
              </a:ext>
            </a:extLst>
          </p:cNvPr>
          <p:cNvSpPr>
            <a:spLocks xmlns:a="http://schemas.openxmlformats.org/drawingml/2006/main" noGrp="1"/>
          </p:cNvSpPr>
          <p:nvPr>
            <p:ph type="body" idx="16"/>
          </p:nvPr>
        </p:nvSpPr>
        <p:spPr>
          <a:xfrm xmlns:a="http://schemas.openxmlformats.org/drawingml/2006/main">
            <a:off x="438913" y="1078706"/>
            <a:ext cx="2448306" cy="507831"/>
          </a:xfrm>
        </p:spPr>
        <p:txBody>
          <a:bodyPr xmlns:a="http://schemas.openxmlformats.org/drawingml/2006/main" anchor="t"/>
          <a:lstStyle xmlns:a="http://schemas.openxmlformats.org/drawingml/2006/main">
            <a:lvl1pPr marL="0" indent="0">
              <a:spcBef>
                <a:spcPts val="0"/>
              </a:spcBef>
              <a:buNone/>
              <a:defRPr sz="165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20" name="Text Placeholder 7">
            <a:extLst xmlns:a="http://schemas.openxmlformats.org/drawingml/2006/main">
              <a:ext uri="{FF2B5EF4-FFF2-40B4-BE49-F238E27FC236}">
                <a16:creationId xmlns:a16="http://schemas.microsoft.com/office/drawing/2014/main" id="{97BC59AA-6CF8-4091-8008-21AA9AD8E8B5}"/>
              </a:ext>
            </a:extLst>
          </p:cNvPr>
          <p:cNvSpPr>
            <a:spLocks xmlns:a="http://schemas.openxmlformats.org/drawingml/2006/main" noGrp="1"/>
          </p:cNvSpPr>
          <p:nvPr>
            <p:ph type="body" idx="14"/>
          </p:nvPr>
        </p:nvSpPr>
        <p:spPr>
          <a:xfrm xmlns:a="http://schemas.openxmlformats.org/drawingml/2006/main">
            <a:off x="438913" y="1793081"/>
            <a:ext cx="2448306" cy="1320362"/>
          </a:xfrm>
        </p:spPr>
        <p:txBody>
          <a:bodyPr xmlns:a="http://schemas.openxmlformats.org/drawingml/2006/main" wrap="square">
            <a:spAutoFit/>
          </a:bodyPr>
          <a:lstStyle xmlns:a="http://schemas.openxmlformats.org/drawingml/2006/main">
            <a:lvl1pPr marL="0" indent="0">
              <a:buNone/>
              <a:defRPr sz="1500"/>
            </a:lvl1pPr>
            <a:lvl2pPr marL="0" indent="0">
              <a:buNone/>
              <a:defRPr sz="1350"/>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1" name="Text Placeholder 11">
            <a:extLst xmlns:a="http://schemas.openxmlformats.org/drawingml/2006/main">
              <a:ext uri="{FF2B5EF4-FFF2-40B4-BE49-F238E27FC236}">
                <a16:creationId xmlns:a16="http://schemas.microsoft.com/office/drawing/2014/main" id="{BECED387-BA3E-49B2-8F1E-0E371E09E0A4}"/>
              </a:ext>
            </a:extLst>
          </p:cNvPr>
          <p:cNvSpPr>
            <a:spLocks xmlns:a="http://schemas.openxmlformats.org/drawingml/2006/main" noGrp="1"/>
          </p:cNvSpPr>
          <p:nvPr>
            <p:ph type="body" idx="17"/>
          </p:nvPr>
        </p:nvSpPr>
        <p:spPr>
          <a:xfrm xmlns:a="http://schemas.openxmlformats.org/drawingml/2006/main">
            <a:off x="3347847" y="1078706"/>
            <a:ext cx="2448306" cy="507831"/>
          </a:xfrm>
        </p:spPr>
        <p:txBody>
          <a:bodyPr xmlns:a="http://schemas.openxmlformats.org/drawingml/2006/main" anchor="t"/>
          <a:lstStyle xmlns:a="http://schemas.openxmlformats.org/drawingml/2006/main">
            <a:lvl1pPr marL="0" indent="0">
              <a:spcBef>
                <a:spcPts val="0"/>
              </a:spcBef>
              <a:buNone/>
              <a:defRPr sz="165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22" name="Text Placeholder 9">
            <a:extLst xmlns:a="http://schemas.openxmlformats.org/drawingml/2006/main">
              <a:ext uri="{FF2B5EF4-FFF2-40B4-BE49-F238E27FC236}">
                <a16:creationId xmlns:a16="http://schemas.microsoft.com/office/drawing/2014/main" id="{6B26A1CD-81F9-4C2F-896F-E69757C6658C}"/>
              </a:ext>
            </a:extLst>
          </p:cNvPr>
          <p:cNvSpPr>
            <a:spLocks xmlns:a="http://schemas.openxmlformats.org/drawingml/2006/main" noGrp="1"/>
          </p:cNvSpPr>
          <p:nvPr>
            <p:ph type="body" idx="15"/>
          </p:nvPr>
        </p:nvSpPr>
        <p:spPr>
          <a:xfrm xmlns:a="http://schemas.openxmlformats.org/drawingml/2006/main">
            <a:off x="3347847" y="1788101"/>
            <a:ext cx="2448306" cy="1320362"/>
          </a:xfrm>
        </p:spPr>
        <p:txBody>
          <a:bodyPr xmlns:a="http://schemas.openxmlformats.org/drawingml/2006/main" wrap="square">
            <a:spAutoFit/>
          </a:bodyPr>
          <a:lstStyle xmlns:a="http://schemas.openxmlformats.org/drawingml/2006/main">
            <a:lvl1pPr marL="0" indent="0">
              <a:buNone/>
              <a:defRPr sz="1500"/>
            </a:lvl1pPr>
            <a:lvl2pPr marL="0" indent="0">
              <a:buNone/>
              <a:defRPr sz="1350"/>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3" name="Text Placeholder 11">
            <a:extLst xmlns:a="http://schemas.openxmlformats.org/drawingml/2006/main">
              <a:ext uri="{FF2B5EF4-FFF2-40B4-BE49-F238E27FC236}">
                <a16:creationId xmlns:a16="http://schemas.microsoft.com/office/drawing/2014/main" id="{79263A4B-A9A8-4CE5-96A8-6F6EC365E512}"/>
              </a:ext>
            </a:extLst>
          </p:cNvPr>
          <p:cNvSpPr>
            <a:spLocks xmlns:a="http://schemas.openxmlformats.org/drawingml/2006/main" noGrp="1"/>
          </p:cNvSpPr>
          <p:nvPr>
            <p:ph type="body" idx="18"/>
          </p:nvPr>
        </p:nvSpPr>
        <p:spPr>
          <a:xfrm xmlns:a="http://schemas.openxmlformats.org/drawingml/2006/main">
            <a:off x="6256781" y="1078706"/>
            <a:ext cx="2448306" cy="507831"/>
          </a:xfrm>
        </p:spPr>
        <p:txBody>
          <a:bodyPr xmlns:a="http://schemas.openxmlformats.org/drawingml/2006/main" anchor="t"/>
          <a:lstStyle xmlns:a="http://schemas.openxmlformats.org/drawingml/2006/main">
            <a:lvl1pPr marL="0" indent="0">
              <a:spcBef>
                <a:spcPts val="0"/>
              </a:spcBef>
              <a:buNone/>
              <a:defRPr sz="165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24" name="Text Placeholder 7">
            <a:extLst xmlns:a="http://schemas.openxmlformats.org/drawingml/2006/main">
              <a:ext uri="{FF2B5EF4-FFF2-40B4-BE49-F238E27FC236}">
                <a16:creationId xmlns:a16="http://schemas.microsoft.com/office/drawing/2014/main" id="{2205743D-F71A-4647-9BE4-2900BDA2582B}"/>
              </a:ext>
            </a:extLst>
          </p:cNvPr>
          <p:cNvSpPr>
            <a:spLocks xmlns:a="http://schemas.openxmlformats.org/drawingml/2006/main" noGrp="1"/>
          </p:cNvSpPr>
          <p:nvPr>
            <p:ph type="body" idx="19"/>
          </p:nvPr>
        </p:nvSpPr>
        <p:spPr>
          <a:xfrm xmlns:a="http://schemas.openxmlformats.org/drawingml/2006/main">
            <a:off x="6256781" y="1793081"/>
            <a:ext cx="2448306" cy="1320362"/>
          </a:xfrm>
        </p:spPr>
        <p:txBody>
          <a:bodyPr xmlns:a="http://schemas.openxmlformats.org/drawingml/2006/main" wrap="square">
            <a:spAutoFit/>
          </a:bodyPr>
          <a:lstStyle xmlns:a="http://schemas.openxmlformats.org/drawingml/2006/main">
            <a:lvl1pPr marL="0" indent="0">
              <a:buNone/>
              <a:defRPr sz="1500"/>
            </a:lvl1pPr>
            <a:lvl2pPr marL="0" indent="0">
              <a:buNone/>
              <a:defRPr sz="1350"/>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Tree>
  </p:cSld>
</p:sldLayout>
</file>

<file path=ppt/slideLayouts/slideLayout98.xml><?xml version="1.0" encoding="utf-8"?>
<p:sldLayout xmlns:p="http://schemas.openxmlformats.org/presentationml/2006/main" preserve="1">
  <p:cSld name="Four Column Bullet with Subtitles">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87A434B7-D4B9-4D45-A31C-F0CC4D227945}"/>
              </a:ext>
            </a:extLst>
          </p:cNvPr>
          <p:cNvSpPr>
            <a:spLocks xmlns:a="http://schemas.openxmlformats.org/drawingml/2006/main" noGrp="1"/>
          </p:cNvSpPr>
          <p:nvPr>
            <p:ph type="title" idx="0"/>
          </p:nvPr>
        </p:nvSpPr>
        <p:spPr>
          <a:xfrm xmlns:a="http://schemas.openxmlformats.org/drawingml/2006/main">
            <a:off x="441197" y="342900"/>
            <a:ext cx="8263890" cy="415499"/>
          </a:xfrm>
        </p:spPr>
        <p:txBody>
          <a:bodyPr xmlns:a="http://schemas.openxmlformats.org/drawingml/2006/main">
            <a:spAutoFit/>
          </a:bodyPr>
          <a:lstStyle xmlns:a="http://schemas.openxmlformats.org/drawingml/2006/main"/>
          <a:p xmlns:a="http://schemas.openxmlformats.org/drawingml/2006/main">
            <a:r>
              <a:t>Click to edit Master title style</a:t>
            </a:r>
          </a:p>
        </p:txBody>
      </p:sp>
      <p:sp>
        <p:nvSpPr>
          <p:cNvPr id="22" name="Text Placeholder 11">
            <a:extLst xmlns:a="http://schemas.openxmlformats.org/drawingml/2006/main">
              <a:ext uri="{FF2B5EF4-FFF2-40B4-BE49-F238E27FC236}">
                <a16:creationId xmlns:a16="http://schemas.microsoft.com/office/drawing/2014/main" id="{92783506-927E-48F7-8EFC-36257F3E2812}"/>
              </a:ext>
            </a:extLst>
          </p:cNvPr>
          <p:cNvSpPr>
            <a:spLocks xmlns:a="http://schemas.openxmlformats.org/drawingml/2006/main" noGrp="1"/>
          </p:cNvSpPr>
          <p:nvPr>
            <p:ph type="body" idx="16"/>
          </p:nvPr>
        </p:nvSpPr>
        <p:spPr>
          <a:xfrm xmlns:a="http://schemas.openxmlformats.org/drawingml/2006/main">
            <a:off x="438151" y="1078707"/>
            <a:ext cx="1899047" cy="461665"/>
          </a:xfrm>
        </p:spPr>
        <p:txBody>
          <a:bodyPr xmlns:a="http://schemas.openxmlformats.org/drawingml/2006/main" anchor="t"/>
          <a:lstStyle xmlns:a="http://schemas.openxmlformats.org/drawingml/2006/main">
            <a:lvl1pPr marL="0" indent="0">
              <a:spcBef>
                <a:spcPts val="0"/>
              </a:spcBef>
              <a:buNone/>
              <a:defRPr sz="15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23" name="Text Placeholder 7">
            <a:extLst xmlns:a="http://schemas.openxmlformats.org/drawingml/2006/main">
              <a:ext uri="{FF2B5EF4-FFF2-40B4-BE49-F238E27FC236}">
                <a16:creationId xmlns:a16="http://schemas.microsoft.com/office/drawing/2014/main" id="{FB6093D3-3EDF-4A80-8450-C5EBB1990775}"/>
              </a:ext>
            </a:extLst>
          </p:cNvPr>
          <p:cNvSpPr>
            <a:spLocks xmlns:a="http://schemas.openxmlformats.org/drawingml/2006/main" noGrp="1"/>
          </p:cNvSpPr>
          <p:nvPr>
            <p:ph type="body" idx="14"/>
          </p:nvPr>
        </p:nvSpPr>
        <p:spPr>
          <a:xfrm xmlns:a="http://schemas.openxmlformats.org/drawingml/2006/main">
            <a:off x="438151" y="1712337"/>
            <a:ext cx="1899047" cy="1274195"/>
          </a:xfrm>
        </p:spPr>
        <p:txBody>
          <a:bodyPr xmlns:a="http://schemas.openxmlformats.org/drawingml/2006/main" wrap="square">
            <a:spAutoFit/>
          </a:bodyPr>
          <a:lstStyle xmlns:a="http://schemas.openxmlformats.org/drawingml/2006/main">
            <a:lvl1pPr marL="0" indent="0">
              <a:buNone/>
              <a:defRPr sz="1350"/>
            </a:lvl1pPr>
            <a:lvl2pPr marL="0" indent="0">
              <a:buNone/>
              <a:defRPr sz="1200"/>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4" name="Text Placeholder 11">
            <a:extLst xmlns:a="http://schemas.openxmlformats.org/drawingml/2006/main">
              <a:ext uri="{FF2B5EF4-FFF2-40B4-BE49-F238E27FC236}">
                <a16:creationId xmlns:a16="http://schemas.microsoft.com/office/drawing/2014/main" id="{438D2C80-6884-451D-8D7D-B69022CCC5C4}"/>
              </a:ext>
            </a:extLst>
          </p:cNvPr>
          <p:cNvSpPr>
            <a:spLocks xmlns:a="http://schemas.openxmlformats.org/drawingml/2006/main" noGrp="1"/>
          </p:cNvSpPr>
          <p:nvPr>
            <p:ph type="body" idx="17"/>
          </p:nvPr>
        </p:nvSpPr>
        <p:spPr>
          <a:xfrm xmlns:a="http://schemas.openxmlformats.org/drawingml/2006/main">
            <a:off x="2559844" y="1078707"/>
            <a:ext cx="1900238" cy="461665"/>
          </a:xfrm>
        </p:spPr>
        <p:txBody>
          <a:bodyPr xmlns:a="http://schemas.openxmlformats.org/drawingml/2006/main" anchor="t"/>
          <a:lstStyle xmlns:a="http://schemas.openxmlformats.org/drawingml/2006/main">
            <a:lvl1pPr marL="0" indent="0">
              <a:spcBef>
                <a:spcPts val="0"/>
              </a:spcBef>
              <a:buNone/>
              <a:defRPr sz="15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25" name="Text Placeholder 9">
            <a:extLst xmlns:a="http://schemas.openxmlformats.org/drawingml/2006/main">
              <a:ext uri="{FF2B5EF4-FFF2-40B4-BE49-F238E27FC236}">
                <a16:creationId xmlns:a16="http://schemas.microsoft.com/office/drawing/2014/main" id="{7614A884-0AD6-4A85-A432-2B13E7464DA9}"/>
              </a:ext>
            </a:extLst>
          </p:cNvPr>
          <p:cNvSpPr>
            <a:spLocks xmlns:a="http://schemas.openxmlformats.org/drawingml/2006/main" noGrp="1"/>
          </p:cNvSpPr>
          <p:nvPr>
            <p:ph type="body" idx="15"/>
          </p:nvPr>
        </p:nvSpPr>
        <p:spPr>
          <a:xfrm xmlns:a="http://schemas.openxmlformats.org/drawingml/2006/main">
            <a:off x="2559844" y="1707357"/>
            <a:ext cx="1899047" cy="1274195"/>
          </a:xfrm>
        </p:spPr>
        <p:txBody>
          <a:bodyPr xmlns:a="http://schemas.openxmlformats.org/drawingml/2006/main" wrap="square">
            <a:spAutoFit/>
          </a:bodyPr>
          <a:lstStyle xmlns:a="http://schemas.openxmlformats.org/drawingml/2006/main">
            <a:lvl1pPr marL="0" indent="0">
              <a:buNone/>
              <a:defRPr sz="1350"/>
            </a:lvl1pPr>
            <a:lvl2pPr marL="0" indent="0">
              <a:buNone/>
              <a:defRPr sz="1200"/>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6" name="Text Placeholder 11">
            <a:extLst xmlns:a="http://schemas.openxmlformats.org/drawingml/2006/main">
              <a:ext uri="{FF2B5EF4-FFF2-40B4-BE49-F238E27FC236}">
                <a16:creationId xmlns:a16="http://schemas.microsoft.com/office/drawing/2014/main" id="{7D8FFDED-9FE5-4D94-8EB0-7D645C10FBFF}"/>
              </a:ext>
            </a:extLst>
          </p:cNvPr>
          <p:cNvSpPr>
            <a:spLocks xmlns:a="http://schemas.openxmlformats.org/drawingml/2006/main" noGrp="1"/>
          </p:cNvSpPr>
          <p:nvPr>
            <p:ph type="body" idx="18"/>
          </p:nvPr>
        </p:nvSpPr>
        <p:spPr>
          <a:xfrm xmlns:a="http://schemas.openxmlformats.org/drawingml/2006/main">
            <a:off x="4683157" y="1078707"/>
            <a:ext cx="1899047" cy="461665"/>
          </a:xfrm>
        </p:spPr>
        <p:txBody>
          <a:bodyPr xmlns:a="http://schemas.openxmlformats.org/drawingml/2006/main" anchor="t"/>
          <a:lstStyle xmlns:a="http://schemas.openxmlformats.org/drawingml/2006/main">
            <a:lvl1pPr marL="0" indent="0">
              <a:spcBef>
                <a:spcPts val="0"/>
              </a:spcBef>
              <a:buNone/>
              <a:defRPr sz="15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27" name="Text Placeholder 7">
            <a:extLst xmlns:a="http://schemas.openxmlformats.org/drawingml/2006/main">
              <a:ext uri="{FF2B5EF4-FFF2-40B4-BE49-F238E27FC236}">
                <a16:creationId xmlns:a16="http://schemas.microsoft.com/office/drawing/2014/main" id="{D429D954-9297-44FA-B7BD-56586012419C}"/>
              </a:ext>
            </a:extLst>
          </p:cNvPr>
          <p:cNvSpPr>
            <a:spLocks xmlns:a="http://schemas.openxmlformats.org/drawingml/2006/main" noGrp="1"/>
          </p:cNvSpPr>
          <p:nvPr>
            <p:ph type="body" idx="19"/>
          </p:nvPr>
        </p:nvSpPr>
        <p:spPr>
          <a:xfrm xmlns:a="http://schemas.openxmlformats.org/drawingml/2006/main">
            <a:off x="4683157" y="1712337"/>
            <a:ext cx="1899047" cy="1274195"/>
          </a:xfrm>
        </p:spPr>
        <p:txBody>
          <a:bodyPr xmlns:a="http://schemas.openxmlformats.org/drawingml/2006/main" wrap="square">
            <a:spAutoFit/>
          </a:bodyPr>
          <a:lstStyle xmlns:a="http://schemas.openxmlformats.org/drawingml/2006/main">
            <a:lvl1pPr marL="0" indent="0">
              <a:buNone/>
              <a:defRPr sz="1350"/>
            </a:lvl1pPr>
            <a:lvl2pPr marL="0" indent="0">
              <a:buNone/>
              <a:defRPr sz="1200"/>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8" name="Text Placeholder 11">
            <a:extLst xmlns:a="http://schemas.openxmlformats.org/drawingml/2006/main">
              <a:ext uri="{FF2B5EF4-FFF2-40B4-BE49-F238E27FC236}">
                <a16:creationId xmlns:a16="http://schemas.microsoft.com/office/drawing/2014/main" id="{04D43B0D-50F8-4F63-AFA3-34A46F42E816}"/>
              </a:ext>
            </a:extLst>
          </p:cNvPr>
          <p:cNvSpPr>
            <a:spLocks xmlns:a="http://schemas.openxmlformats.org/drawingml/2006/main" noGrp="1"/>
          </p:cNvSpPr>
          <p:nvPr>
            <p:ph type="body" idx="20"/>
          </p:nvPr>
        </p:nvSpPr>
        <p:spPr>
          <a:xfrm xmlns:a="http://schemas.openxmlformats.org/drawingml/2006/main">
            <a:off x="6804850" y="1078707"/>
            <a:ext cx="1900238" cy="461665"/>
          </a:xfrm>
        </p:spPr>
        <p:txBody>
          <a:bodyPr xmlns:a="http://schemas.openxmlformats.org/drawingml/2006/main" anchor="t"/>
          <a:lstStyle xmlns:a="http://schemas.openxmlformats.org/drawingml/2006/main">
            <a:lvl1pPr marL="0" indent="0">
              <a:spcBef>
                <a:spcPts val="0"/>
              </a:spcBef>
              <a:buNone/>
              <a:defRPr sz="1500">
                <a:solidFill>
                  <a:schemeClr val="tx1"/>
                </a:solidFill>
                <a:latin typeface="+mj-lt"/>
                <a:ea typeface="+mj-lt"/>
                <a:cs typeface="+mj-lt"/>
              </a:defRPr>
            </a:lvl1pPr>
          </a:lstStyle>
          <a:p xmlns:a="http://schemas.openxmlformats.org/drawingml/2006/main">
            <a:pPr marL="0" lvl="0" indent="0">
              <a:buNone/>
            </a:pPr>
            <a:r>
              <a:t>Click to edit Master text styles</a:t>
            </a:r>
          </a:p>
        </p:txBody>
      </p:sp>
      <p:sp>
        <p:nvSpPr>
          <p:cNvPr id="29" name="Text Placeholder 9">
            <a:extLst xmlns:a="http://schemas.openxmlformats.org/drawingml/2006/main">
              <a:ext uri="{FF2B5EF4-FFF2-40B4-BE49-F238E27FC236}">
                <a16:creationId xmlns:a16="http://schemas.microsoft.com/office/drawing/2014/main" id="{804CEFDA-6A6F-42D3-B65C-4BE1054C905E}"/>
              </a:ext>
            </a:extLst>
          </p:cNvPr>
          <p:cNvSpPr>
            <a:spLocks xmlns:a="http://schemas.openxmlformats.org/drawingml/2006/main" noGrp="1"/>
          </p:cNvSpPr>
          <p:nvPr>
            <p:ph type="body" idx="21"/>
          </p:nvPr>
        </p:nvSpPr>
        <p:spPr>
          <a:xfrm xmlns:a="http://schemas.openxmlformats.org/drawingml/2006/main">
            <a:off x="6804850" y="1707357"/>
            <a:ext cx="1899047" cy="1274195"/>
          </a:xfrm>
        </p:spPr>
        <p:txBody>
          <a:bodyPr xmlns:a="http://schemas.openxmlformats.org/drawingml/2006/main" wrap="square">
            <a:spAutoFit/>
          </a:bodyPr>
          <a:lstStyle xmlns:a="http://schemas.openxmlformats.org/drawingml/2006/main">
            <a:lvl1pPr marL="0" indent="0">
              <a:buNone/>
              <a:defRPr sz="1350"/>
            </a:lvl1pPr>
            <a:lvl2pPr marL="0" indent="0">
              <a:buNone/>
              <a:defRPr sz="1200"/>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Tree>
  </p:cSld>
</p:sldLayout>
</file>

<file path=ppt/slideLayouts/slideLayout99.xml><?xml version="1.0" encoding="utf-8"?>
<p:sldLayout xmlns:p="http://schemas.openxmlformats.org/presentationml/2006/main" preserve="1">
  <p:cSld name="Five Column Bullet with Subtitles">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87A434B7-D4B9-4D45-A31C-F0CC4D227945}"/>
              </a:ext>
            </a:extLst>
          </p:cNvPr>
          <p:cNvSpPr>
            <a:spLocks xmlns:a="http://schemas.openxmlformats.org/drawingml/2006/main" noGrp="1"/>
          </p:cNvSpPr>
          <p:nvPr>
            <p:ph type="title" idx="0"/>
          </p:nvPr>
        </p:nvSpPr>
        <p:spPr>
          <a:xfrm xmlns:a="http://schemas.openxmlformats.org/drawingml/2006/main">
            <a:off x="441197" y="342900"/>
            <a:ext cx="8263890" cy="415499"/>
          </a:xfrm>
        </p:spPr>
        <p:txBody>
          <a:bodyPr xmlns:a="http://schemas.openxmlformats.org/drawingml/2006/main">
            <a:spAutoFit/>
          </a:bodyPr>
          <a:lstStyle xmlns:a="http://schemas.openxmlformats.org/drawingml/2006/main"/>
          <a:p xmlns:a="http://schemas.openxmlformats.org/drawingml/2006/main">
            <a:r>
              <a:t>Click to edit Master title style</a:t>
            </a:r>
          </a:p>
        </p:txBody>
      </p:sp>
      <p:sp>
        <p:nvSpPr>
          <p:cNvPr id="22" name="Text Placeholder 11">
            <a:extLst xmlns:a="http://schemas.openxmlformats.org/drawingml/2006/main">
              <a:ext uri="{FF2B5EF4-FFF2-40B4-BE49-F238E27FC236}">
                <a16:creationId xmlns:a16="http://schemas.microsoft.com/office/drawing/2014/main" id="{92783506-927E-48F7-8EFC-36257F3E2812}"/>
              </a:ext>
            </a:extLst>
          </p:cNvPr>
          <p:cNvSpPr>
            <a:spLocks xmlns:a="http://schemas.openxmlformats.org/drawingml/2006/main" noGrp="1"/>
          </p:cNvSpPr>
          <p:nvPr>
            <p:ph type="body" idx="16" hasCustomPrompt="1"/>
          </p:nvPr>
        </p:nvSpPr>
        <p:spPr>
          <a:xfrm xmlns:a="http://schemas.openxmlformats.org/drawingml/2006/main">
            <a:off x="438150" y="1078707"/>
            <a:ext cx="1474470" cy="369332"/>
          </a:xfrm>
        </p:spPr>
        <p:txBody>
          <a:bodyPr xmlns:a="http://schemas.openxmlformats.org/drawingml/2006/main" anchor="t"/>
          <a:lstStyle xmlns:a="http://schemas.openxmlformats.org/drawingml/2006/main">
            <a:lvl1pPr marL="0" indent="0">
              <a:spcBef>
                <a:spcPts val="0"/>
              </a:spcBef>
              <a:buNone/>
              <a:defRPr sz="1200">
                <a:solidFill>
                  <a:schemeClr val="tx1"/>
                </a:solidFill>
                <a:latin typeface="+mj-lt"/>
                <a:ea typeface="+mj-lt"/>
                <a:cs typeface="+mj-lt"/>
              </a:defRPr>
            </a:lvl1pPr>
          </a:lstStyle>
          <a:p xmlns:a="http://schemas.openxmlformats.org/drawingml/2006/main">
            <a:pPr marL="0" lvl="0" indent="0">
              <a:buNone/>
            </a:pPr>
            <a:r>
              <a:t>Click to edit text styles</a:t>
            </a:r>
          </a:p>
        </p:txBody>
      </p:sp>
      <p:sp>
        <p:nvSpPr>
          <p:cNvPr id="23" name="Text Placeholder 7">
            <a:extLst xmlns:a="http://schemas.openxmlformats.org/drawingml/2006/main">
              <a:ext uri="{FF2B5EF4-FFF2-40B4-BE49-F238E27FC236}">
                <a16:creationId xmlns:a16="http://schemas.microsoft.com/office/drawing/2014/main" id="{FB6093D3-3EDF-4A80-8450-C5EBB1990775}"/>
              </a:ext>
            </a:extLst>
          </p:cNvPr>
          <p:cNvSpPr>
            <a:spLocks xmlns:a="http://schemas.openxmlformats.org/drawingml/2006/main" noGrp="1"/>
          </p:cNvSpPr>
          <p:nvPr>
            <p:ph type="body" idx="14"/>
          </p:nvPr>
        </p:nvSpPr>
        <p:spPr>
          <a:xfrm xmlns:a="http://schemas.openxmlformats.org/drawingml/2006/main">
            <a:off x="438150" y="1712337"/>
            <a:ext cx="1474470" cy="1089529"/>
          </a:xfrm>
        </p:spPr>
        <p:txBody>
          <a:bodyPr xmlns:a="http://schemas.openxmlformats.org/drawingml/2006/main" wrap="square">
            <a:spAutoFit/>
          </a:bodyPr>
          <a:lstStyle xmlns:a="http://schemas.openxmlformats.org/drawingml/2006/main">
            <a:lvl1pPr marL="0" indent="0">
              <a:buNone/>
              <a:defRPr sz="1125"/>
            </a:lvl1pPr>
            <a:lvl2pPr marL="0" indent="0">
              <a:buNone/>
              <a:defRPr sz="1050"/>
            </a:lvl2pPr>
            <a:lvl3pPr marL="0" indent="0">
              <a:buNone/>
              <a:defRPr sz="1050"/>
            </a:lvl3pPr>
            <a:lvl4pPr marL="0" indent="0">
              <a:buNone/>
              <a:defRPr sz="900"/>
            </a:lvl4pPr>
            <a:lvl5pPr marL="0" indent="0">
              <a:buNone/>
              <a:defRPr sz="900"/>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4" name="Text Placeholder 11">
            <a:extLst xmlns:a="http://schemas.openxmlformats.org/drawingml/2006/main">
              <a:ext uri="{FF2B5EF4-FFF2-40B4-BE49-F238E27FC236}">
                <a16:creationId xmlns:a16="http://schemas.microsoft.com/office/drawing/2014/main" id="{438D2C80-6884-451D-8D7D-B69022CCC5C4}"/>
              </a:ext>
            </a:extLst>
          </p:cNvPr>
          <p:cNvSpPr>
            <a:spLocks xmlns:a="http://schemas.openxmlformats.org/drawingml/2006/main" noGrp="1"/>
          </p:cNvSpPr>
          <p:nvPr>
            <p:ph type="body" idx="17" hasCustomPrompt="1"/>
          </p:nvPr>
        </p:nvSpPr>
        <p:spPr>
          <a:xfrm xmlns:a="http://schemas.openxmlformats.org/drawingml/2006/main">
            <a:off x="2136755" y="1078707"/>
            <a:ext cx="1474470" cy="369332"/>
          </a:xfrm>
        </p:spPr>
        <p:txBody>
          <a:bodyPr xmlns:a="http://schemas.openxmlformats.org/drawingml/2006/main" anchor="t"/>
          <a:lstStyle xmlns:a="http://schemas.openxmlformats.org/drawingml/2006/main">
            <a:lvl1pPr marL="0" indent="0">
              <a:spcBef>
                <a:spcPts val="0"/>
              </a:spcBef>
              <a:buNone/>
              <a:defRPr sz="1200">
                <a:solidFill>
                  <a:schemeClr val="tx1"/>
                </a:solidFill>
                <a:latin typeface="+mj-lt"/>
                <a:ea typeface="+mj-lt"/>
                <a:cs typeface="+mj-lt"/>
              </a:defRPr>
            </a:lvl1pPr>
          </a:lstStyle>
          <a:p xmlns:a="http://schemas.openxmlformats.org/drawingml/2006/main">
            <a:pPr marL="0" lvl="0" indent="0">
              <a:buNone/>
            </a:pPr>
            <a:r>
              <a:t>Click to edit text styles</a:t>
            </a:r>
          </a:p>
        </p:txBody>
      </p:sp>
      <p:sp>
        <p:nvSpPr>
          <p:cNvPr id="25" name="Text Placeholder 9">
            <a:extLst xmlns:a="http://schemas.openxmlformats.org/drawingml/2006/main">
              <a:ext uri="{FF2B5EF4-FFF2-40B4-BE49-F238E27FC236}">
                <a16:creationId xmlns:a16="http://schemas.microsoft.com/office/drawing/2014/main" id="{7614A884-0AD6-4A85-A432-2B13E7464DA9}"/>
              </a:ext>
            </a:extLst>
          </p:cNvPr>
          <p:cNvSpPr>
            <a:spLocks xmlns:a="http://schemas.openxmlformats.org/drawingml/2006/main" noGrp="1"/>
          </p:cNvSpPr>
          <p:nvPr>
            <p:ph type="body" idx="15"/>
          </p:nvPr>
        </p:nvSpPr>
        <p:spPr>
          <a:xfrm xmlns:a="http://schemas.openxmlformats.org/drawingml/2006/main">
            <a:off x="2136755" y="1707357"/>
            <a:ext cx="1474470" cy="1089529"/>
          </a:xfrm>
        </p:spPr>
        <p:txBody>
          <a:bodyPr xmlns:a="http://schemas.openxmlformats.org/drawingml/2006/main" wrap="square">
            <a:spAutoFit/>
          </a:bodyPr>
          <a:lstStyle xmlns:a="http://schemas.openxmlformats.org/drawingml/2006/main">
            <a:lvl1pPr marL="0" indent="0">
              <a:buNone/>
              <a:defRPr sz="1125"/>
            </a:lvl1pPr>
            <a:lvl2pPr marL="0" indent="0">
              <a:buNone/>
              <a:defRPr sz="1050"/>
            </a:lvl2pPr>
            <a:lvl3pPr marL="0" indent="0">
              <a:buNone/>
              <a:defRPr sz="1050"/>
            </a:lvl3pPr>
            <a:lvl4pPr marL="0" indent="0">
              <a:buNone/>
              <a:defRPr sz="900"/>
            </a:lvl4pPr>
            <a:lvl5pPr marL="0" indent="0">
              <a:buNone/>
              <a:defRPr sz="900"/>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6" name="Text Placeholder 11">
            <a:extLst xmlns:a="http://schemas.openxmlformats.org/drawingml/2006/main">
              <a:ext uri="{FF2B5EF4-FFF2-40B4-BE49-F238E27FC236}">
                <a16:creationId xmlns:a16="http://schemas.microsoft.com/office/drawing/2014/main" id="{7D8FFDED-9FE5-4D94-8EB0-7D645C10FBFF}"/>
              </a:ext>
            </a:extLst>
          </p:cNvPr>
          <p:cNvSpPr>
            <a:spLocks xmlns:a="http://schemas.openxmlformats.org/drawingml/2006/main" noGrp="1"/>
          </p:cNvSpPr>
          <p:nvPr>
            <p:ph type="body" idx="18" hasCustomPrompt="1"/>
          </p:nvPr>
        </p:nvSpPr>
        <p:spPr>
          <a:xfrm xmlns:a="http://schemas.openxmlformats.org/drawingml/2006/main">
            <a:off x="3835361" y="1078707"/>
            <a:ext cx="1474470" cy="369332"/>
          </a:xfrm>
        </p:spPr>
        <p:txBody>
          <a:bodyPr xmlns:a="http://schemas.openxmlformats.org/drawingml/2006/main" anchor="t"/>
          <a:lstStyle xmlns:a="http://schemas.openxmlformats.org/drawingml/2006/main">
            <a:lvl1pPr marL="0" indent="0">
              <a:spcBef>
                <a:spcPts val="0"/>
              </a:spcBef>
              <a:buNone/>
              <a:defRPr sz="1200">
                <a:solidFill>
                  <a:schemeClr val="tx1"/>
                </a:solidFill>
                <a:latin typeface="+mj-lt"/>
                <a:ea typeface="+mj-lt"/>
                <a:cs typeface="+mj-lt"/>
              </a:defRPr>
            </a:lvl1pPr>
          </a:lstStyle>
          <a:p xmlns:a="http://schemas.openxmlformats.org/drawingml/2006/main">
            <a:pPr marL="0" lvl="0" indent="0">
              <a:buNone/>
            </a:pPr>
            <a:r>
              <a:t>Click to edit text styles</a:t>
            </a:r>
          </a:p>
        </p:txBody>
      </p:sp>
      <p:sp>
        <p:nvSpPr>
          <p:cNvPr id="27" name="Text Placeholder 7">
            <a:extLst xmlns:a="http://schemas.openxmlformats.org/drawingml/2006/main">
              <a:ext uri="{FF2B5EF4-FFF2-40B4-BE49-F238E27FC236}">
                <a16:creationId xmlns:a16="http://schemas.microsoft.com/office/drawing/2014/main" id="{D429D954-9297-44FA-B7BD-56586012419C}"/>
              </a:ext>
            </a:extLst>
          </p:cNvPr>
          <p:cNvSpPr>
            <a:spLocks xmlns:a="http://schemas.openxmlformats.org/drawingml/2006/main" noGrp="1"/>
          </p:cNvSpPr>
          <p:nvPr>
            <p:ph type="body" idx="19"/>
          </p:nvPr>
        </p:nvSpPr>
        <p:spPr>
          <a:xfrm xmlns:a="http://schemas.openxmlformats.org/drawingml/2006/main">
            <a:off x="3835361" y="1712337"/>
            <a:ext cx="1474470" cy="1089529"/>
          </a:xfrm>
        </p:spPr>
        <p:txBody>
          <a:bodyPr xmlns:a="http://schemas.openxmlformats.org/drawingml/2006/main" wrap="square">
            <a:spAutoFit/>
          </a:bodyPr>
          <a:lstStyle xmlns:a="http://schemas.openxmlformats.org/drawingml/2006/main">
            <a:lvl1pPr marL="0" indent="0">
              <a:buNone/>
              <a:defRPr sz="1125"/>
            </a:lvl1pPr>
            <a:lvl2pPr marL="0" indent="0">
              <a:buNone/>
              <a:defRPr sz="1050"/>
            </a:lvl2pPr>
            <a:lvl3pPr marL="0" indent="0">
              <a:buNone/>
              <a:defRPr sz="1050"/>
            </a:lvl3pPr>
            <a:lvl4pPr marL="0" indent="0">
              <a:buNone/>
              <a:defRPr sz="900"/>
            </a:lvl4pPr>
            <a:lvl5pPr marL="0" indent="0">
              <a:buNone/>
              <a:defRPr sz="900"/>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28" name="Text Placeholder 11">
            <a:extLst xmlns:a="http://schemas.openxmlformats.org/drawingml/2006/main">
              <a:ext uri="{FF2B5EF4-FFF2-40B4-BE49-F238E27FC236}">
                <a16:creationId xmlns:a16="http://schemas.microsoft.com/office/drawing/2014/main" id="{04D43B0D-50F8-4F63-AFA3-34A46F42E816}"/>
              </a:ext>
            </a:extLst>
          </p:cNvPr>
          <p:cNvSpPr>
            <a:spLocks xmlns:a="http://schemas.openxmlformats.org/drawingml/2006/main" noGrp="1"/>
          </p:cNvSpPr>
          <p:nvPr>
            <p:ph type="body" idx="20" hasCustomPrompt="1"/>
          </p:nvPr>
        </p:nvSpPr>
        <p:spPr>
          <a:xfrm xmlns:a="http://schemas.openxmlformats.org/drawingml/2006/main">
            <a:off x="5533966" y="1078707"/>
            <a:ext cx="1474470" cy="369332"/>
          </a:xfrm>
        </p:spPr>
        <p:txBody>
          <a:bodyPr xmlns:a="http://schemas.openxmlformats.org/drawingml/2006/main" anchor="t"/>
          <a:lstStyle xmlns:a="http://schemas.openxmlformats.org/drawingml/2006/main">
            <a:lvl1pPr marL="0" indent="0">
              <a:spcBef>
                <a:spcPts val="0"/>
              </a:spcBef>
              <a:buNone/>
              <a:defRPr sz="1200">
                <a:solidFill>
                  <a:schemeClr val="tx1"/>
                </a:solidFill>
                <a:latin typeface="+mj-lt"/>
                <a:ea typeface="+mj-lt"/>
                <a:cs typeface="+mj-lt"/>
              </a:defRPr>
            </a:lvl1pPr>
          </a:lstStyle>
          <a:p xmlns:a="http://schemas.openxmlformats.org/drawingml/2006/main">
            <a:pPr marL="0" lvl="0" indent="0">
              <a:buNone/>
            </a:pPr>
            <a:r>
              <a:t>Click to edit text styles</a:t>
            </a:r>
          </a:p>
        </p:txBody>
      </p:sp>
      <p:sp>
        <p:nvSpPr>
          <p:cNvPr id="29" name="Text Placeholder 9">
            <a:extLst xmlns:a="http://schemas.openxmlformats.org/drawingml/2006/main">
              <a:ext uri="{FF2B5EF4-FFF2-40B4-BE49-F238E27FC236}">
                <a16:creationId xmlns:a16="http://schemas.microsoft.com/office/drawing/2014/main" id="{804CEFDA-6A6F-42D3-B65C-4BE1054C905E}"/>
              </a:ext>
            </a:extLst>
          </p:cNvPr>
          <p:cNvSpPr>
            <a:spLocks xmlns:a="http://schemas.openxmlformats.org/drawingml/2006/main" noGrp="1"/>
          </p:cNvSpPr>
          <p:nvPr>
            <p:ph type="body" idx="21"/>
          </p:nvPr>
        </p:nvSpPr>
        <p:spPr>
          <a:xfrm xmlns:a="http://schemas.openxmlformats.org/drawingml/2006/main">
            <a:off x="5533966" y="1707357"/>
            <a:ext cx="1474470" cy="1089529"/>
          </a:xfrm>
        </p:spPr>
        <p:txBody>
          <a:bodyPr xmlns:a="http://schemas.openxmlformats.org/drawingml/2006/main" wrap="square">
            <a:spAutoFit/>
          </a:bodyPr>
          <a:lstStyle xmlns:a="http://schemas.openxmlformats.org/drawingml/2006/main">
            <a:lvl1pPr marL="0" indent="0">
              <a:buNone/>
              <a:defRPr sz="1125"/>
            </a:lvl1pPr>
            <a:lvl2pPr marL="0" indent="0">
              <a:buNone/>
              <a:defRPr sz="1050"/>
            </a:lvl2pPr>
            <a:lvl3pPr marL="0" indent="0">
              <a:buNone/>
              <a:defRPr sz="1050"/>
            </a:lvl3pPr>
            <a:lvl4pPr marL="0" indent="0">
              <a:buNone/>
              <a:defRPr sz="900"/>
            </a:lvl4pPr>
            <a:lvl5pPr marL="0" indent="0">
              <a:buNone/>
              <a:defRPr sz="900"/>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11" name="Text Placeholder 11">
            <a:extLst xmlns:a="http://schemas.openxmlformats.org/drawingml/2006/main">
              <a:ext uri="{FF2B5EF4-FFF2-40B4-BE49-F238E27FC236}">
                <a16:creationId xmlns:a16="http://schemas.microsoft.com/office/drawing/2014/main" id="{540485AC-5036-400C-92C3-D3E9EC0252BC}"/>
              </a:ext>
            </a:extLst>
          </p:cNvPr>
          <p:cNvSpPr>
            <a:spLocks xmlns:a="http://schemas.openxmlformats.org/drawingml/2006/main" noGrp="1"/>
          </p:cNvSpPr>
          <p:nvPr>
            <p:ph type="body" idx="22" hasCustomPrompt="1"/>
          </p:nvPr>
        </p:nvSpPr>
        <p:spPr>
          <a:xfrm xmlns:a="http://schemas.openxmlformats.org/drawingml/2006/main">
            <a:off x="7232571" y="1078707"/>
            <a:ext cx="1474470" cy="369332"/>
          </a:xfrm>
        </p:spPr>
        <p:txBody>
          <a:bodyPr xmlns:a="http://schemas.openxmlformats.org/drawingml/2006/main" anchor="t"/>
          <a:lstStyle xmlns:a="http://schemas.openxmlformats.org/drawingml/2006/main">
            <a:lvl1pPr marL="0" indent="0">
              <a:spcBef>
                <a:spcPts val="0"/>
              </a:spcBef>
              <a:buNone/>
              <a:defRPr sz="1200">
                <a:solidFill>
                  <a:schemeClr val="tx1"/>
                </a:solidFill>
                <a:latin typeface="+mj-lt"/>
                <a:ea typeface="+mj-lt"/>
                <a:cs typeface="+mj-lt"/>
              </a:defRPr>
            </a:lvl1pPr>
          </a:lstStyle>
          <a:p xmlns:a="http://schemas.openxmlformats.org/drawingml/2006/main">
            <a:pPr marL="0" lvl="0" indent="0">
              <a:buNone/>
            </a:pPr>
            <a:r>
              <a:t>Click to edit text styles</a:t>
            </a:r>
          </a:p>
        </p:txBody>
      </p:sp>
      <p:sp>
        <p:nvSpPr>
          <p:cNvPr id="12" name="Text Placeholder 9">
            <a:extLst xmlns:a="http://schemas.openxmlformats.org/drawingml/2006/main">
              <a:ext uri="{FF2B5EF4-FFF2-40B4-BE49-F238E27FC236}">
                <a16:creationId xmlns:a16="http://schemas.microsoft.com/office/drawing/2014/main" id="{F90290A2-7689-4DF5-971A-36C2D9173411}"/>
              </a:ext>
            </a:extLst>
          </p:cNvPr>
          <p:cNvSpPr>
            <a:spLocks xmlns:a="http://schemas.openxmlformats.org/drawingml/2006/main" noGrp="1"/>
          </p:cNvSpPr>
          <p:nvPr>
            <p:ph type="body" idx="23"/>
          </p:nvPr>
        </p:nvSpPr>
        <p:spPr>
          <a:xfrm xmlns:a="http://schemas.openxmlformats.org/drawingml/2006/main">
            <a:off x="7232571" y="1707357"/>
            <a:ext cx="1474470" cy="1089529"/>
          </a:xfrm>
        </p:spPr>
        <p:txBody>
          <a:bodyPr xmlns:a="http://schemas.openxmlformats.org/drawingml/2006/main" wrap="square">
            <a:spAutoFit/>
          </a:bodyPr>
          <a:lstStyle xmlns:a="http://schemas.openxmlformats.org/drawingml/2006/main">
            <a:lvl1pPr marL="0" indent="0">
              <a:buNone/>
              <a:defRPr sz="1125"/>
            </a:lvl1pPr>
            <a:lvl2pPr marL="0" indent="0">
              <a:buNone/>
              <a:defRPr sz="1050"/>
            </a:lvl2pPr>
            <a:lvl3pPr marL="0" indent="0">
              <a:buNone/>
              <a:defRPr sz="1050"/>
            </a:lvl3pPr>
            <a:lvl4pPr marL="0" indent="0">
              <a:buNone/>
              <a:defRPr sz="900"/>
            </a:lvl4pPr>
            <a:lvl5pPr marL="0" indent="0">
              <a:buNone/>
              <a:defRPr sz="900"/>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Tree>
  </p:cSld>
</p:sldLayout>
</file>

<file path=ppt/slideLayouts/slideLayout100.xml><?xml version="1.0" encoding="utf-8"?>
<p:sldLayout xmlns:p="http://schemas.openxmlformats.org/presentationml/2006/main"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0AAD849-7CFE-4AF7-A7C5-6BBD50C88C1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Tree>
  </p:cSld>
</p:sldLayout>
</file>

<file path=ppt/slideLayouts/slideLayout101.xml><?xml version="1.0" encoding="utf-8"?>
<p:sldLayout xmlns:p="http://schemas.openxmlformats.org/presentationml/2006/main" preserve="1">
  <p:cSld name="Title Only - left side ">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0AAD849-7CFE-4AF7-A7C5-6BBD50C88C1A}"/>
              </a:ext>
            </a:extLst>
          </p:cNvPr>
          <p:cNvSpPr>
            <a:spLocks xmlns:a="http://schemas.openxmlformats.org/drawingml/2006/main" noGrp="1"/>
          </p:cNvSpPr>
          <p:nvPr>
            <p:ph type="title" idx="0"/>
          </p:nvPr>
        </p:nvSpPr>
        <p:spPr>
          <a:xfrm xmlns:a="http://schemas.openxmlformats.org/drawingml/2006/main">
            <a:off x="441198" y="2156252"/>
            <a:ext cx="3095769" cy="830997"/>
          </a:xfrm>
        </p:spPr>
        <p:txBody>
          <a:bodyPr xmlns:a="http://schemas.openxmlformats.org/drawingml/2006/main" wrap="square" anchor="ctr">
            <a:spAutoFit/>
          </a:bodyPr>
          <a:lstStyle xmlns:a="http://schemas.openxmlformats.org/drawingml/2006/main"/>
          <a:p xmlns:a="http://schemas.openxmlformats.org/drawingml/2006/main">
            <a:r>
              <a:t>Click to edit Master title style</a:t>
            </a:r>
          </a:p>
        </p:txBody>
      </p:sp>
    </p:spTree>
  </p:cSld>
</p:sldLayout>
</file>

<file path=ppt/slideLayouts/slideLayout102.xml><?xml version="1.0" encoding="utf-8"?>
<p:sldLayout xmlns:p="http://schemas.openxmlformats.org/presentationml/2006/main" preserve="1">
  <p:cSld name="Small title - half page">
    <p:spTree>
      <p:nvGrpSpPr>
        <p:cNvPr id="1" name=""/>
        <p:cNvGrpSpPr/>
        <p:nvPr/>
      </p:nvGrpSpPr>
      <p:grpSpPr>
        <a:xfrm xmlns:a="http://schemas.openxmlformats.org/drawingml/2006/main"/>
      </p:grpSpPr>
      <p:sp>
        <p:nvSpPr>
          <p:cNvPr id="2" name="Title 2">
            <a:extLst xmlns:a="http://schemas.openxmlformats.org/drawingml/2006/main">
              <a:ext uri="{FF2B5EF4-FFF2-40B4-BE49-F238E27FC236}">
                <a16:creationId xmlns:a16="http://schemas.microsoft.com/office/drawing/2014/main" id="{4B2500C4-B436-4E3A-8A91-A02448A774DB}"/>
              </a:ext>
            </a:extLst>
          </p:cNvPr>
          <p:cNvSpPr>
            <a:spLocks xmlns:a="http://schemas.openxmlformats.org/drawingml/2006/main" noGrp="1"/>
          </p:cNvSpPr>
          <p:nvPr>
            <p:ph type="title" idx="0"/>
          </p:nvPr>
        </p:nvSpPr>
        <p:spPr>
          <a:xfrm xmlns:a="http://schemas.openxmlformats.org/drawingml/2006/main">
            <a:off x="438151" y="342900"/>
            <a:ext cx="4131314" cy="295466"/>
          </a:xfrm>
        </p:spPr>
        <p:txBody>
          <a:bodyPr xmlns:a="http://schemas.openxmlformats.org/drawingml/2006/main" tIns="64008"/>
          <a:lstStyle xmlns:a="http://schemas.openxmlformats.org/drawingml/2006/main">
            <a:lvl1pPr marL="0" indent="0">
              <a:buNone/>
              <a:defRPr sz="1500" spc="0">
                <a:latin typeface="+mj-lt"/>
                <a:ea typeface="+mj-lt"/>
                <a:cs typeface="+mj-lt"/>
              </a:defRPr>
            </a:lvl1pPr>
          </a:lstStyle>
          <a:p xmlns:a="http://schemas.openxmlformats.org/drawingml/2006/main">
            <a:r>
              <a:t>Click to edit Master title style</a:t>
            </a:r>
          </a:p>
        </p:txBody>
      </p:sp>
    </p:spTree>
  </p:cSld>
</p:sldLayout>
</file>

<file path=ppt/slideLayouts/slideLayout103.xml><?xml version="1.0" encoding="utf-8"?>
<p:sldLayout xmlns:p="http://schemas.openxmlformats.org/presentationml/2006/main" preserve="1">
  <p:cSld name="Title - Square Photo ">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935C9167-B5C7-4834-AC78-240C8C3EF11E}"/>
              </a:ext>
            </a:extLst>
          </p:cNvPr>
          <p:cNvSpPr>
            <a:spLocks xmlns:a="http://schemas.openxmlformats.org/drawingml/2006/main" noGrp="1"/>
          </p:cNvSpPr>
          <p:nvPr>
            <p:ph type="title" idx="0" hasCustomPrompt="1"/>
          </p:nvPr>
        </p:nvSpPr>
        <p:spPr>
          <a:xfrm xmlns:a="http://schemas.openxmlformats.org/drawingml/2006/main">
            <a:off x="441197" y="1512152"/>
            <a:ext cx="3118772" cy="830997"/>
          </a:xfrm>
        </p:spPr>
        <p:txBody>
          <a:bodyPr xmlns:a="http://schemas.openxmlformats.org/drawingml/2006/main" anchor="b"/>
          <a:lstStyle xmlns:a="http://schemas.openxmlformats.org/drawingml/2006/main">
            <a:lvl1pPr marL="0" indent="0">
              <a:buNone/>
              <a:defRPr/>
            </a:lvl1pPr>
          </a:lstStyle>
          <a:p xmlns:a="http://schemas.openxmlformats.org/drawingml/2006/main">
            <a:r>
              <a:t>Title square photo layout </a:t>
            </a:r>
          </a:p>
        </p:txBody>
      </p:sp>
      <p:sp>
        <p:nvSpPr>
          <p:cNvPr id="4" name="Text Placeholder 3">
            <a:extLst xmlns:a="http://schemas.openxmlformats.org/drawingml/2006/main">
              <a:ext uri="{FF2B5EF4-FFF2-40B4-BE49-F238E27FC236}">
                <a16:creationId xmlns:a16="http://schemas.microsoft.com/office/drawing/2014/main" id="{0E780C89-4FC1-4FE7-AFCA-1C41A1B0944C}"/>
              </a:ext>
            </a:extLst>
          </p:cNvPr>
          <p:cNvSpPr>
            <a:spLocks xmlns:a="http://schemas.openxmlformats.org/drawingml/2006/main" noGrp="1"/>
          </p:cNvSpPr>
          <p:nvPr>
            <p:ph type="body" idx="10"/>
          </p:nvPr>
        </p:nvSpPr>
        <p:spPr>
          <a:xfrm xmlns:a="http://schemas.openxmlformats.org/drawingml/2006/main">
            <a:off x="438150" y="2651655"/>
            <a:ext cx="3121819" cy="253916"/>
          </a:xfrm>
        </p:spPr>
        <p:txBody>
          <a:bodyPr xmlns:a="http://schemas.openxmlformats.org/drawingml/2006/main"/>
          <a:lstStyle xmlns:a="http://schemas.openxmlformats.org/drawingml/2006/main">
            <a:lvl1pPr marL="0" indent="0">
              <a:buNone/>
              <a:defRPr sz="1650">
                <a:latin typeface="+mn-lt"/>
                <a:ea typeface="+mn-lt"/>
                <a:cs typeface="+mn-lt"/>
              </a:defRPr>
            </a:lvl1pPr>
            <a:lvl2pPr marL="0" indent="0">
              <a:buNone/>
              <a:defRPr/>
            </a:lvl2pPr>
            <a:lvl3pPr marL="0" indent="0">
              <a:buNone/>
              <a:defRPr/>
            </a:lvl3pPr>
            <a:lvl4pPr marL="0" indent="0">
              <a:buNone/>
              <a:defRPr/>
            </a:lvl4pPr>
            <a:lvl5pPr marL="0" indent="0">
              <a:buNone/>
              <a:defRPr/>
            </a:lvl5pPr>
          </a:lstStyle>
          <a:p xmlns:a="http://schemas.openxmlformats.org/drawingml/2006/main">
            <a:pPr marL="0" lvl="0" indent="0">
              <a:buNone/>
            </a:pPr>
            <a:r>
              <a:t>Click to edit Master text styles</a:t>
            </a:r>
          </a:p>
        </p:txBody>
      </p:sp>
      <p:sp>
        <p:nvSpPr>
          <p:cNvPr id="5" name="Picture Placeholder">
            <a:extLst xmlns:a="http://schemas.openxmlformats.org/drawingml/2006/main">
              <a:ext uri="{FF2B5EF4-FFF2-40B4-BE49-F238E27FC236}">
                <a16:creationId xmlns:a16="http://schemas.microsoft.com/office/drawing/2014/main" id="{2E18FD0C-FA99-4937-92CD-5CF7F279CD8E}"/>
              </a:ext>
            </a:extLst>
          </p:cNvPr>
          <p:cNvSpPr>
            <a:spLocks xmlns:a="http://schemas.openxmlformats.org/drawingml/2006/main" noGrp="1"/>
          </p:cNvSpPr>
          <p:nvPr>
            <p:ph type="pic" idx="11" hasCustomPrompt="1"/>
          </p:nvPr>
        </p:nvSpPr>
        <p:spPr>
          <a:xfrm xmlns:a="http://schemas.openxmlformats.org/drawingml/2006/main">
            <a:off x="4000500" y="0"/>
            <a:ext cx="5143500" cy="5143500"/>
          </a:xfrm>
          <a:prstGeom xmlns:a="http://schemas.openxmlformats.org/drawingml/2006/main" prst="rect">
            <a:avLst/>
          </a:prstGeom>
          <a:blipFill xmlns:a="http://schemas.openxmlformats.org/drawingml/2006/main">
            <a:blip xmlns:r="http://schemas.openxmlformats.org/officeDocument/2006/relationships" r:embed="R5536ec5b101f431b"/>
            <a:stretch>
              <a:fillRect l="0" t="0" r="0" b="0"/>
            </a:stretch>
          </a:blipFill>
        </p:spPr>
        <p:txBody>
          <a:bodyPr xmlns:a="http://schemas.openxmlformats.org/drawingml/2006/main" lIns="0" tIns="2377440" rIns="0" anchor="t">
            <a:noAutofit/>
          </a:bodyPr>
          <a:lstStyle xmlns:a="http://schemas.openxmlformats.org/drawingml/2006/main">
            <a:lvl1pPr marL="0" indent="0" algn="ctr">
              <a:lnSpc>
                <a:spcPct val="100000"/>
              </a:lnSpc>
              <a:buNone/>
              <a:defRPr sz="105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6" name="TextBox 5">
            <a:extLst xmlns:a="http://schemas.openxmlformats.org/drawingml/2006/main">
              <a:ext uri="{FF2B5EF4-FFF2-40B4-BE49-F238E27FC236}">
                <a16:creationId xmlns:a16="http://schemas.microsoft.com/office/drawing/2014/main" id="{16BDF4B0-32EF-4DA8-9A83-B73DD831057C}"/>
              </a:ext>
            </a:extLst>
          </p:cNvPr>
          <p:cNvSpPr>
            <a:spLocks xmlns:a="http://schemas.openxmlformats.org/drawingml/2006/main" noGrp="1"/>
          </p:cNvSpPr>
          <p:nvPr/>
        </p:nvSpPr>
        <p:spPr>
          <a:xfrm xmlns:a="http://schemas.openxmlformats.org/drawingml/2006/main">
            <a:off x="9266791" y="-152958"/>
            <a:ext cx="431208" cy="1154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104.xml><?xml version="1.0" encoding="utf-8"?>
<p:sldLayout xmlns:p="http://schemas.openxmlformats.org/presentationml/2006/main" preserve="1">
  <p:cSld name="Square Photo ">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9B92DE97-5F35-4963-AC7A-96FEB98062FF}"/>
              </a:ext>
            </a:extLst>
          </p:cNvPr>
          <p:cNvSpPr>
            <a:spLocks xmlns:a="http://schemas.openxmlformats.org/drawingml/2006/main" noGrp="1"/>
          </p:cNvSpPr>
          <p:nvPr>
            <p:ph type="title" idx="0"/>
          </p:nvPr>
        </p:nvSpPr>
        <p:spPr>
          <a:xfrm xmlns:a="http://schemas.openxmlformats.org/drawingml/2006/main">
            <a:off x="441197" y="2155061"/>
            <a:ext cx="3119963" cy="830997"/>
          </a:xfrm>
        </p:spPr>
        <p:txBody>
          <a:bodyPr xmlns:a="http://schemas.openxmlformats.org/drawingml/2006/main" anchor="ctr"/>
          <a:lstStyle xmlns:a="http://schemas.openxmlformats.org/drawingml/2006/main"/>
          <a:p xmlns:a="http://schemas.openxmlformats.org/drawingml/2006/main">
            <a:r>
              <a:t>Click to edit Master title style</a:t>
            </a:r>
          </a:p>
        </p:txBody>
      </p:sp>
      <p:sp>
        <p:nvSpPr>
          <p:cNvPr id="4" name="Picture Placeholder">
            <a:extLst xmlns:a="http://schemas.openxmlformats.org/drawingml/2006/main">
              <a:ext uri="{FF2B5EF4-FFF2-40B4-BE49-F238E27FC236}">
                <a16:creationId xmlns:a16="http://schemas.microsoft.com/office/drawing/2014/main" id="{FEB5B31F-7AD9-4BC6-8D61-62AD8011666E}"/>
              </a:ext>
            </a:extLst>
          </p:cNvPr>
          <p:cNvSpPr>
            <a:spLocks xmlns:a="http://schemas.openxmlformats.org/drawingml/2006/main" noGrp="1"/>
          </p:cNvSpPr>
          <p:nvPr>
            <p:ph type="pic" idx="11" hasCustomPrompt="1"/>
          </p:nvPr>
        </p:nvSpPr>
        <p:spPr>
          <a:xfrm xmlns:a="http://schemas.openxmlformats.org/drawingml/2006/main">
            <a:off x="4000500" y="0"/>
            <a:ext cx="5143500" cy="5143500"/>
          </a:xfrm>
          <a:prstGeom xmlns:a="http://schemas.openxmlformats.org/drawingml/2006/main" prst="rect">
            <a:avLst/>
          </a:prstGeom>
          <a:blipFill xmlns:a="http://schemas.openxmlformats.org/drawingml/2006/main">
            <a:blip xmlns:r="http://schemas.openxmlformats.org/officeDocument/2006/relationships" r:embed="R2cde637e9c0a4611"/>
            <a:stretch>
              <a:fillRect l="0" t="0" r="0" b="0"/>
            </a:stretch>
          </a:blipFill>
        </p:spPr>
        <p:txBody>
          <a:bodyPr xmlns:a="http://schemas.openxmlformats.org/drawingml/2006/main" lIns="0" tIns="2377440" rIns="0" anchor="t">
            <a:noAutofit/>
          </a:bodyPr>
          <a:lstStyle xmlns:a="http://schemas.openxmlformats.org/drawingml/2006/main">
            <a:lvl1pPr marL="0" indent="0" algn="ctr">
              <a:lnSpc>
                <a:spcPct val="100000"/>
              </a:lnSpc>
              <a:buNone/>
              <a:defRPr sz="105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5" name="TextBox 4">
            <a:extLst xmlns:a="http://schemas.openxmlformats.org/drawingml/2006/main">
              <a:ext uri="{FF2B5EF4-FFF2-40B4-BE49-F238E27FC236}">
                <a16:creationId xmlns:a16="http://schemas.microsoft.com/office/drawing/2014/main" id="{8A09A47B-FEF5-47F3-B2DD-A73E7C3234AF}"/>
              </a:ext>
            </a:extLst>
          </p:cNvPr>
          <p:cNvSpPr>
            <a:spLocks xmlns:a="http://schemas.openxmlformats.org/drawingml/2006/main" noGrp="1"/>
          </p:cNvSpPr>
          <p:nvPr/>
        </p:nvSpPr>
        <p:spPr>
          <a:xfrm xmlns:a="http://schemas.openxmlformats.org/drawingml/2006/main">
            <a:off x="9266791" y="-152958"/>
            <a:ext cx="431208" cy="1154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105.xml><?xml version="1.0" encoding="utf-8"?>
<p:sldLayout xmlns:p="http://schemas.openxmlformats.org/presentationml/2006/main" preserve="1">
  <p:cSld name="Square Photo 2">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84E2C6C6-B442-4DE7-9C6C-405B9005314D}"/>
              </a:ext>
            </a:extLst>
          </p:cNvPr>
          <p:cNvSpPr>
            <a:spLocks xmlns:a="http://schemas.openxmlformats.org/drawingml/2006/main" noGrp="1"/>
          </p:cNvSpPr>
          <p:nvPr>
            <p:ph type="title" idx="0" hasCustomPrompt="1"/>
          </p:nvPr>
        </p:nvSpPr>
        <p:spPr>
          <a:xfrm xmlns:a="http://schemas.openxmlformats.org/drawingml/2006/main">
            <a:off x="441198" y="2234804"/>
            <a:ext cx="3122344" cy="646331"/>
          </a:xfrm>
        </p:spPr>
        <p:txBody>
          <a:bodyPr xmlns:a="http://schemas.openxmlformats.org/drawingml/2006/main" anchor="t"/>
          <a:lstStyle xmlns:a="http://schemas.openxmlformats.org/drawingml/2006/main">
            <a:lvl1pPr marL="0" indent="0">
              <a:buNone/>
              <a:defRPr sz="2100"/>
            </a:lvl1pPr>
          </a:lstStyle>
          <a:p xmlns:a="http://schemas.openxmlformats.org/drawingml/2006/main">
            <a:r>
              <a:t>Square photo layout with smaller text</a:t>
            </a:r>
          </a:p>
        </p:txBody>
      </p:sp>
      <p:sp>
        <p:nvSpPr>
          <p:cNvPr id="4" name="Picture Placeholder">
            <a:extLst xmlns:a="http://schemas.openxmlformats.org/drawingml/2006/main">
              <a:ext uri="{FF2B5EF4-FFF2-40B4-BE49-F238E27FC236}">
                <a16:creationId xmlns:a16="http://schemas.microsoft.com/office/drawing/2014/main" id="{3EBEAA94-C151-43DE-8A5A-09E8A930427E}"/>
              </a:ext>
            </a:extLst>
          </p:cNvPr>
          <p:cNvSpPr>
            <a:spLocks xmlns:a="http://schemas.openxmlformats.org/drawingml/2006/main" noGrp="1"/>
          </p:cNvSpPr>
          <p:nvPr>
            <p:ph type="pic" idx="11" hasCustomPrompt="1"/>
          </p:nvPr>
        </p:nvSpPr>
        <p:spPr>
          <a:xfrm xmlns:a="http://schemas.openxmlformats.org/drawingml/2006/main">
            <a:off x="4000500" y="0"/>
            <a:ext cx="5143500" cy="5143500"/>
          </a:xfrm>
          <a:prstGeom xmlns:a="http://schemas.openxmlformats.org/drawingml/2006/main" prst="rect">
            <a:avLst/>
          </a:prstGeom>
          <a:blipFill xmlns:a="http://schemas.openxmlformats.org/drawingml/2006/main">
            <a:blip xmlns:r="http://schemas.openxmlformats.org/officeDocument/2006/relationships" r:embed="R1ec610dd97cc4172"/>
            <a:stretch>
              <a:fillRect l="0" t="0" r="0" b="0"/>
            </a:stretch>
          </a:blipFill>
        </p:spPr>
        <p:txBody>
          <a:bodyPr xmlns:a="http://schemas.openxmlformats.org/drawingml/2006/main" lIns="0" tIns="2377440" rIns="0" anchor="t">
            <a:noAutofit/>
          </a:bodyPr>
          <a:lstStyle xmlns:a="http://schemas.openxmlformats.org/drawingml/2006/main">
            <a:lvl1pPr marL="0" indent="0" algn="ctr">
              <a:lnSpc>
                <a:spcPct val="100000"/>
              </a:lnSpc>
              <a:buNone/>
              <a:defRPr sz="105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5" name="TextBox 4">
            <a:extLst xmlns:a="http://schemas.openxmlformats.org/drawingml/2006/main">
              <a:ext uri="{FF2B5EF4-FFF2-40B4-BE49-F238E27FC236}">
                <a16:creationId xmlns:a16="http://schemas.microsoft.com/office/drawing/2014/main" id="{6C2F1290-9237-4BEE-AAAC-6708F286265B}"/>
              </a:ext>
            </a:extLst>
          </p:cNvPr>
          <p:cNvSpPr>
            <a:spLocks xmlns:a="http://schemas.openxmlformats.org/drawingml/2006/main" noGrp="1"/>
          </p:cNvSpPr>
          <p:nvPr/>
        </p:nvSpPr>
        <p:spPr>
          <a:xfrm xmlns:a="http://schemas.openxmlformats.org/drawingml/2006/main">
            <a:off x="9266791" y="-152958"/>
            <a:ext cx="431208" cy="1154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106.xml><?xml version="1.0" encoding="utf-8"?>
<p:sldLayout xmlns:p="http://schemas.openxmlformats.org/presentationml/2006/main" preserve="1">
  <p:cSld name="Photo full bleed lower title">
    <p:spTree>
      <p:nvGrpSpPr>
        <p:cNvPr id="1" name=""/>
        <p:cNvGrpSpPr/>
        <p:nvPr/>
      </p:nvGrpSpPr>
      <p:grpSpPr>
        <a:xfrm xmlns:a="http://schemas.openxmlformats.org/drawingml/2006/main"/>
      </p:grpSpPr>
      <p:sp>
        <p:nvSpPr>
          <p:cNvPr id="8" name="Picture Placeholder 7">
            <a:extLst xmlns:a="http://schemas.openxmlformats.org/drawingml/2006/main">
              <a:ext uri="{FF2B5EF4-FFF2-40B4-BE49-F238E27FC236}">
                <a16:creationId xmlns:a16="http://schemas.microsoft.com/office/drawing/2014/main" id="{FA608AEF-BE66-4029-BA63-DA15E89C3291}"/>
              </a:ext>
            </a:extLst>
          </p:cNvPr>
          <p:cNvSpPr>
            <a:spLocks xmlns:a="http://schemas.openxmlformats.org/drawingml/2006/main" noGrp="1"/>
          </p:cNvSpPr>
          <p:nvPr>
            <p:ph type="pic" idx="10" hasCustomPrompt="1"/>
          </p:nvPr>
        </p:nvSpPr>
        <p:spPr>
          <a:xfrm xmlns:a="http://schemas.openxmlformats.org/drawingml/2006/main">
            <a:off x="0" y="0"/>
            <a:ext cx="9144000" cy="5143500"/>
          </a:xfrm>
          <a:prstGeom xmlns:a="http://schemas.openxmlformats.org/drawingml/2006/main" prst="rect">
            <a:avLst/>
          </a:prstGeom>
          <a:blipFill xmlns:a="http://schemas.openxmlformats.org/drawingml/2006/main">
            <a:blip xmlns:r="http://schemas.openxmlformats.org/officeDocument/2006/relationships" r:embed="Rad6f4af165df40a5"/>
            <a:stretch>
              <a:fillRect l="0" t="0" r="0" b="0"/>
            </a:stretch>
          </a:blipFill>
        </p:spPr>
        <p:txBody>
          <a:bodyPr xmlns:a="http://schemas.openxmlformats.org/drawingml/2006/main" wrap="none" bIns="1554480" anchor="ctr">
            <a:noAutofit/>
          </a:bodyPr>
          <a:lstStyle xmlns:a="http://schemas.openxmlformats.org/drawingml/2006/main">
            <a:lvl1pPr marL="0" indent="0" algn="ctr">
              <a:buNone/>
              <a:defRPr sz="1050" b="1">
                <a:solidFill>
                  <a:srgbClr val="000000"/>
                </a:solidFill>
              </a:defRPr>
            </a:lvl1pPr>
          </a:lstStyle>
          <a:p xmlns:a="http://schemas.openxmlformats.org/drawingml/2006/main">
            <a:r>
              <a:t>Drag &amp; drop your photo here </a:t>
            </a:r>
            <a:br/>
            <a:r>
              <a:t>or click or tap icon below </a:t>
            </a:r>
            <a:br/>
            <a:r>
              <a:t>to insert</a:t>
            </a:r>
          </a:p>
        </p:txBody>
      </p:sp>
      <p:sp>
        <p:nvSpPr>
          <p:cNvPr id="3" name="Title 2">
            <a:extLst xmlns:a="http://schemas.openxmlformats.org/drawingml/2006/main">
              <a:ext uri="{FF2B5EF4-FFF2-40B4-BE49-F238E27FC236}">
                <a16:creationId xmlns:a16="http://schemas.microsoft.com/office/drawing/2014/main" id="{E033AC47-6988-4AF2-AB7A-F400B9B8392F}"/>
              </a:ext>
            </a:extLst>
          </p:cNvPr>
          <p:cNvSpPr>
            <a:spLocks xmlns:a="http://schemas.openxmlformats.org/drawingml/2006/main" noGrp="1"/>
          </p:cNvSpPr>
          <p:nvPr>
            <p:ph type="title" idx="0"/>
          </p:nvPr>
        </p:nvSpPr>
        <p:spPr>
          <a:xfrm xmlns:a="http://schemas.openxmlformats.org/drawingml/2006/main">
            <a:off x="0" y="2743200"/>
            <a:ext cx="9144000" cy="2400300"/>
          </a:xfrm>
          <a:prstGeom xmlns:a="http://schemas.openxmlformats.org/drawingml/2006/main" prst="rect">
            <a:avLst/>
          </a:prstGeom>
          <a:gradFill xmlns:a="http://schemas.openxmlformats.org/drawingml/2006/main" flip="none" rotWithShape="1">
            <a:gsLst>
              <a:gs pos="40000">
                <a:srgbClr val="000000">
                  <a:alpha val="70000"/>
                </a:srgbClr>
              </a:gs>
              <a:gs pos="100000">
                <a:srgbClr val="000000">
                  <a:alpha val="0"/>
                </a:srgbClr>
              </a:gs>
            </a:gsLst>
            <a:lin ang="16200000" scaled="1"/>
            <a:tileRect/>
          </a:gradFill>
        </p:spPr>
        <p:txBody>
          <a:bodyPr xmlns:a="http://schemas.openxmlformats.org/drawingml/2006/main" lIns="585216" tIns="585216" rIns="585216" bIns="585216" anchor="b">
            <a:noAutofit/>
          </a:bodyPr>
          <a:lstStyle xmlns:a="http://schemas.openxmlformats.org/drawingml/2006/main">
            <a:lvl1pPr marL="0" indent="0">
              <a:buNone/>
              <a:defRPr sz="2700" spc="0">
                <a:solidFill>
                  <a:srgbClr val="FFFFFF"/>
                </a:solidFill>
              </a:defRPr>
            </a:lvl1pPr>
          </a:lstStyle>
          <a:p xmlns:a="http://schemas.openxmlformats.org/drawingml/2006/main">
            <a:r>
              <a:t>Click to edit Master title style</a:t>
            </a:r>
          </a:p>
        </p:txBody>
      </p:sp>
      <p:sp>
        <p:nvSpPr>
          <p:cNvPr id="6" name="TextBox 5">
            <a:extLst xmlns:a="http://schemas.openxmlformats.org/drawingml/2006/main">
              <a:ext uri="{FF2B5EF4-FFF2-40B4-BE49-F238E27FC236}">
                <a16:creationId xmlns:a16="http://schemas.microsoft.com/office/drawing/2014/main" id="{03F619C2-B134-493A-AB9F-5DE39C929931}"/>
              </a:ext>
            </a:extLst>
          </p:cNvPr>
          <p:cNvSpPr>
            <a:spLocks xmlns:a="http://schemas.openxmlformats.org/drawingml/2006/main" noGrp="1"/>
          </p:cNvSpPr>
          <p:nvPr/>
        </p:nvSpPr>
        <p:spPr>
          <a:xfrm xmlns:a="http://schemas.openxmlformats.org/drawingml/2006/main">
            <a:off x="9266791" y="-152958"/>
            <a:ext cx="431208" cy="1154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107.xml><?xml version="1.0" encoding="utf-8"?>
<p:sldLayout xmlns:p="http://schemas.openxmlformats.org/presentationml/2006/main" preserve="1">
  <p:cSld name="Photo full bleed left title">
    <p:spTree>
      <p:nvGrpSpPr>
        <p:cNvPr id="1" name=""/>
        <p:cNvGrpSpPr/>
        <p:nvPr/>
      </p:nvGrpSpPr>
      <p:grpSpPr>
        <a:xfrm xmlns:a="http://schemas.openxmlformats.org/drawingml/2006/main"/>
      </p:grpSpPr>
      <p:sp>
        <p:nvSpPr>
          <p:cNvPr id="8" name="Picture Placeholder 7">
            <a:extLst xmlns:a="http://schemas.openxmlformats.org/drawingml/2006/main">
              <a:ext uri="{FF2B5EF4-FFF2-40B4-BE49-F238E27FC236}">
                <a16:creationId xmlns:a16="http://schemas.microsoft.com/office/drawing/2014/main" id="{FA608AEF-BE66-4029-BA63-DA15E89C3291}"/>
              </a:ext>
            </a:extLst>
          </p:cNvPr>
          <p:cNvSpPr>
            <a:spLocks xmlns:a="http://schemas.openxmlformats.org/drawingml/2006/main" noGrp="1"/>
          </p:cNvSpPr>
          <p:nvPr>
            <p:ph type="pic" idx="10" hasCustomPrompt="1"/>
          </p:nvPr>
        </p:nvSpPr>
        <p:spPr>
          <a:xfrm xmlns:a="http://schemas.openxmlformats.org/drawingml/2006/main">
            <a:off x="0" y="0"/>
            <a:ext cx="9144000" cy="5143500"/>
          </a:xfrm>
          <a:prstGeom xmlns:a="http://schemas.openxmlformats.org/drawingml/2006/main" prst="rect">
            <a:avLst/>
          </a:prstGeom>
          <a:blipFill xmlns:a="http://schemas.openxmlformats.org/drawingml/2006/main">
            <a:blip xmlns:r="http://schemas.openxmlformats.org/officeDocument/2006/relationships" r:embed="R178ede0ac6054c2c"/>
            <a:stretch>
              <a:fillRect l="0" t="0" r="0" b="0"/>
            </a:stretch>
          </a:blipFill>
        </p:spPr>
        <p:txBody>
          <a:bodyPr xmlns:a="http://schemas.openxmlformats.org/drawingml/2006/main" wrap="none" bIns="1554480" anchor="ctr">
            <a:noAutofit/>
          </a:bodyPr>
          <a:lstStyle xmlns:a="http://schemas.openxmlformats.org/drawingml/2006/main">
            <a:lvl1pPr marL="0" indent="0" algn="ctr">
              <a:buNone/>
              <a:defRPr sz="1050" b="1">
                <a:solidFill>
                  <a:srgbClr val="000000"/>
                </a:solidFill>
              </a:defRPr>
            </a:lvl1pPr>
          </a:lstStyle>
          <a:p xmlns:a="http://schemas.openxmlformats.org/drawingml/2006/main">
            <a:r>
              <a:t>Drag &amp; drop your photo here </a:t>
            </a:r>
            <a:br/>
            <a:r>
              <a:t>or click or tap icon below </a:t>
            </a:r>
            <a:br/>
            <a:r>
              <a:t>to insert</a:t>
            </a:r>
          </a:p>
        </p:txBody>
      </p:sp>
      <p:sp>
        <p:nvSpPr>
          <p:cNvPr id="3" name="Title 2">
            <a:extLst xmlns:a="http://schemas.openxmlformats.org/drawingml/2006/main">
              <a:ext uri="{FF2B5EF4-FFF2-40B4-BE49-F238E27FC236}">
                <a16:creationId xmlns:a16="http://schemas.microsoft.com/office/drawing/2014/main" id="{E033AC47-6988-4AF2-AB7A-F400B9B8392F}"/>
              </a:ext>
            </a:extLst>
          </p:cNvPr>
          <p:cNvSpPr>
            <a:spLocks xmlns:a="http://schemas.openxmlformats.org/drawingml/2006/main" noGrp="1"/>
          </p:cNvSpPr>
          <p:nvPr>
            <p:ph type="title" idx="0" hasCustomPrompt="1"/>
          </p:nvPr>
        </p:nvSpPr>
        <p:spPr>
          <a:xfrm xmlns:a="http://schemas.openxmlformats.org/drawingml/2006/main">
            <a:off x="-2" y="0"/>
            <a:ext cx="4251960" cy="5143500"/>
          </a:xfrm>
          <a:prstGeom xmlns:a="http://schemas.openxmlformats.org/drawingml/2006/main" prst="rect">
            <a:avLst/>
          </a:prstGeom>
          <a:gradFill xmlns:a="http://schemas.openxmlformats.org/drawingml/2006/main" flip="none" rotWithShape="1">
            <a:gsLst>
              <a:gs pos="50000">
                <a:srgbClr val="000000">
                  <a:alpha val="70000"/>
                </a:srgbClr>
              </a:gs>
              <a:gs pos="100000">
                <a:srgbClr val="000000">
                  <a:alpha val="0"/>
                </a:srgbClr>
              </a:gs>
            </a:gsLst>
            <a:lin ang="0" scaled="1"/>
            <a:tileRect/>
          </a:gradFill>
        </p:spPr>
        <p:txBody>
          <a:bodyPr xmlns:a="http://schemas.openxmlformats.org/drawingml/2006/main" lIns="585216" tIns="585216" rIns="585216" bIns="585216" anchor="ctr">
            <a:noAutofit/>
          </a:bodyPr>
          <a:lstStyle xmlns:a="http://schemas.openxmlformats.org/drawingml/2006/main">
            <a:lvl1pPr marL="0" indent="0">
              <a:buNone/>
              <a:defRPr sz="2700" spc="0">
                <a:solidFill>
                  <a:srgbClr val="FFFFFF"/>
                </a:solidFill>
              </a:defRPr>
            </a:lvl1pPr>
          </a:lstStyle>
          <a:p xmlns:a="http://schemas.openxmlformats.org/drawingml/2006/main">
            <a:r>
              <a:t>Click to edit </a:t>
            </a:r>
            <a:br/>
            <a:r>
              <a:t>Master title style</a:t>
            </a:r>
          </a:p>
        </p:txBody>
      </p:sp>
      <p:sp>
        <p:nvSpPr>
          <p:cNvPr id="6" name="TextBox 5">
            <a:extLst xmlns:a="http://schemas.openxmlformats.org/drawingml/2006/main">
              <a:ext uri="{FF2B5EF4-FFF2-40B4-BE49-F238E27FC236}">
                <a16:creationId xmlns:a16="http://schemas.microsoft.com/office/drawing/2014/main" id="{1D4894F6-B50F-43E1-83FC-4F2200B2FA65}"/>
              </a:ext>
            </a:extLst>
          </p:cNvPr>
          <p:cNvSpPr>
            <a:spLocks xmlns:a="http://schemas.openxmlformats.org/drawingml/2006/main" noGrp="1"/>
          </p:cNvSpPr>
          <p:nvPr/>
        </p:nvSpPr>
        <p:spPr>
          <a:xfrm xmlns:a="http://schemas.openxmlformats.org/drawingml/2006/main">
            <a:off x="9266791" y="-152958"/>
            <a:ext cx="431208" cy="1154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108.xml><?xml version="1.0" encoding="utf-8"?>
<p:sldLayout xmlns:p="http://schemas.openxmlformats.org/presentationml/2006/main" preserve="1">
  <p:cSld name="Photo full bleed right title">
    <p:spTree>
      <p:nvGrpSpPr>
        <p:cNvPr id="1" name=""/>
        <p:cNvGrpSpPr/>
        <p:nvPr/>
      </p:nvGrpSpPr>
      <p:grpSpPr>
        <a:xfrm xmlns:a="http://schemas.openxmlformats.org/drawingml/2006/main"/>
      </p:grpSpPr>
      <p:sp>
        <p:nvSpPr>
          <p:cNvPr id="8" name="Picture Placeholder 7">
            <a:extLst xmlns:a="http://schemas.openxmlformats.org/drawingml/2006/main">
              <a:ext uri="{FF2B5EF4-FFF2-40B4-BE49-F238E27FC236}">
                <a16:creationId xmlns:a16="http://schemas.microsoft.com/office/drawing/2014/main" id="{FA608AEF-BE66-4029-BA63-DA15E89C3291}"/>
              </a:ext>
            </a:extLst>
          </p:cNvPr>
          <p:cNvSpPr>
            <a:spLocks xmlns:a="http://schemas.openxmlformats.org/drawingml/2006/main" noGrp="1"/>
          </p:cNvSpPr>
          <p:nvPr>
            <p:ph type="pic" idx="10" hasCustomPrompt="1"/>
          </p:nvPr>
        </p:nvSpPr>
        <p:spPr>
          <a:xfrm xmlns:a="http://schemas.openxmlformats.org/drawingml/2006/main">
            <a:off x="0" y="0"/>
            <a:ext cx="9144000" cy="5143500"/>
          </a:xfrm>
          <a:prstGeom xmlns:a="http://schemas.openxmlformats.org/drawingml/2006/main" prst="rect">
            <a:avLst/>
          </a:prstGeom>
          <a:blipFill xmlns:a="http://schemas.openxmlformats.org/drawingml/2006/main">
            <a:blip xmlns:r="http://schemas.openxmlformats.org/officeDocument/2006/relationships" r:embed="Rbd50032e783e46a6"/>
            <a:stretch>
              <a:fillRect l="0" t="0" r="0" b="0"/>
            </a:stretch>
          </a:blipFill>
        </p:spPr>
        <p:txBody>
          <a:bodyPr xmlns:a="http://schemas.openxmlformats.org/drawingml/2006/main" wrap="none" bIns="1554480" anchor="ctr">
            <a:noAutofit/>
          </a:bodyPr>
          <a:lstStyle xmlns:a="http://schemas.openxmlformats.org/drawingml/2006/main">
            <a:lvl1pPr marL="0" indent="0" algn="ctr">
              <a:buNone/>
              <a:defRPr sz="1050" b="1">
                <a:solidFill>
                  <a:srgbClr val="000000"/>
                </a:solidFill>
              </a:defRPr>
            </a:lvl1pPr>
          </a:lstStyle>
          <a:p xmlns:a="http://schemas.openxmlformats.org/drawingml/2006/main">
            <a:r>
              <a:t>Drag &amp; drop your photo here </a:t>
            </a:r>
            <a:br/>
            <a:r>
              <a:t>or click or tap icon below </a:t>
            </a:r>
            <a:br/>
            <a:r>
              <a:t>to insert</a:t>
            </a:r>
          </a:p>
        </p:txBody>
      </p:sp>
      <p:sp>
        <p:nvSpPr>
          <p:cNvPr id="3" name="Title 2">
            <a:extLst xmlns:a="http://schemas.openxmlformats.org/drawingml/2006/main">
              <a:ext uri="{FF2B5EF4-FFF2-40B4-BE49-F238E27FC236}">
                <a16:creationId xmlns:a16="http://schemas.microsoft.com/office/drawing/2014/main" id="{E033AC47-6988-4AF2-AB7A-F400B9B8392F}"/>
              </a:ext>
            </a:extLst>
          </p:cNvPr>
          <p:cNvSpPr>
            <a:spLocks xmlns:a="http://schemas.openxmlformats.org/drawingml/2006/main" noGrp="1"/>
          </p:cNvSpPr>
          <p:nvPr>
            <p:ph type="title" idx="0" hasCustomPrompt="1"/>
          </p:nvPr>
        </p:nvSpPr>
        <p:spPr>
          <a:xfrm xmlns:a="http://schemas.openxmlformats.org/drawingml/2006/main">
            <a:off x="4892040" y="0"/>
            <a:ext cx="4251960" cy="5143500"/>
          </a:xfrm>
          <a:prstGeom xmlns:a="http://schemas.openxmlformats.org/drawingml/2006/main" prst="rect">
            <a:avLst/>
          </a:prstGeom>
          <a:gradFill xmlns:a="http://schemas.openxmlformats.org/drawingml/2006/main" flip="none" rotWithShape="1">
            <a:gsLst>
              <a:gs pos="50000">
                <a:srgbClr val="000000">
                  <a:alpha val="70000"/>
                </a:srgbClr>
              </a:gs>
              <a:gs pos="100000">
                <a:srgbClr val="000000">
                  <a:alpha val="0"/>
                </a:srgbClr>
              </a:gs>
            </a:gsLst>
            <a:lin ang="10800000" scaled="1"/>
            <a:tileRect/>
          </a:gradFill>
          <a:ln xmlns:a="http://schemas.openxmlformats.org/drawingml/2006/main">
            <a:noFill/>
          </a:ln>
        </p:spPr>
        <p:txBody>
          <a:bodyPr xmlns:a="http://schemas.openxmlformats.org/drawingml/2006/main" lIns="585216" tIns="585216" rIns="585216" bIns="585216" anchor="ctr">
            <a:noAutofit/>
          </a:bodyPr>
          <a:lstStyle xmlns:a="http://schemas.openxmlformats.org/drawingml/2006/main">
            <a:lvl1pPr marL="0" indent="0" algn="r">
              <a:buNone/>
              <a:defRPr sz="2700" spc="0">
                <a:solidFill>
                  <a:srgbClr val="FFFFFF"/>
                </a:solidFill>
              </a:defRPr>
            </a:lvl1pPr>
          </a:lstStyle>
          <a:p xmlns:a="http://schemas.openxmlformats.org/drawingml/2006/main">
            <a:r>
              <a:t>Click to edit </a:t>
            </a:r>
            <a:br/>
            <a:r>
              <a:t>Master title style</a:t>
            </a:r>
          </a:p>
        </p:txBody>
      </p:sp>
      <p:sp>
        <p:nvSpPr>
          <p:cNvPr id="6" name="TextBox 5">
            <a:extLst xmlns:a="http://schemas.openxmlformats.org/drawingml/2006/main">
              <a:ext uri="{FF2B5EF4-FFF2-40B4-BE49-F238E27FC236}">
                <a16:creationId xmlns:a16="http://schemas.microsoft.com/office/drawing/2014/main" id="{A629011D-E3B4-416F-9D7F-7A99AE49F65A}"/>
              </a:ext>
            </a:extLst>
          </p:cNvPr>
          <p:cNvSpPr>
            <a:spLocks xmlns:a="http://schemas.openxmlformats.org/drawingml/2006/main" noGrp="1"/>
          </p:cNvSpPr>
          <p:nvPr/>
        </p:nvSpPr>
        <p:spPr>
          <a:xfrm xmlns:a="http://schemas.openxmlformats.org/drawingml/2006/main">
            <a:off x="9266791" y="-152958"/>
            <a:ext cx="431208" cy="1154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109.xml><?xml version="1.0" encoding="utf-8"?>
<p:sldLayout xmlns:p="http://schemas.openxmlformats.org/presentationml/2006/main" preserve="1">
  <p:cSld name="Top horizontal photo and titl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8E01E45-D858-46CB-8C37-2ADA7A8B4F38}"/>
              </a:ext>
            </a:extLst>
          </p:cNvPr>
          <p:cNvSpPr>
            <a:spLocks xmlns:a="http://schemas.openxmlformats.org/drawingml/2006/main" noGrp="1"/>
          </p:cNvSpPr>
          <p:nvPr>
            <p:ph type="title" idx="0"/>
          </p:nvPr>
        </p:nvSpPr>
        <p:spPr>
          <a:xfrm xmlns:a="http://schemas.openxmlformats.org/drawingml/2006/main">
            <a:off x="441197" y="4077096"/>
            <a:ext cx="8263890" cy="415498"/>
          </a:xfrm>
        </p:spPr>
        <p:txBody>
          <a:bodyPr xmlns:a="http://schemas.openxmlformats.org/drawingml/2006/main" anchor="ctr"/>
          <a:lstStyle xmlns:a="http://schemas.openxmlformats.org/drawingml/2006/main">
            <a:lvl1pPr marL="0" indent="0" algn="ctr">
              <a:buNone/>
              <a:defRPr/>
            </a:lvl1pPr>
          </a:lstStyle>
          <a:p xmlns:a="http://schemas.openxmlformats.org/drawingml/2006/main">
            <a:r>
              <a:t>Click to edit Master title style</a:t>
            </a:r>
          </a:p>
        </p:txBody>
      </p:sp>
      <p:sp>
        <p:nvSpPr>
          <p:cNvPr id="4" name="Picture Placeholder">
            <a:extLst xmlns:a="http://schemas.openxmlformats.org/drawingml/2006/main">
              <a:ext uri="{FF2B5EF4-FFF2-40B4-BE49-F238E27FC236}">
                <a16:creationId xmlns:a16="http://schemas.microsoft.com/office/drawing/2014/main" id="{FEB5B31F-7AD9-4BC6-8D61-62AD8011666E}"/>
              </a:ext>
            </a:extLst>
          </p:cNvPr>
          <p:cNvSpPr>
            <a:spLocks xmlns:a="http://schemas.openxmlformats.org/drawingml/2006/main" noGrp="1"/>
          </p:cNvSpPr>
          <p:nvPr>
            <p:ph type="pic" idx="11" hasCustomPrompt="1"/>
          </p:nvPr>
        </p:nvSpPr>
        <p:spPr>
          <a:xfrm xmlns:a="http://schemas.openxmlformats.org/drawingml/2006/main">
            <a:off x="0" y="0"/>
            <a:ext cx="9144000" cy="3429000"/>
          </a:xfrm>
          <a:prstGeom xmlns:a="http://schemas.openxmlformats.org/drawingml/2006/main" prst="rect">
            <a:avLst/>
          </a:prstGeom>
          <a:blipFill xmlns:a="http://schemas.openxmlformats.org/drawingml/2006/main">
            <a:blip xmlns:r="http://schemas.openxmlformats.org/officeDocument/2006/relationships" r:embed="R697a549b843a4964"/>
            <a:stretch>
              <a:fillRect l="0" t="0" r="0" b="0"/>
            </a:stretch>
          </a:blipFill>
        </p:spPr>
        <p:txBody>
          <a:bodyPr xmlns:a="http://schemas.openxmlformats.org/drawingml/2006/main" vert="horz" wrap="square" lIns="0" tIns="1280160" rIns="0" bIns="0" anchor="t">
            <a:noAutofit/>
          </a:bodyPr>
          <a:lstStyle xmlns:a="http://schemas.openxmlformats.org/drawingml/2006/main">
            <a:lvl1pPr marL="0" indent="0" algn="ctr">
              <a:buNone/>
              <a:defRPr sz="1050" b="1">
                <a:solidFill>
                  <a:srgbClr val="000000"/>
                </a:solidFill>
              </a:defRPr>
            </a:lvl1pPr>
          </a:lstStyle>
          <a:p xmlns:a="http://schemas.openxmlformats.org/drawingml/2006/main">
            <a:pPr marL="0" lvl="0" indent="0" algn="ctr">
              <a:buNone/>
            </a:pPr>
            <a:r>
              <a:t>Drag &amp; drop your photo here </a:t>
            </a:r>
            <a:br/>
            <a:r>
              <a:t>or click or tap icon below </a:t>
            </a:r>
            <a:br/>
            <a:r>
              <a:t>to insert</a:t>
            </a:r>
          </a:p>
        </p:txBody>
      </p:sp>
      <p:sp>
        <p:nvSpPr>
          <p:cNvPr id="5" name="TextBox 4">
            <a:extLst xmlns:a="http://schemas.openxmlformats.org/drawingml/2006/main">
              <a:ext uri="{FF2B5EF4-FFF2-40B4-BE49-F238E27FC236}">
                <a16:creationId xmlns:a16="http://schemas.microsoft.com/office/drawing/2014/main" id="{3A996C37-D0C9-4349-A860-B639C4EB9D5D}"/>
              </a:ext>
            </a:extLst>
          </p:cNvPr>
          <p:cNvSpPr>
            <a:spLocks xmlns:a="http://schemas.openxmlformats.org/drawingml/2006/main" noGrp="1"/>
          </p:cNvSpPr>
          <p:nvPr/>
        </p:nvSpPr>
        <p:spPr>
          <a:xfrm xmlns:a="http://schemas.openxmlformats.org/drawingml/2006/main">
            <a:off x="9266791" y="-152958"/>
            <a:ext cx="431208" cy="1154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110.xml><?xml version="1.0" encoding="utf-8"?>
<p:sldLayout xmlns:p="http://schemas.openxmlformats.org/presentationml/2006/main" preserve="1">
  <p:cSld name="Bottom horizontal photo and titl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45563AC-3A0B-4839-A9DC-F00E8E5411A6}"/>
              </a:ext>
            </a:extLst>
          </p:cNvPr>
          <p:cNvSpPr>
            <a:spLocks xmlns:a="http://schemas.openxmlformats.org/drawingml/2006/main" noGrp="1"/>
          </p:cNvSpPr>
          <p:nvPr>
            <p:ph type="title" idx="0"/>
          </p:nvPr>
        </p:nvSpPr>
        <p:spPr>
          <a:xfrm xmlns:a="http://schemas.openxmlformats.org/drawingml/2006/main">
            <a:off x="441197" y="649715"/>
            <a:ext cx="8263890" cy="415498"/>
          </a:xfrm>
        </p:spPr>
        <p:txBody>
          <a:bodyPr xmlns:a="http://schemas.openxmlformats.org/drawingml/2006/main" anchor="ctr"/>
          <a:lstStyle xmlns:a="http://schemas.openxmlformats.org/drawingml/2006/main">
            <a:lvl1pPr marL="0" indent="0" algn="ctr">
              <a:buNone/>
              <a:defRPr/>
            </a:lvl1pPr>
          </a:lstStyle>
          <a:p xmlns:a="http://schemas.openxmlformats.org/drawingml/2006/main">
            <a:r>
              <a:t>Click to edit Master title style</a:t>
            </a:r>
          </a:p>
        </p:txBody>
      </p:sp>
      <p:sp>
        <p:nvSpPr>
          <p:cNvPr id="4" name="Picture Placeholder">
            <a:extLst xmlns:a="http://schemas.openxmlformats.org/drawingml/2006/main">
              <a:ext uri="{FF2B5EF4-FFF2-40B4-BE49-F238E27FC236}">
                <a16:creationId xmlns:a16="http://schemas.microsoft.com/office/drawing/2014/main" id="{FEB5B31F-7AD9-4BC6-8D61-62AD8011666E}"/>
              </a:ext>
            </a:extLst>
          </p:cNvPr>
          <p:cNvSpPr>
            <a:spLocks xmlns:a="http://schemas.openxmlformats.org/drawingml/2006/main" noGrp="1"/>
          </p:cNvSpPr>
          <p:nvPr>
            <p:ph type="pic" idx="11" hasCustomPrompt="1"/>
          </p:nvPr>
        </p:nvSpPr>
        <p:spPr>
          <a:xfrm xmlns:a="http://schemas.openxmlformats.org/drawingml/2006/main">
            <a:off x="-1786" y="1714500"/>
            <a:ext cx="9144000" cy="3429000"/>
          </a:xfrm>
          <a:prstGeom xmlns:a="http://schemas.openxmlformats.org/drawingml/2006/main" prst="rect">
            <a:avLst/>
          </a:prstGeom>
          <a:blipFill xmlns:a="http://schemas.openxmlformats.org/drawingml/2006/main">
            <a:blip xmlns:r="http://schemas.openxmlformats.org/officeDocument/2006/relationships" r:embed="R6a8d8bd42bb54fef"/>
            <a:stretch>
              <a:fillRect l="0" t="0" r="0" b="0"/>
            </a:stretch>
          </a:blipFill>
        </p:spPr>
        <p:txBody>
          <a:bodyPr xmlns:a="http://schemas.openxmlformats.org/drawingml/2006/main" vert="horz" wrap="square" lIns="0" tIns="1371600" rIns="0" bIns="0" anchor="t">
            <a:noAutofit/>
          </a:bodyPr>
          <a:lstStyle xmlns:a="http://schemas.openxmlformats.org/drawingml/2006/main">
            <a:lvl1pPr marL="0" indent="0" algn="ctr">
              <a:buNone/>
              <a:defRPr sz="1050" b="1">
                <a:solidFill>
                  <a:srgbClr val="000000"/>
                </a:solidFill>
              </a:defRPr>
            </a:lvl1pPr>
          </a:lstStyle>
          <a:p xmlns:a="http://schemas.openxmlformats.org/drawingml/2006/main">
            <a:pPr marL="0" lvl="0" indent="0" algn="ctr">
              <a:buNone/>
            </a:pPr>
            <a:r>
              <a:t>Drag &amp; drop your photo here </a:t>
            </a:r>
            <a:br/>
            <a:r>
              <a:t>or click or tap icon below </a:t>
            </a:r>
            <a:br/>
            <a:r>
              <a:t>to insert</a:t>
            </a:r>
          </a:p>
        </p:txBody>
      </p:sp>
      <p:sp>
        <p:nvSpPr>
          <p:cNvPr id="5" name="TextBox 4">
            <a:extLst xmlns:a="http://schemas.openxmlformats.org/drawingml/2006/main">
              <a:ext uri="{FF2B5EF4-FFF2-40B4-BE49-F238E27FC236}">
                <a16:creationId xmlns:a16="http://schemas.microsoft.com/office/drawing/2014/main" id="{3D6FDE6F-0F4B-446A-A51F-494FB0996655}"/>
              </a:ext>
            </a:extLst>
          </p:cNvPr>
          <p:cNvSpPr>
            <a:spLocks xmlns:a="http://schemas.openxmlformats.org/drawingml/2006/main" noGrp="1"/>
          </p:cNvSpPr>
          <p:nvPr/>
        </p:nvSpPr>
        <p:spPr>
          <a:xfrm xmlns:a="http://schemas.openxmlformats.org/drawingml/2006/main">
            <a:off x="9266791" y="-152958"/>
            <a:ext cx="431208" cy="1154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111.xml><?xml version="1.0" encoding="utf-8"?>
<p:sldLayout xmlns:p="http://schemas.openxmlformats.org/presentationml/2006/main" preserve="1">
  <p:cSld name="Two picture content">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027DCA08-1117-4B11-AEFD-AAB2B33543F9}"/>
              </a:ext>
            </a:extLst>
          </p:cNvPr>
          <p:cNvSpPr>
            <a:spLocks xmlns:a="http://schemas.openxmlformats.org/drawingml/2006/main" noGrp="1"/>
          </p:cNvSpPr>
          <p:nvPr>
            <p:ph type="title" idx="0"/>
          </p:nvPr>
        </p:nvSpPr>
        <p:spPr>
          <a:xfrm xmlns:a="http://schemas.openxmlformats.org/drawingml/2006/main">
            <a:off x="441197" y="342900"/>
            <a:ext cx="8263890" cy="415498"/>
          </a:xfrm>
        </p:spPr>
        <p:txBody>
          <a:bodyPr xmlns:a="http://schemas.openxmlformats.org/drawingml/2006/main"/>
          <a:lstStyle xmlns:a="http://schemas.openxmlformats.org/drawingml/2006/main"/>
          <a:p xmlns:a="http://schemas.openxmlformats.org/drawingml/2006/main">
            <a:r>
              <a:t>Click to edit Master title style</a:t>
            </a:r>
          </a:p>
        </p:txBody>
      </p:sp>
      <p:sp>
        <p:nvSpPr>
          <p:cNvPr id="4" name="Text Placeholder 3">
            <a:extLst xmlns:a="http://schemas.openxmlformats.org/drawingml/2006/main">
              <a:ext uri="{FF2B5EF4-FFF2-40B4-BE49-F238E27FC236}">
                <a16:creationId xmlns:a16="http://schemas.microsoft.com/office/drawing/2014/main" id="{AE833B58-0629-4A46-8711-902C16A99314}"/>
              </a:ext>
            </a:extLst>
          </p:cNvPr>
          <p:cNvSpPr>
            <a:spLocks xmlns:a="http://schemas.openxmlformats.org/drawingml/2006/main" noGrp="1"/>
          </p:cNvSpPr>
          <p:nvPr>
            <p:ph type="body" idx="16"/>
          </p:nvPr>
        </p:nvSpPr>
        <p:spPr>
          <a:xfrm xmlns:a="http://schemas.openxmlformats.org/drawingml/2006/main">
            <a:off x="438149" y="4267200"/>
            <a:ext cx="4025646" cy="207749"/>
          </a:xfrm>
        </p:spPr>
        <p:txBody>
          <a:bodyPr xmlns:a="http://schemas.openxmlformats.org/drawingml/2006/main"/>
          <a:lstStyle xmlns:a="http://schemas.openxmlformats.org/drawingml/2006/main">
            <a:lvl1pPr marL="0" indent="0" algn="l">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9" name="Picture Placeholder">
            <a:extLst xmlns:a="http://schemas.openxmlformats.org/drawingml/2006/main">
              <a:ext uri="{FF2B5EF4-FFF2-40B4-BE49-F238E27FC236}">
                <a16:creationId xmlns:a16="http://schemas.microsoft.com/office/drawing/2014/main" id="{1231301F-62BD-4CF6-8990-CDF00AFC8CCF}"/>
              </a:ext>
            </a:extLst>
          </p:cNvPr>
          <p:cNvSpPr>
            <a:spLocks xmlns:a="http://schemas.openxmlformats.org/drawingml/2006/main" noGrp="1"/>
          </p:cNvSpPr>
          <p:nvPr>
            <p:ph type="pic" idx="13" hasCustomPrompt="1"/>
          </p:nvPr>
        </p:nvSpPr>
        <p:spPr>
          <a:xfrm xmlns:a="http://schemas.openxmlformats.org/drawingml/2006/main">
            <a:off x="436959" y="1519238"/>
            <a:ext cx="4025646" cy="2606040"/>
          </a:xfrm>
          <a:prstGeom xmlns:a="http://schemas.openxmlformats.org/drawingml/2006/main" prst="rect">
            <a:avLst/>
          </a:prstGeom>
          <a:blipFill xmlns:a="http://schemas.openxmlformats.org/drawingml/2006/main">
            <a:blip xmlns:r="http://schemas.openxmlformats.org/officeDocument/2006/relationships" r:embed="R186c1bd44dd749ef"/>
            <a:stretch>
              <a:fillRect l="0" t="0" r="0" b="0"/>
            </a:stretch>
          </a:blipFill>
        </p:spPr>
        <p:txBody>
          <a:bodyPr xmlns:a="http://schemas.openxmlformats.org/drawingml/2006/main" vert="horz" wrap="square" lIns="0" tIns="0" rIns="0" bIns="1005840" anchor="ctr">
            <a:noAutofit/>
          </a:bodyPr>
          <a:lstStyle xmlns:a="http://schemas.openxmlformats.org/drawingml/2006/main">
            <a:lvl1pPr marL="0" indent="0" algn="ctr">
              <a:buNone/>
              <a:defRPr sz="750" b="1">
                <a:solidFill>
                  <a:srgbClr val="000000"/>
                </a:solidFill>
              </a:defRPr>
            </a:lvl1pPr>
          </a:lstStyle>
          <a:p xmlns:a="http://schemas.openxmlformats.org/drawingml/2006/main">
            <a:pPr marL="0" lvl="0" indent="0" algn="ctr">
              <a:buNone/>
            </a:pPr>
            <a:r>
              <a:t>Drag &amp; drop your photo here </a:t>
            </a:r>
            <a:br/>
            <a:r>
              <a:t>or click or tap icon below </a:t>
            </a:r>
            <a:br/>
            <a:r>
              <a:t>to insert</a:t>
            </a:r>
          </a:p>
        </p:txBody>
      </p:sp>
      <p:sp>
        <p:nvSpPr>
          <p:cNvPr id="13" name="Text Placeholder 3">
            <a:extLst xmlns:a="http://schemas.openxmlformats.org/drawingml/2006/main">
              <a:ext uri="{FF2B5EF4-FFF2-40B4-BE49-F238E27FC236}">
                <a16:creationId xmlns:a16="http://schemas.microsoft.com/office/drawing/2014/main" id="{05B401B2-8D93-427E-90A4-52337B3965E8}"/>
              </a:ext>
            </a:extLst>
          </p:cNvPr>
          <p:cNvSpPr>
            <a:spLocks xmlns:a="http://schemas.openxmlformats.org/drawingml/2006/main" noGrp="1"/>
          </p:cNvSpPr>
          <p:nvPr>
            <p:ph type="body" idx="18"/>
          </p:nvPr>
        </p:nvSpPr>
        <p:spPr>
          <a:xfrm xmlns:a="http://schemas.openxmlformats.org/drawingml/2006/main">
            <a:off x="4681395" y="4267200"/>
            <a:ext cx="4025646" cy="207749"/>
          </a:xfrm>
        </p:spPr>
        <p:txBody>
          <a:bodyPr xmlns:a="http://schemas.openxmlformats.org/drawingml/2006/main"/>
          <a:lstStyle xmlns:a="http://schemas.openxmlformats.org/drawingml/2006/main">
            <a:lvl1pPr marL="0" indent="0" algn="l">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1" name="Picture Placeholder">
            <a:extLst xmlns:a="http://schemas.openxmlformats.org/drawingml/2006/main">
              <a:ext uri="{FF2B5EF4-FFF2-40B4-BE49-F238E27FC236}">
                <a16:creationId xmlns:a16="http://schemas.microsoft.com/office/drawing/2014/main" id="{7223C820-5673-4288-A9D6-185A95066B1E}"/>
              </a:ext>
            </a:extLst>
          </p:cNvPr>
          <p:cNvSpPr>
            <a:spLocks xmlns:a="http://schemas.openxmlformats.org/drawingml/2006/main" noGrp="1"/>
          </p:cNvSpPr>
          <p:nvPr>
            <p:ph type="pic" idx="15" hasCustomPrompt="1"/>
          </p:nvPr>
        </p:nvSpPr>
        <p:spPr>
          <a:xfrm xmlns:a="http://schemas.openxmlformats.org/drawingml/2006/main">
            <a:off x="4679441" y="1519238"/>
            <a:ext cx="4025646" cy="2606040"/>
          </a:xfrm>
          <a:prstGeom xmlns:a="http://schemas.openxmlformats.org/drawingml/2006/main" prst="rect">
            <a:avLst/>
          </a:prstGeom>
          <a:blipFill xmlns:a="http://schemas.openxmlformats.org/drawingml/2006/main">
            <a:blip xmlns:r="http://schemas.openxmlformats.org/officeDocument/2006/relationships" r:embed="Ra4e369cab09b47b1"/>
            <a:stretch>
              <a:fillRect l="0" t="0" r="0" b="0"/>
            </a:stretch>
          </a:blipFill>
        </p:spPr>
        <p:txBody>
          <a:bodyPr xmlns:a="http://schemas.openxmlformats.org/drawingml/2006/main" vert="horz" wrap="square" lIns="0" tIns="0" rIns="0" bIns="1005840" anchor="ctr">
            <a:noAutofit/>
          </a:bodyPr>
          <a:lstStyle xmlns:a="http://schemas.openxmlformats.org/drawingml/2006/main">
            <a:lvl1pPr marL="0" indent="0" algn="ctr">
              <a:buNone/>
              <a:defRPr sz="750" b="1">
                <a:solidFill>
                  <a:srgbClr val="000000"/>
                </a:solidFill>
              </a:defRPr>
            </a:lvl1pPr>
          </a:lstStyle>
          <a:p xmlns:a="http://schemas.openxmlformats.org/drawingml/2006/main">
            <a:pPr marL="0" lvl="0" indent="0" algn="ctr">
              <a:buNone/>
            </a:pPr>
            <a:r>
              <a:t>Drag &amp; drop your photo here </a:t>
            </a:r>
            <a:br/>
            <a:r>
              <a:t>or click or tap icon below </a:t>
            </a:r>
            <a:br/>
            <a:r>
              <a:t>to insert</a:t>
            </a:r>
          </a:p>
        </p:txBody>
      </p:sp>
      <p:sp>
        <p:nvSpPr>
          <p:cNvPr id="10" name="TextBox 9">
            <a:extLst xmlns:a="http://schemas.openxmlformats.org/drawingml/2006/main">
              <a:ext uri="{FF2B5EF4-FFF2-40B4-BE49-F238E27FC236}">
                <a16:creationId xmlns:a16="http://schemas.microsoft.com/office/drawing/2014/main" id="{CAF59E09-7602-42B9-AB0C-9D1365A9EBB2}"/>
              </a:ext>
            </a:extLst>
          </p:cNvPr>
          <p:cNvSpPr>
            <a:spLocks xmlns:a="http://schemas.openxmlformats.org/drawingml/2006/main" noGrp="1"/>
          </p:cNvSpPr>
          <p:nvPr/>
        </p:nvSpPr>
        <p:spPr>
          <a:xfrm xmlns:a="http://schemas.openxmlformats.org/drawingml/2006/main">
            <a:off x="9266791" y="-152958"/>
            <a:ext cx="431208" cy="1154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112.xml><?xml version="1.0" encoding="utf-8"?>
<p:sldLayout xmlns:p="http://schemas.openxmlformats.org/presentationml/2006/main" preserve="1">
  <p:cSld name="Three picture content">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F260F77E-464D-46F7-A8F8-6F281DAB0C7A}"/>
              </a:ext>
            </a:extLst>
          </p:cNvPr>
          <p:cNvSpPr>
            <a:spLocks xmlns:a="http://schemas.openxmlformats.org/drawingml/2006/main" noGrp="1"/>
          </p:cNvSpPr>
          <p:nvPr>
            <p:ph type="title" idx="0"/>
          </p:nvPr>
        </p:nvSpPr>
        <p:spPr>
          <a:xfrm xmlns:a="http://schemas.openxmlformats.org/drawingml/2006/main">
            <a:off x="441197" y="342900"/>
            <a:ext cx="8263890" cy="415498"/>
          </a:xfrm>
        </p:spPr>
        <p:txBody>
          <a:bodyPr xmlns:a="http://schemas.openxmlformats.org/drawingml/2006/main"/>
          <a:lstStyle xmlns:a="http://schemas.openxmlformats.org/drawingml/2006/main"/>
          <a:p xmlns:a="http://schemas.openxmlformats.org/drawingml/2006/main">
            <a:r>
              <a:t>Click to edit Master title style</a:t>
            </a:r>
          </a:p>
        </p:txBody>
      </p:sp>
      <p:sp>
        <p:nvSpPr>
          <p:cNvPr id="4" name="Text Placeholder 3">
            <a:extLst xmlns:a="http://schemas.openxmlformats.org/drawingml/2006/main">
              <a:ext uri="{FF2B5EF4-FFF2-40B4-BE49-F238E27FC236}">
                <a16:creationId xmlns:a16="http://schemas.microsoft.com/office/drawing/2014/main" id="{AE833B58-0629-4A46-8711-902C16A99314}"/>
              </a:ext>
            </a:extLst>
          </p:cNvPr>
          <p:cNvSpPr>
            <a:spLocks xmlns:a="http://schemas.openxmlformats.org/drawingml/2006/main" noGrp="1"/>
          </p:cNvSpPr>
          <p:nvPr>
            <p:ph type="body" idx="16"/>
          </p:nvPr>
        </p:nvSpPr>
        <p:spPr>
          <a:xfrm xmlns:a="http://schemas.openxmlformats.org/drawingml/2006/main">
            <a:off x="436960" y="4267200"/>
            <a:ext cx="2606278" cy="207749"/>
          </a:xfrm>
        </p:spPr>
        <p:txBody>
          <a:bodyPr xmlns:a="http://schemas.openxmlformats.org/drawingml/2006/main"/>
          <a:lstStyle xmlns:a="http://schemas.openxmlformats.org/drawingml/2006/main">
            <a:lvl1pPr marL="0" indent="0" algn="l">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9" name="Picture Placeholder">
            <a:extLst xmlns:a="http://schemas.openxmlformats.org/drawingml/2006/main">
              <a:ext uri="{FF2B5EF4-FFF2-40B4-BE49-F238E27FC236}">
                <a16:creationId xmlns:a16="http://schemas.microsoft.com/office/drawing/2014/main" id="{1231301F-62BD-4CF6-8990-CDF00AFC8CCF}"/>
              </a:ext>
            </a:extLst>
          </p:cNvPr>
          <p:cNvSpPr>
            <a:spLocks xmlns:a="http://schemas.openxmlformats.org/drawingml/2006/main" noGrp="1"/>
          </p:cNvSpPr>
          <p:nvPr>
            <p:ph type="pic" idx="13" hasCustomPrompt="1"/>
          </p:nvPr>
        </p:nvSpPr>
        <p:spPr>
          <a:xfrm xmlns:a="http://schemas.openxmlformats.org/drawingml/2006/main">
            <a:off x="436959" y="1519238"/>
            <a:ext cx="2606040" cy="2606040"/>
          </a:xfrm>
          <a:prstGeom xmlns:a="http://schemas.openxmlformats.org/drawingml/2006/main" prst="rect">
            <a:avLst/>
          </a:prstGeom>
          <a:blipFill xmlns:a="http://schemas.openxmlformats.org/drawingml/2006/main">
            <a:blip xmlns:r="http://schemas.openxmlformats.org/officeDocument/2006/relationships" r:embed="R332976c682834b9e"/>
            <a:stretch>
              <a:fillRect l="0" t="0" r="0" b="0"/>
            </a:stretch>
          </a:blipFill>
        </p:spPr>
        <p:txBody>
          <a:bodyPr xmlns:a="http://schemas.openxmlformats.org/drawingml/2006/main" lIns="0" tIns="0" rIns="0" bIns="1005840" anchor="ctr">
            <a:noAutofit/>
          </a:bodyPr>
          <a:lstStyle xmlns:a="http://schemas.openxmlformats.org/drawingml/2006/main">
            <a:lvl1pPr marL="0" indent="0" algn="ctr">
              <a:lnSpc>
                <a:spcPct val="100000"/>
              </a:lnSpc>
              <a:buNone/>
              <a:defRPr sz="60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12" name="Text Placeholder 3">
            <a:extLst xmlns:a="http://schemas.openxmlformats.org/drawingml/2006/main">
              <a:ext uri="{FF2B5EF4-FFF2-40B4-BE49-F238E27FC236}">
                <a16:creationId xmlns:a16="http://schemas.microsoft.com/office/drawing/2014/main" id="{7E8A9C08-F392-459F-B90B-EDBF4A830C55}"/>
              </a:ext>
            </a:extLst>
          </p:cNvPr>
          <p:cNvSpPr>
            <a:spLocks xmlns:a="http://schemas.openxmlformats.org/drawingml/2006/main" noGrp="1"/>
          </p:cNvSpPr>
          <p:nvPr>
            <p:ph type="body" idx="17"/>
          </p:nvPr>
        </p:nvSpPr>
        <p:spPr>
          <a:xfrm xmlns:a="http://schemas.openxmlformats.org/drawingml/2006/main">
            <a:off x="3268980" y="4267200"/>
            <a:ext cx="2606278" cy="207749"/>
          </a:xfrm>
        </p:spPr>
        <p:txBody>
          <a:bodyPr xmlns:a="http://schemas.openxmlformats.org/drawingml/2006/main"/>
          <a:lstStyle xmlns:a="http://schemas.openxmlformats.org/drawingml/2006/main">
            <a:lvl1pPr marL="0" indent="0" algn="l">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0" name="Picture Placeholder">
            <a:extLst xmlns:a="http://schemas.openxmlformats.org/drawingml/2006/main">
              <a:ext uri="{FF2B5EF4-FFF2-40B4-BE49-F238E27FC236}">
                <a16:creationId xmlns:a16="http://schemas.microsoft.com/office/drawing/2014/main" id="{7E401A97-B3D4-43E4-9B09-8AD4B6B26068}"/>
              </a:ext>
            </a:extLst>
          </p:cNvPr>
          <p:cNvSpPr>
            <a:spLocks xmlns:a="http://schemas.openxmlformats.org/drawingml/2006/main" noGrp="1"/>
          </p:cNvSpPr>
          <p:nvPr>
            <p:ph type="pic" idx="14" hasCustomPrompt="1"/>
          </p:nvPr>
        </p:nvSpPr>
        <p:spPr>
          <a:xfrm xmlns:a="http://schemas.openxmlformats.org/drawingml/2006/main">
            <a:off x="3268980" y="1519238"/>
            <a:ext cx="2606040" cy="2606040"/>
          </a:xfrm>
          <a:prstGeom xmlns:a="http://schemas.openxmlformats.org/drawingml/2006/main" prst="rect">
            <a:avLst/>
          </a:prstGeom>
          <a:blipFill xmlns:a="http://schemas.openxmlformats.org/drawingml/2006/main">
            <a:blip xmlns:r="http://schemas.openxmlformats.org/officeDocument/2006/relationships" r:embed="Rd3669389955b47d2"/>
            <a:stretch>
              <a:fillRect l="0" t="0" r="0" b="0"/>
            </a:stretch>
          </a:blipFill>
        </p:spPr>
        <p:txBody>
          <a:bodyPr xmlns:a="http://schemas.openxmlformats.org/drawingml/2006/main" lIns="0" tIns="0" rIns="0" bIns="1005840" anchor="ctr">
            <a:noAutofit/>
          </a:bodyPr>
          <a:lstStyle xmlns:a="http://schemas.openxmlformats.org/drawingml/2006/main">
            <a:lvl1pPr marL="0" indent="0" algn="ctr">
              <a:lnSpc>
                <a:spcPct val="100000"/>
              </a:lnSpc>
              <a:buNone/>
              <a:defRPr sz="60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13" name="Text Placeholder 3">
            <a:extLst xmlns:a="http://schemas.openxmlformats.org/drawingml/2006/main">
              <a:ext uri="{FF2B5EF4-FFF2-40B4-BE49-F238E27FC236}">
                <a16:creationId xmlns:a16="http://schemas.microsoft.com/office/drawing/2014/main" id="{05B401B2-8D93-427E-90A4-52337B3965E8}"/>
              </a:ext>
            </a:extLst>
          </p:cNvPr>
          <p:cNvSpPr>
            <a:spLocks xmlns:a="http://schemas.openxmlformats.org/drawingml/2006/main" noGrp="1"/>
          </p:cNvSpPr>
          <p:nvPr>
            <p:ph type="body" idx="18"/>
          </p:nvPr>
        </p:nvSpPr>
        <p:spPr>
          <a:xfrm xmlns:a="http://schemas.openxmlformats.org/drawingml/2006/main">
            <a:off x="6100764" y="4267200"/>
            <a:ext cx="2606278" cy="207749"/>
          </a:xfrm>
        </p:spPr>
        <p:txBody>
          <a:bodyPr xmlns:a="http://schemas.openxmlformats.org/drawingml/2006/main"/>
          <a:lstStyle xmlns:a="http://schemas.openxmlformats.org/drawingml/2006/main">
            <a:lvl1pPr marL="0" indent="0" algn="l">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1" name="Picture Placeholder">
            <a:extLst xmlns:a="http://schemas.openxmlformats.org/drawingml/2006/main">
              <a:ext uri="{FF2B5EF4-FFF2-40B4-BE49-F238E27FC236}">
                <a16:creationId xmlns:a16="http://schemas.microsoft.com/office/drawing/2014/main" id="{7223C820-5673-4288-A9D6-185A95066B1E}"/>
              </a:ext>
            </a:extLst>
          </p:cNvPr>
          <p:cNvSpPr>
            <a:spLocks xmlns:a="http://schemas.openxmlformats.org/drawingml/2006/main" noGrp="1"/>
          </p:cNvSpPr>
          <p:nvPr>
            <p:ph type="pic" idx="15" hasCustomPrompt="1"/>
          </p:nvPr>
        </p:nvSpPr>
        <p:spPr>
          <a:xfrm xmlns:a="http://schemas.openxmlformats.org/drawingml/2006/main">
            <a:off x="6099047" y="1519238"/>
            <a:ext cx="2606040" cy="2606040"/>
          </a:xfrm>
          <a:prstGeom xmlns:a="http://schemas.openxmlformats.org/drawingml/2006/main" prst="rect">
            <a:avLst/>
          </a:prstGeom>
          <a:blipFill xmlns:a="http://schemas.openxmlformats.org/drawingml/2006/main">
            <a:blip xmlns:r="http://schemas.openxmlformats.org/officeDocument/2006/relationships" r:embed="Rb096d971fa604927"/>
            <a:stretch>
              <a:fillRect l="0" t="0" r="0" b="0"/>
            </a:stretch>
          </a:blipFill>
        </p:spPr>
        <p:txBody>
          <a:bodyPr xmlns:a="http://schemas.openxmlformats.org/drawingml/2006/main" lIns="0" tIns="0" rIns="0" bIns="1005840" anchor="ctr">
            <a:noAutofit/>
          </a:bodyPr>
          <a:lstStyle xmlns:a="http://schemas.openxmlformats.org/drawingml/2006/main">
            <a:lvl1pPr marL="0" indent="0" algn="ctr">
              <a:lnSpc>
                <a:spcPct val="100000"/>
              </a:lnSpc>
              <a:buNone/>
              <a:defRPr sz="60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14" name="TextBox 13">
            <a:extLst xmlns:a="http://schemas.openxmlformats.org/drawingml/2006/main">
              <a:ext uri="{FF2B5EF4-FFF2-40B4-BE49-F238E27FC236}">
                <a16:creationId xmlns:a16="http://schemas.microsoft.com/office/drawing/2014/main" id="{52B36921-D927-4BA6-8891-8AEE9784923C}"/>
              </a:ext>
            </a:extLst>
          </p:cNvPr>
          <p:cNvSpPr>
            <a:spLocks xmlns:a="http://schemas.openxmlformats.org/drawingml/2006/main" noGrp="1"/>
          </p:cNvSpPr>
          <p:nvPr/>
        </p:nvSpPr>
        <p:spPr>
          <a:xfrm xmlns:a="http://schemas.openxmlformats.org/drawingml/2006/main">
            <a:off x="9266791" y="-152958"/>
            <a:ext cx="431208" cy="1154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113.xml><?xml version="1.0" encoding="utf-8"?>
<p:sldLayout xmlns:p="http://schemas.openxmlformats.org/presentationml/2006/main" preserve="1">
  <p:cSld name="Four picture content">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87A434B7-D4B9-4D45-A31C-F0CC4D227945}"/>
              </a:ext>
            </a:extLst>
          </p:cNvPr>
          <p:cNvSpPr>
            <a:spLocks xmlns:a="http://schemas.openxmlformats.org/drawingml/2006/main" noGrp="1"/>
          </p:cNvSpPr>
          <p:nvPr>
            <p:ph type="title" idx="0"/>
          </p:nvPr>
        </p:nvSpPr>
        <p:spPr>
          <a:xfrm xmlns:a="http://schemas.openxmlformats.org/drawingml/2006/main">
            <a:off x="441197" y="342900"/>
            <a:ext cx="8263890" cy="415498"/>
          </a:xfrm>
        </p:spPr>
        <p:txBody>
          <a:bodyPr xmlns:a="http://schemas.openxmlformats.org/drawingml/2006/main"/>
          <a:lstStyle xmlns:a="http://schemas.openxmlformats.org/drawingml/2006/main"/>
          <a:p xmlns:a="http://schemas.openxmlformats.org/drawingml/2006/main">
            <a:r>
              <a:t>Click to edit Master title style</a:t>
            </a:r>
          </a:p>
        </p:txBody>
      </p:sp>
      <p:sp>
        <p:nvSpPr>
          <p:cNvPr id="4" name="Text Placeholder 3">
            <a:extLst xmlns:a="http://schemas.openxmlformats.org/drawingml/2006/main">
              <a:ext uri="{FF2B5EF4-FFF2-40B4-BE49-F238E27FC236}">
                <a16:creationId xmlns:a16="http://schemas.microsoft.com/office/drawing/2014/main" id="{AE833B58-0629-4A46-8711-902C16A99314}"/>
              </a:ext>
            </a:extLst>
          </p:cNvPr>
          <p:cNvSpPr>
            <a:spLocks xmlns:a="http://schemas.openxmlformats.org/drawingml/2006/main" noGrp="1"/>
          </p:cNvSpPr>
          <p:nvPr>
            <p:ph type="body" idx="16"/>
          </p:nvPr>
        </p:nvSpPr>
        <p:spPr>
          <a:xfrm xmlns:a="http://schemas.openxmlformats.org/drawingml/2006/main">
            <a:off x="436960" y="3565454"/>
            <a:ext cx="1899666" cy="415498"/>
          </a:xfrm>
        </p:spPr>
        <p:txBody>
          <a:bodyPr xmlns:a="http://schemas.openxmlformats.org/drawingml/2006/main"/>
          <a:lstStyle xmlns:a="http://schemas.openxmlformats.org/drawingml/2006/main">
            <a:lvl1pPr marL="0" indent="0" algn="l">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9" name="Picture Placeholder">
            <a:extLst xmlns:a="http://schemas.openxmlformats.org/drawingml/2006/main">
              <a:ext uri="{FF2B5EF4-FFF2-40B4-BE49-F238E27FC236}">
                <a16:creationId xmlns:a16="http://schemas.microsoft.com/office/drawing/2014/main" id="{1231301F-62BD-4CF6-8990-CDF00AFC8CCF}"/>
              </a:ext>
            </a:extLst>
          </p:cNvPr>
          <p:cNvSpPr>
            <a:spLocks xmlns:a="http://schemas.openxmlformats.org/drawingml/2006/main" noGrp="1"/>
          </p:cNvSpPr>
          <p:nvPr>
            <p:ph type="pic" idx="13" hasCustomPrompt="1"/>
          </p:nvPr>
        </p:nvSpPr>
        <p:spPr>
          <a:xfrm xmlns:a="http://schemas.openxmlformats.org/drawingml/2006/main">
            <a:off x="436959" y="1519238"/>
            <a:ext cx="1899666" cy="1899666"/>
          </a:xfrm>
          <a:prstGeom xmlns:a="http://schemas.openxmlformats.org/drawingml/2006/main" prst="rect">
            <a:avLst/>
          </a:prstGeom>
          <a:blipFill xmlns:a="http://schemas.openxmlformats.org/drawingml/2006/main">
            <a:blip xmlns:r="http://schemas.openxmlformats.org/officeDocument/2006/relationships" r:embed="R6826371eb78747d6"/>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12" name="Text Placeholder 3">
            <a:extLst xmlns:a="http://schemas.openxmlformats.org/drawingml/2006/main">
              <a:ext uri="{FF2B5EF4-FFF2-40B4-BE49-F238E27FC236}">
                <a16:creationId xmlns:a16="http://schemas.microsoft.com/office/drawing/2014/main" id="{7E8A9C08-F392-459F-B90B-EDBF4A830C55}"/>
              </a:ext>
            </a:extLst>
          </p:cNvPr>
          <p:cNvSpPr>
            <a:spLocks xmlns:a="http://schemas.openxmlformats.org/drawingml/2006/main" noGrp="1"/>
          </p:cNvSpPr>
          <p:nvPr>
            <p:ph type="body" idx="17"/>
          </p:nvPr>
        </p:nvSpPr>
        <p:spPr>
          <a:xfrm xmlns:a="http://schemas.openxmlformats.org/drawingml/2006/main">
            <a:off x="2560431" y="3565454"/>
            <a:ext cx="1899666" cy="415498"/>
          </a:xfrm>
        </p:spPr>
        <p:txBody>
          <a:bodyPr xmlns:a="http://schemas.openxmlformats.org/drawingml/2006/main"/>
          <a:lstStyle xmlns:a="http://schemas.openxmlformats.org/drawingml/2006/main">
            <a:lvl1pPr marL="0" indent="0" algn="l">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0" name="Picture Placeholder">
            <a:extLst xmlns:a="http://schemas.openxmlformats.org/drawingml/2006/main">
              <a:ext uri="{FF2B5EF4-FFF2-40B4-BE49-F238E27FC236}">
                <a16:creationId xmlns:a16="http://schemas.microsoft.com/office/drawing/2014/main" id="{7E401A97-B3D4-43E4-9B09-8AD4B6B26068}"/>
              </a:ext>
            </a:extLst>
          </p:cNvPr>
          <p:cNvSpPr>
            <a:spLocks xmlns:a="http://schemas.openxmlformats.org/drawingml/2006/main" noGrp="1"/>
          </p:cNvSpPr>
          <p:nvPr>
            <p:ph type="pic" idx="14" hasCustomPrompt="1"/>
          </p:nvPr>
        </p:nvSpPr>
        <p:spPr>
          <a:xfrm xmlns:a="http://schemas.openxmlformats.org/drawingml/2006/main">
            <a:off x="2560431" y="1519238"/>
            <a:ext cx="1899666" cy="1899666"/>
          </a:xfrm>
          <a:prstGeom xmlns:a="http://schemas.openxmlformats.org/drawingml/2006/main" prst="rect">
            <a:avLst/>
          </a:prstGeom>
          <a:blipFill xmlns:a="http://schemas.openxmlformats.org/drawingml/2006/main">
            <a:blip xmlns:r="http://schemas.openxmlformats.org/officeDocument/2006/relationships" r:embed="R0e393651a2a34993"/>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13" name="Text Placeholder 3">
            <a:extLst xmlns:a="http://schemas.openxmlformats.org/drawingml/2006/main">
              <a:ext uri="{FF2B5EF4-FFF2-40B4-BE49-F238E27FC236}">
                <a16:creationId xmlns:a16="http://schemas.microsoft.com/office/drawing/2014/main" id="{05B401B2-8D93-427E-90A4-52337B3965E8}"/>
              </a:ext>
            </a:extLst>
          </p:cNvPr>
          <p:cNvSpPr>
            <a:spLocks xmlns:a="http://schemas.openxmlformats.org/drawingml/2006/main" noGrp="1"/>
          </p:cNvSpPr>
          <p:nvPr>
            <p:ph type="body" idx="18"/>
          </p:nvPr>
        </p:nvSpPr>
        <p:spPr>
          <a:xfrm xmlns:a="http://schemas.openxmlformats.org/drawingml/2006/main">
            <a:off x="4683903" y="3565454"/>
            <a:ext cx="1899666" cy="415498"/>
          </a:xfrm>
        </p:spPr>
        <p:txBody>
          <a:bodyPr xmlns:a="http://schemas.openxmlformats.org/drawingml/2006/main"/>
          <a:lstStyle xmlns:a="http://schemas.openxmlformats.org/drawingml/2006/main">
            <a:lvl1pPr marL="0" indent="0" algn="l">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1" name="Picture Placeholder">
            <a:extLst xmlns:a="http://schemas.openxmlformats.org/drawingml/2006/main">
              <a:ext uri="{FF2B5EF4-FFF2-40B4-BE49-F238E27FC236}">
                <a16:creationId xmlns:a16="http://schemas.microsoft.com/office/drawing/2014/main" id="{7223C820-5673-4288-A9D6-185A95066B1E}"/>
              </a:ext>
            </a:extLst>
          </p:cNvPr>
          <p:cNvSpPr>
            <a:spLocks xmlns:a="http://schemas.openxmlformats.org/drawingml/2006/main" noGrp="1"/>
          </p:cNvSpPr>
          <p:nvPr>
            <p:ph type="pic" idx="15" hasCustomPrompt="1"/>
          </p:nvPr>
        </p:nvSpPr>
        <p:spPr>
          <a:xfrm xmlns:a="http://schemas.openxmlformats.org/drawingml/2006/main">
            <a:off x="4683903" y="1519238"/>
            <a:ext cx="1899666" cy="1899666"/>
          </a:xfrm>
          <a:prstGeom xmlns:a="http://schemas.openxmlformats.org/drawingml/2006/main" prst="rect">
            <a:avLst/>
          </a:prstGeom>
          <a:blipFill xmlns:a="http://schemas.openxmlformats.org/drawingml/2006/main">
            <a:blip xmlns:r="http://schemas.openxmlformats.org/officeDocument/2006/relationships" r:embed="Ra42fc8971b8c43cf"/>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15" name="Text Placeholder 3">
            <a:extLst xmlns:a="http://schemas.openxmlformats.org/drawingml/2006/main">
              <a:ext uri="{FF2B5EF4-FFF2-40B4-BE49-F238E27FC236}">
                <a16:creationId xmlns:a16="http://schemas.microsoft.com/office/drawing/2014/main" id="{38E883C1-8203-4549-AF30-B96AEC45AC68}"/>
              </a:ext>
            </a:extLst>
          </p:cNvPr>
          <p:cNvSpPr>
            <a:spLocks xmlns:a="http://schemas.openxmlformats.org/drawingml/2006/main" noGrp="1"/>
          </p:cNvSpPr>
          <p:nvPr>
            <p:ph type="body" idx="20"/>
          </p:nvPr>
        </p:nvSpPr>
        <p:spPr>
          <a:xfrm xmlns:a="http://schemas.openxmlformats.org/drawingml/2006/main">
            <a:off x="6807375" y="3565454"/>
            <a:ext cx="1899666" cy="415498"/>
          </a:xfrm>
        </p:spPr>
        <p:txBody>
          <a:bodyPr xmlns:a="http://schemas.openxmlformats.org/drawingml/2006/main"/>
          <a:lstStyle xmlns:a="http://schemas.openxmlformats.org/drawingml/2006/main">
            <a:lvl1pPr marL="0" indent="0" algn="l">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4" name="Picture Placeholder">
            <a:extLst xmlns:a="http://schemas.openxmlformats.org/drawingml/2006/main">
              <a:ext uri="{FF2B5EF4-FFF2-40B4-BE49-F238E27FC236}">
                <a16:creationId xmlns:a16="http://schemas.microsoft.com/office/drawing/2014/main" id="{BBD58C33-921C-42F1-9803-1C798DB548C2}"/>
              </a:ext>
            </a:extLst>
          </p:cNvPr>
          <p:cNvSpPr>
            <a:spLocks xmlns:a="http://schemas.openxmlformats.org/drawingml/2006/main" noGrp="1"/>
          </p:cNvSpPr>
          <p:nvPr>
            <p:ph type="pic" idx="19" hasCustomPrompt="1"/>
          </p:nvPr>
        </p:nvSpPr>
        <p:spPr>
          <a:xfrm xmlns:a="http://schemas.openxmlformats.org/drawingml/2006/main">
            <a:off x="6805421" y="1519238"/>
            <a:ext cx="1899666" cy="1899666"/>
          </a:xfrm>
          <a:prstGeom xmlns:a="http://schemas.openxmlformats.org/drawingml/2006/main" prst="rect">
            <a:avLst/>
          </a:prstGeom>
          <a:blipFill xmlns:a="http://schemas.openxmlformats.org/drawingml/2006/main">
            <a:blip xmlns:r="http://schemas.openxmlformats.org/officeDocument/2006/relationships" r:embed="R4310a53430b54a71"/>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Dag &amp; drop your photo here </a:t>
            </a:r>
            <a:br/>
            <a:r>
              <a:t>or click or tap icon below </a:t>
            </a:r>
            <a:br/>
            <a:r>
              <a:t>to insert</a:t>
            </a:r>
          </a:p>
        </p:txBody>
      </p:sp>
      <p:sp>
        <p:nvSpPr>
          <p:cNvPr id="16" name="TextBox 15">
            <a:extLst xmlns:a="http://schemas.openxmlformats.org/drawingml/2006/main">
              <a:ext uri="{FF2B5EF4-FFF2-40B4-BE49-F238E27FC236}">
                <a16:creationId xmlns:a16="http://schemas.microsoft.com/office/drawing/2014/main" id="{5CF56B00-AAD4-4F4F-8228-B6CF8367DE0D}"/>
              </a:ext>
            </a:extLst>
          </p:cNvPr>
          <p:cNvSpPr>
            <a:spLocks xmlns:a="http://schemas.openxmlformats.org/drawingml/2006/main" noGrp="1"/>
          </p:cNvSpPr>
          <p:nvPr/>
        </p:nvSpPr>
        <p:spPr>
          <a:xfrm xmlns:a="http://schemas.openxmlformats.org/drawingml/2006/main">
            <a:off x="9266791" y="-152958"/>
            <a:ext cx="431208" cy="1154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114.xml><?xml version="1.0" encoding="utf-8"?>
<p:sldLayout xmlns:p="http://schemas.openxmlformats.org/presentationml/2006/main" preserve="1">
  <p:cSld name="Two filmstrip photos">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1C46CB2-4FDC-43D5-B122-6F27B3C827ED}"/>
              </a:ext>
            </a:extLst>
          </p:cNvPr>
          <p:cNvSpPr>
            <a:spLocks xmlns:a="http://schemas.openxmlformats.org/drawingml/2006/main" noGrp="1"/>
          </p:cNvSpPr>
          <p:nvPr>
            <p:ph type="title" idx="0"/>
          </p:nvPr>
        </p:nvSpPr>
        <p:spPr>
          <a:xfrm xmlns:a="http://schemas.openxmlformats.org/drawingml/2006/main">
            <a:off x="441197" y="649930"/>
            <a:ext cx="8263890" cy="415498"/>
          </a:xfrm>
        </p:spPr>
        <p:txBody>
          <a:bodyPr xmlns:a="http://schemas.openxmlformats.org/drawingml/2006/main" anchor="ctr"/>
          <a:lstStyle xmlns:a="http://schemas.openxmlformats.org/drawingml/2006/main">
            <a:lvl1pPr marL="0" indent="0" algn="ctr">
              <a:buNone/>
              <a:defRPr/>
            </a:lvl1pPr>
          </a:lstStyle>
          <a:p xmlns:a="http://schemas.openxmlformats.org/drawingml/2006/main">
            <a:r>
              <a:t>Click to edit Master title style</a:t>
            </a:r>
          </a:p>
        </p:txBody>
      </p:sp>
      <p:sp>
        <p:nvSpPr>
          <p:cNvPr id="12" name="Text Placeholder 3">
            <a:extLst xmlns:a="http://schemas.openxmlformats.org/drawingml/2006/main">
              <a:ext uri="{FF2B5EF4-FFF2-40B4-BE49-F238E27FC236}">
                <a16:creationId xmlns:a16="http://schemas.microsoft.com/office/drawing/2014/main" id="{9244E618-D996-41A6-8C9D-0C3519EA7A6F}"/>
              </a:ext>
            </a:extLst>
          </p:cNvPr>
          <p:cNvSpPr>
            <a:spLocks xmlns:a="http://schemas.openxmlformats.org/drawingml/2006/main" noGrp="1"/>
          </p:cNvSpPr>
          <p:nvPr>
            <p:ph type="body" idx="16"/>
          </p:nvPr>
        </p:nvSpPr>
        <p:spPr>
          <a:xfrm xmlns:a="http://schemas.openxmlformats.org/drawingml/2006/main">
            <a:off x="438912" y="4000500"/>
            <a:ext cx="3669030" cy="207749"/>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3" name="Picture Placeholder">
            <a:extLst xmlns:a="http://schemas.openxmlformats.org/drawingml/2006/main">
              <a:ext uri="{FF2B5EF4-FFF2-40B4-BE49-F238E27FC236}">
                <a16:creationId xmlns:a16="http://schemas.microsoft.com/office/drawing/2014/main" id="{8B32544F-F93C-4713-86AD-641424F4A7B9}"/>
              </a:ext>
            </a:extLst>
          </p:cNvPr>
          <p:cNvSpPr>
            <a:spLocks xmlns:a="http://schemas.openxmlformats.org/drawingml/2006/main" noGrp="1"/>
          </p:cNvSpPr>
          <p:nvPr>
            <p:ph type="pic" idx="13" hasCustomPrompt="1"/>
          </p:nvPr>
        </p:nvSpPr>
        <p:spPr>
          <a:xfrm xmlns:a="http://schemas.openxmlformats.org/drawingml/2006/main">
            <a:off x="0" y="1714500"/>
            <a:ext cx="4546854" cy="2105406"/>
          </a:xfrm>
          <a:prstGeom xmlns:a="http://schemas.openxmlformats.org/drawingml/2006/main" prst="rect">
            <a:avLst/>
          </a:prstGeom>
          <a:blipFill xmlns:a="http://schemas.openxmlformats.org/drawingml/2006/main">
            <a:blip xmlns:r="http://schemas.openxmlformats.org/officeDocument/2006/relationships" r:embed="R5b0cf9ba01cc4799"/>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60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14" name="Text Placeholder 3">
            <a:extLst xmlns:a="http://schemas.openxmlformats.org/drawingml/2006/main">
              <a:ext uri="{FF2B5EF4-FFF2-40B4-BE49-F238E27FC236}">
                <a16:creationId xmlns:a16="http://schemas.microsoft.com/office/drawing/2014/main" id="{9E4C32BD-CEF7-42AC-94D8-052EF30E2361}"/>
              </a:ext>
            </a:extLst>
          </p:cNvPr>
          <p:cNvSpPr>
            <a:spLocks xmlns:a="http://schemas.openxmlformats.org/drawingml/2006/main" noGrp="1"/>
          </p:cNvSpPr>
          <p:nvPr>
            <p:ph type="body" idx="17"/>
          </p:nvPr>
        </p:nvSpPr>
        <p:spPr>
          <a:xfrm xmlns:a="http://schemas.openxmlformats.org/drawingml/2006/main">
            <a:off x="5036058" y="4000500"/>
            <a:ext cx="3669030" cy="207749"/>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5" name="Picture Placeholder">
            <a:extLst xmlns:a="http://schemas.openxmlformats.org/drawingml/2006/main">
              <a:ext uri="{FF2B5EF4-FFF2-40B4-BE49-F238E27FC236}">
                <a16:creationId xmlns:a16="http://schemas.microsoft.com/office/drawing/2014/main" id="{E25EC377-3BC6-40D8-AECB-4FEB302014CD}"/>
              </a:ext>
            </a:extLst>
          </p:cNvPr>
          <p:cNvSpPr>
            <a:spLocks xmlns:a="http://schemas.openxmlformats.org/drawingml/2006/main" noGrp="1"/>
          </p:cNvSpPr>
          <p:nvPr>
            <p:ph type="pic" idx="14" hasCustomPrompt="1"/>
          </p:nvPr>
        </p:nvSpPr>
        <p:spPr>
          <a:xfrm xmlns:a="http://schemas.openxmlformats.org/drawingml/2006/main">
            <a:off x="4597146" y="1714500"/>
            <a:ext cx="4546854" cy="2105406"/>
          </a:xfrm>
          <a:prstGeom xmlns:a="http://schemas.openxmlformats.org/drawingml/2006/main" prst="rect">
            <a:avLst/>
          </a:prstGeom>
          <a:blipFill xmlns:a="http://schemas.openxmlformats.org/drawingml/2006/main">
            <a:blip xmlns:r="http://schemas.openxmlformats.org/officeDocument/2006/relationships" r:embed="R70ee164a28c744c2"/>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60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4" name="TextBox 3">
            <a:extLst xmlns:a="http://schemas.openxmlformats.org/drawingml/2006/main">
              <a:ext uri="{FF2B5EF4-FFF2-40B4-BE49-F238E27FC236}">
                <a16:creationId xmlns:a16="http://schemas.microsoft.com/office/drawing/2014/main" id="{6AAE597A-BE1E-6B1F-960D-A90DC95443AC}"/>
              </a:ext>
            </a:extLst>
          </p:cNvPr>
          <p:cNvSpPr>
            <a:spLocks xmlns:a="http://schemas.openxmlformats.org/drawingml/2006/main" noGrp="1"/>
          </p:cNvSpPr>
          <p:nvPr/>
        </p:nvSpPr>
        <p:spPr>
          <a:xfrm xmlns:a="http://schemas.openxmlformats.org/drawingml/2006/main">
            <a:off x="9266791" y="-152958"/>
            <a:ext cx="431208" cy="1154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115.xml><?xml version="1.0" encoding="utf-8"?>
<p:sldLayout xmlns:p="http://schemas.openxmlformats.org/presentationml/2006/main" preserve="1">
  <p:cSld name="Three filmstrip photos">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1C46CB2-4FDC-43D5-B122-6F27B3C827ED}"/>
              </a:ext>
            </a:extLst>
          </p:cNvPr>
          <p:cNvSpPr>
            <a:spLocks xmlns:a="http://schemas.openxmlformats.org/drawingml/2006/main" noGrp="1"/>
          </p:cNvSpPr>
          <p:nvPr>
            <p:ph type="title" idx="0"/>
          </p:nvPr>
        </p:nvSpPr>
        <p:spPr>
          <a:xfrm xmlns:a="http://schemas.openxmlformats.org/drawingml/2006/main">
            <a:off x="441197" y="649929"/>
            <a:ext cx="8263890" cy="415498"/>
          </a:xfrm>
        </p:spPr>
        <p:txBody>
          <a:bodyPr xmlns:a="http://schemas.openxmlformats.org/drawingml/2006/main" anchor="ctr"/>
          <a:lstStyle xmlns:a="http://schemas.openxmlformats.org/drawingml/2006/main">
            <a:lvl1pPr marL="0" indent="0" algn="ctr">
              <a:buNone/>
              <a:defRPr/>
            </a:lvl1pPr>
          </a:lstStyle>
          <a:p xmlns:a="http://schemas.openxmlformats.org/drawingml/2006/main">
            <a:r>
              <a:t>Click to edit Master title style</a:t>
            </a:r>
          </a:p>
        </p:txBody>
      </p:sp>
      <p:sp>
        <p:nvSpPr>
          <p:cNvPr id="12" name="Text Placeholder 3">
            <a:extLst xmlns:a="http://schemas.openxmlformats.org/drawingml/2006/main">
              <a:ext uri="{FF2B5EF4-FFF2-40B4-BE49-F238E27FC236}">
                <a16:creationId xmlns:a16="http://schemas.microsoft.com/office/drawing/2014/main" id="{9244E618-D996-41A6-8C9D-0C3519EA7A6F}"/>
              </a:ext>
            </a:extLst>
          </p:cNvPr>
          <p:cNvSpPr>
            <a:spLocks xmlns:a="http://schemas.openxmlformats.org/drawingml/2006/main" noGrp="1"/>
          </p:cNvSpPr>
          <p:nvPr>
            <p:ph type="body" idx="16"/>
          </p:nvPr>
        </p:nvSpPr>
        <p:spPr>
          <a:xfrm xmlns:a="http://schemas.openxmlformats.org/drawingml/2006/main">
            <a:off x="438912" y="3600450"/>
            <a:ext cx="2139696" cy="415498"/>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3" name="Picture Placeholder">
            <a:extLst xmlns:a="http://schemas.openxmlformats.org/drawingml/2006/main">
              <a:ext uri="{FF2B5EF4-FFF2-40B4-BE49-F238E27FC236}">
                <a16:creationId xmlns:a16="http://schemas.microsoft.com/office/drawing/2014/main" id="{8B32544F-F93C-4713-86AD-641424F4A7B9}"/>
              </a:ext>
            </a:extLst>
          </p:cNvPr>
          <p:cNvSpPr>
            <a:spLocks xmlns:a="http://schemas.openxmlformats.org/drawingml/2006/main" noGrp="1"/>
          </p:cNvSpPr>
          <p:nvPr>
            <p:ph type="pic" idx="13" hasCustomPrompt="1"/>
          </p:nvPr>
        </p:nvSpPr>
        <p:spPr>
          <a:xfrm xmlns:a="http://schemas.openxmlformats.org/drawingml/2006/main">
            <a:off x="0" y="1714500"/>
            <a:ext cx="3017520" cy="1714500"/>
          </a:xfrm>
          <a:prstGeom xmlns:a="http://schemas.openxmlformats.org/drawingml/2006/main" prst="rect">
            <a:avLst/>
          </a:prstGeom>
          <a:blipFill xmlns:a="http://schemas.openxmlformats.org/drawingml/2006/main">
            <a:blip xmlns:r="http://schemas.openxmlformats.org/officeDocument/2006/relationships" r:embed="R22618e8392a94d6b"/>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14" name="Text Placeholder 3">
            <a:extLst xmlns:a="http://schemas.openxmlformats.org/drawingml/2006/main">
              <a:ext uri="{FF2B5EF4-FFF2-40B4-BE49-F238E27FC236}">
                <a16:creationId xmlns:a16="http://schemas.microsoft.com/office/drawing/2014/main" id="{9E4C32BD-CEF7-42AC-94D8-052EF30E2361}"/>
              </a:ext>
            </a:extLst>
          </p:cNvPr>
          <p:cNvSpPr>
            <a:spLocks xmlns:a="http://schemas.openxmlformats.org/drawingml/2006/main" noGrp="1"/>
          </p:cNvSpPr>
          <p:nvPr>
            <p:ph type="body" idx="17"/>
          </p:nvPr>
        </p:nvSpPr>
        <p:spPr>
          <a:xfrm xmlns:a="http://schemas.openxmlformats.org/drawingml/2006/main">
            <a:off x="3502152" y="3599557"/>
            <a:ext cx="2139696" cy="415498"/>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5" name="Picture Placeholder">
            <a:extLst xmlns:a="http://schemas.openxmlformats.org/drawingml/2006/main">
              <a:ext uri="{FF2B5EF4-FFF2-40B4-BE49-F238E27FC236}">
                <a16:creationId xmlns:a16="http://schemas.microsoft.com/office/drawing/2014/main" id="{E25EC377-3BC6-40D8-AECB-4FEB302014CD}"/>
              </a:ext>
            </a:extLst>
          </p:cNvPr>
          <p:cNvSpPr>
            <a:spLocks xmlns:a="http://schemas.openxmlformats.org/drawingml/2006/main" noGrp="1"/>
          </p:cNvSpPr>
          <p:nvPr>
            <p:ph type="pic" idx="14" hasCustomPrompt="1"/>
          </p:nvPr>
        </p:nvSpPr>
        <p:spPr>
          <a:xfrm xmlns:a="http://schemas.openxmlformats.org/drawingml/2006/main">
            <a:off x="3063240" y="1714500"/>
            <a:ext cx="3017520" cy="1714500"/>
          </a:xfrm>
          <a:prstGeom xmlns:a="http://schemas.openxmlformats.org/drawingml/2006/main" prst="rect">
            <a:avLst/>
          </a:prstGeom>
          <a:blipFill xmlns:a="http://schemas.openxmlformats.org/drawingml/2006/main">
            <a:blip xmlns:r="http://schemas.openxmlformats.org/officeDocument/2006/relationships" r:embed="Rd4cb02d62c534ec3"/>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16" name="Text Placeholder 3">
            <a:extLst xmlns:a="http://schemas.openxmlformats.org/drawingml/2006/main">
              <a:ext uri="{FF2B5EF4-FFF2-40B4-BE49-F238E27FC236}">
                <a16:creationId xmlns:a16="http://schemas.microsoft.com/office/drawing/2014/main" id="{D682B8EC-8F33-4730-BBE6-E8B7234C9C62}"/>
              </a:ext>
            </a:extLst>
          </p:cNvPr>
          <p:cNvSpPr>
            <a:spLocks xmlns:a="http://schemas.openxmlformats.org/drawingml/2006/main" noGrp="1"/>
          </p:cNvSpPr>
          <p:nvPr>
            <p:ph type="body" idx="18"/>
          </p:nvPr>
        </p:nvSpPr>
        <p:spPr>
          <a:xfrm xmlns:a="http://schemas.openxmlformats.org/drawingml/2006/main">
            <a:off x="6565392" y="3599558"/>
            <a:ext cx="2139696" cy="415498"/>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7" name="Picture Placeholder">
            <a:extLst xmlns:a="http://schemas.openxmlformats.org/drawingml/2006/main">
              <a:ext uri="{FF2B5EF4-FFF2-40B4-BE49-F238E27FC236}">
                <a16:creationId xmlns:a16="http://schemas.microsoft.com/office/drawing/2014/main" id="{7DB5F15A-5980-40FF-9D54-3FDE41D604AE}"/>
              </a:ext>
            </a:extLst>
          </p:cNvPr>
          <p:cNvSpPr>
            <a:spLocks xmlns:a="http://schemas.openxmlformats.org/drawingml/2006/main" noGrp="1"/>
          </p:cNvSpPr>
          <p:nvPr>
            <p:ph type="pic" idx="15" hasCustomPrompt="1"/>
          </p:nvPr>
        </p:nvSpPr>
        <p:spPr>
          <a:xfrm xmlns:a="http://schemas.openxmlformats.org/drawingml/2006/main">
            <a:off x="6126480" y="1714500"/>
            <a:ext cx="3017520" cy="1714500"/>
          </a:xfrm>
          <a:prstGeom xmlns:a="http://schemas.openxmlformats.org/drawingml/2006/main" prst="rect">
            <a:avLst/>
          </a:prstGeom>
          <a:blipFill xmlns:a="http://schemas.openxmlformats.org/drawingml/2006/main">
            <a:blip xmlns:r="http://schemas.openxmlformats.org/officeDocument/2006/relationships" r:embed="R90afdfedb6274926"/>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3" name="TextBox 2">
            <a:extLst xmlns:a="http://schemas.openxmlformats.org/drawingml/2006/main">
              <a:ext uri="{FF2B5EF4-FFF2-40B4-BE49-F238E27FC236}">
                <a16:creationId xmlns:a16="http://schemas.microsoft.com/office/drawing/2014/main" id="{42B999C7-F5A8-46A6-92C5-AA3BE4E2693D}"/>
              </a:ext>
            </a:extLst>
          </p:cNvPr>
          <p:cNvSpPr>
            <a:spLocks xmlns:a="http://schemas.openxmlformats.org/drawingml/2006/main" noGrp="1"/>
          </p:cNvSpPr>
          <p:nvPr/>
        </p:nvSpPr>
        <p:spPr>
          <a:xfrm xmlns:a="http://schemas.openxmlformats.org/drawingml/2006/main">
            <a:off x="9266791" y="-152958"/>
            <a:ext cx="431208" cy="1154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116.xml><?xml version="1.0" encoding="utf-8"?>
<p:sldLayout xmlns:p="http://schemas.openxmlformats.org/presentationml/2006/main" preserve="1">
  <p:cSld name="Four filmstrip photos">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1C46CB2-4FDC-43D5-B122-6F27B3C827ED}"/>
              </a:ext>
            </a:extLst>
          </p:cNvPr>
          <p:cNvSpPr>
            <a:spLocks xmlns:a="http://schemas.openxmlformats.org/drawingml/2006/main" noGrp="1"/>
          </p:cNvSpPr>
          <p:nvPr>
            <p:ph type="title" idx="0"/>
          </p:nvPr>
        </p:nvSpPr>
        <p:spPr>
          <a:xfrm xmlns:a="http://schemas.openxmlformats.org/drawingml/2006/main">
            <a:off x="441197" y="649930"/>
            <a:ext cx="8263890" cy="415498"/>
          </a:xfrm>
        </p:spPr>
        <p:txBody>
          <a:bodyPr xmlns:a="http://schemas.openxmlformats.org/drawingml/2006/main" anchor="ctr"/>
          <a:lstStyle xmlns:a="http://schemas.openxmlformats.org/drawingml/2006/main">
            <a:lvl1pPr marL="0" indent="0" algn="ctr">
              <a:buNone/>
              <a:defRPr/>
            </a:lvl1pPr>
          </a:lstStyle>
          <a:p xmlns:a="http://schemas.openxmlformats.org/drawingml/2006/main">
            <a:r>
              <a:t>Click to edit Master title style</a:t>
            </a:r>
          </a:p>
        </p:txBody>
      </p:sp>
      <p:sp>
        <p:nvSpPr>
          <p:cNvPr id="12" name="Text Placeholder 3">
            <a:extLst xmlns:a="http://schemas.openxmlformats.org/drawingml/2006/main">
              <a:ext uri="{FF2B5EF4-FFF2-40B4-BE49-F238E27FC236}">
                <a16:creationId xmlns:a16="http://schemas.microsoft.com/office/drawing/2014/main" id="{9244E618-D996-41A6-8C9D-0C3519EA7A6F}"/>
              </a:ext>
            </a:extLst>
          </p:cNvPr>
          <p:cNvSpPr>
            <a:spLocks xmlns:a="http://schemas.openxmlformats.org/drawingml/2006/main" noGrp="1"/>
          </p:cNvSpPr>
          <p:nvPr>
            <p:ph type="body" idx="16"/>
          </p:nvPr>
        </p:nvSpPr>
        <p:spPr>
          <a:xfrm xmlns:a="http://schemas.openxmlformats.org/drawingml/2006/main">
            <a:off x="438912" y="3600450"/>
            <a:ext cx="1371600" cy="415498"/>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3" name="Picture Placeholder">
            <a:extLst xmlns:a="http://schemas.openxmlformats.org/drawingml/2006/main">
              <a:ext uri="{FF2B5EF4-FFF2-40B4-BE49-F238E27FC236}">
                <a16:creationId xmlns:a16="http://schemas.microsoft.com/office/drawing/2014/main" id="{8B32544F-F93C-4713-86AD-641424F4A7B9}"/>
              </a:ext>
            </a:extLst>
          </p:cNvPr>
          <p:cNvSpPr>
            <a:spLocks xmlns:a="http://schemas.openxmlformats.org/drawingml/2006/main" noGrp="1"/>
          </p:cNvSpPr>
          <p:nvPr>
            <p:ph type="pic" idx="13" hasCustomPrompt="1"/>
          </p:nvPr>
        </p:nvSpPr>
        <p:spPr>
          <a:xfrm xmlns:a="http://schemas.openxmlformats.org/drawingml/2006/main">
            <a:off x="0" y="1714500"/>
            <a:ext cx="2249424" cy="1714500"/>
          </a:xfrm>
          <a:prstGeom xmlns:a="http://schemas.openxmlformats.org/drawingml/2006/main" prst="rect">
            <a:avLst/>
          </a:prstGeom>
          <a:blipFill xmlns:a="http://schemas.openxmlformats.org/drawingml/2006/main">
            <a:blip xmlns:r="http://schemas.openxmlformats.org/officeDocument/2006/relationships" r:embed="Rd8aaf52eb6094ff5"/>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14" name="Text Placeholder 3">
            <a:extLst xmlns:a="http://schemas.openxmlformats.org/drawingml/2006/main">
              <a:ext uri="{FF2B5EF4-FFF2-40B4-BE49-F238E27FC236}">
                <a16:creationId xmlns:a16="http://schemas.microsoft.com/office/drawing/2014/main" id="{9E4C32BD-CEF7-42AC-94D8-052EF30E2361}"/>
              </a:ext>
            </a:extLst>
          </p:cNvPr>
          <p:cNvSpPr>
            <a:spLocks xmlns:a="http://schemas.openxmlformats.org/drawingml/2006/main" noGrp="1"/>
          </p:cNvSpPr>
          <p:nvPr>
            <p:ph type="body" idx="17"/>
          </p:nvPr>
        </p:nvSpPr>
        <p:spPr>
          <a:xfrm xmlns:a="http://schemas.openxmlformats.org/drawingml/2006/main">
            <a:off x="2737104" y="3599557"/>
            <a:ext cx="1371600" cy="415498"/>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5" name="Picture Placeholder">
            <a:extLst xmlns:a="http://schemas.openxmlformats.org/drawingml/2006/main">
              <a:ext uri="{FF2B5EF4-FFF2-40B4-BE49-F238E27FC236}">
                <a16:creationId xmlns:a16="http://schemas.microsoft.com/office/drawing/2014/main" id="{E25EC377-3BC6-40D8-AECB-4FEB302014CD}"/>
              </a:ext>
            </a:extLst>
          </p:cNvPr>
          <p:cNvSpPr>
            <a:spLocks xmlns:a="http://schemas.openxmlformats.org/drawingml/2006/main" noGrp="1"/>
          </p:cNvSpPr>
          <p:nvPr>
            <p:ph type="pic" idx="14" hasCustomPrompt="1"/>
          </p:nvPr>
        </p:nvSpPr>
        <p:spPr>
          <a:xfrm xmlns:a="http://schemas.openxmlformats.org/drawingml/2006/main">
            <a:off x="2298192" y="1714500"/>
            <a:ext cx="2249424" cy="1714500"/>
          </a:xfrm>
          <a:prstGeom xmlns:a="http://schemas.openxmlformats.org/drawingml/2006/main" prst="rect">
            <a:avLst/>
          </a:prstGeom>
          <a:blipFill xmlns:a="http://schemas.openxmlformats.org/drawingml/2006/main">
            <a:blip xmlns:r="http://schemas.openxmlformats.org/officeDocument/2006/relationships" r:embed="Rd5d3f9f0fa384b41"/>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16" name="Text Placeholder 3">
            <a:extLst xmlns:a="http://schemas.openxmlformats.org/drawingml/2006/main">
              <a:ext uri="{FF2B5EF4-FFF2-40B4-BE49-F238E27FC236}">
                <a16:creationId xmlns:a16="http://schemas.microsoft.com/office/drawing/2014/main" id="{D682B8EC-8F33-4730-BBE6-E8B7234C9C62}"/>
              </a:ext>
            </a:extLst>
          </p:cNvPr>
          <p:cNvSpPr>
            <a:spLocks xmlns:a="http://schemas.openxmlformats.org/drawingml/2006/main" noGrp="1"/>
          </p:cNvSpPr>
          <p:nvPr>
            <p:ph type="body" idx="18"/>
          </p:nvPr>
        </p:nvSpPr>
        <p:spPr>
          <a:xfrm xmlns:a="http://schemas.openxmlformats.org/drawingml/2006/main">
            <a:off x="5035296" y="3599558"/>
            <a:ext cx="1371600" cy="415498"/>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7" name="Picture Placeholder">
            <a:extLst xmlns:a="http://schemas.openxmlformats.org/drawingml/2006/main">
              <a:ext uri="{FF2B5EF4-FFF2-40B4-BE49-F238E27FC236}">
                <a16:creationId xmlns:a16="http://schemas.microsoft.com/office/drawing/2014/main" id="{7DB5F15A-5980-40FF-9D54-3FDE41D604AE}"/>
              </a:ext>
            </a:extLst>
          </p:cNvPr>
          <p:cNvSpPr>
            <a:spLocks xmlns:a="http://schemas.openxmlformats.org/drawingml/2006/main" noGrp="1"/>
          </p:cNvSpPr>
          <p:nvPr>
            <p:ph type="pic" idx="15" hasCustomPrompt="1"/>
          </p:nvPr>
        </p:nvSpPr>
        <p:spPr>
          <a:xfrm xmlns:a="http://schemas.openxmlformats.org/drawingml/2006/main">
            <a:off x="4596384" y="1714500"/>
            <a:ext cx="2249424" cy="1714500"/>
          </a:xfrm>
          <a:prstGeom xmlns:a="http://schemas.openxmlformats.org/drawingml/2006/main" prst="rect">
            <a:avLst/>
          </a:prstGeom>
          <a:blipFill xmlns:a="http://schemas.openxmlformats.org/drawingml/2006/main">
            <a:blip xmlns:r="http://schemas.openxmlformats.org/officeDocument/2006/relationships" r:embed="R9f7346948f8c4f13"/>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18" name="Text Placeholder 3">
            <a:extLst xmlns:a="http://schemas.openxmlformats.org/drawingml/2006/main">
              <a:ext uri="{FF2B5EF4-FFF2-40B4-BE49-F238E27FC236}">
                <a16:creationId xmlns:a16="http://schemas.microsoft.com/office/drawing/2014/main" id="{83564109-638C-44E2-AE84-46B44C29FD6C}"/>
              </a:ext>
            </a:extLst>
          </p:cNvPr>
          <p:cNvSpPr>
            <a:spLocks xmlns:a="http://schemas.openxmlformats.org/drawingml/2006/main" noGrp="1"/>
          </p:cNvSpPr>
          <p:nvPr>
            <p:ph type="body" idx="20"/>
          </p:nvPr>
        </p:nvSpPr>
        <p:spPr>
          <a:xfrm xmlns:a="http://schemas.openxmlformats.org/drawingml/2006/main">
            <a:off x="7333488" y="3599557"/>
            <a:ext cx="1371600" cy="415498"/>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9" name="Picture Placeholder">
            <a:extLst xmlns:a="http://schemas.openxmlformats.org/drawingml/2006/main">
              <a:ext uri="{FF2B5EF4-FFF2-40B4-BE49-F238E27FC236}">
                <a16:creationId xmlns:a16="http://schemas.microsoft.com/office/drawing/2014/main" id="{713AAE36-2045-4D14-87DC-59D4EFCC1500}"/>
              </a:ext>
            </a:extLst>
          </p:cNvPr>
          <p:cNvSpPr>
            <a:spLocks xmlns:a="http://schemas.openxmlformats.org/drawingml/2006/main" noGrp="1"/>
          </p:cNvSpPr>
          <p:nvPr>
            <p:ph type="pic" idx="19" hasCustomPrompt="1"/>
          </p:nvPr>
        </p:nvSpPr>
        <p:spPr>
          <a:xfrm xmlns:a="http://schemas.openxmlformats.org/drawingml/2006/main">
            <a:off x="6894576" y="1714500"/>
            <a:ext cx="2249424" cy="1714500"/>
          </a:xfrm>
          <a:prstGeom xmlns:a="http://schemas.openxmlformats.org/drawingml/2006/main" prst="rect">
            <a:avLst/>
          </a:prstGeom>
          <a:blipFill xmlns:a="http://schemas.openxmlformats.org/drawingml/2006/main">
            <a:blip xmlns:r="http://schemas.openxmlformats.org/officeDocument/2006/relationships" r:embed="Rd66c6e8745844658"/>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Dag &amp; drop your photo here </a:t>
            </a:r>
            <a:br/>
            <a:r>
              <a:t>or click or tap icon below </a:t>
            </a:r>
            <a:br/>
            <a:r>
              <a:t>to insert</a:t>
            </a:r>
          </a:p>
        </p:txBody>
      </p:sp>
      <p:sp>
        <p:nvSpPr>
          <p:cNvPr id="3" name="TextBox 2">
            <a:extLst xmlns:a="http://schemas.openxmlformats.org/drawingml/2006/main">
              <a:ext uri="{FF2B5EF4-FFF2-40B4-BE49-F238E27FC236}">
                <a16:creationId xmlns:a16="http://schemas.microsoft.com/office/drawing/2014/main" id="{B2FE569B-F817-467C-8BAC-558CE9824DBA}"/>
              </a:ext>
            </a:extLst>
          </p:cNvPr>
          <p:cNvSpPr>
            <a:spLocks xmlns:a="http://schemas.openxmlformats.org/drawingml/2006/main" noGrp="1"/>
          </p:cNvSpPr>
          <p:nvPr/>
        </p:nvSpPr>
        <p:spPr>
          <a:xfrm xmlns:a="http://schemas.openxmlformats.org/drawingml/2006/main">
            <a:off x="9266791" y="-152958"/>
            <a:ext cx="431208" cy="1154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117.xml><?xml version="1.0" encoding="utf-8"?>
<p:sldLayout xmlns:p="http://schemas.openxmlformats.org/presentationml/2006/main" preserve="1">
  <p:cSld name="Five filmstrip photos">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1C46CB2-4FDC-43D5-B122-6F27B3C827ED}"/>
              </a:ext>
            </a:extLst>
          </p:cNvPr>
          <p:cNvSpPr>
            <a:spLocks xmlns:a="http://schemas.openxmlformats.org/drawingml/2006/main" noGrp="1"/>
          </p:cNvSpPr>
          <p:nvPr>
            <p:ph type="title" idx="0"/>
          </p:nvPr>
        </p:nvSpPr>
        <p:spPr>
          <a:xfrm xmlns:a="http://schemas.openxmlformats.org/drawingml/2006/main">
            <a:off x="441197" y="649930"/>
            <a:ext cx="8263890" cy="415498"/>
          </a:xfrm>
        </p:spPr>
        <p:txBody>
          <a:bodyPr xmlns:a="http://schemas.openxmlformats.org/drawingml/2006/main" anchor="ctr"/>
          <a:lstStyle xmlns:a="http://schemas.openxmlformats.org/drawingml/2006/main">
            <a:lvl1pPr marL="0" indent="0" algn="ctr">
              <a:buNone/>
              <a:defRPr/>
            </a:lvl1pPr>
          </a:lstStyle>
          <a:p xmlns:a="http://schemas.openxmlformats.org/drawingml/2006/main">
            <a:r>
              <a:t>Click to edit Master title style</a:t>
            </a:r>
          </a:p>
        </p:txBody>
      </p:sp>
      <p:sp>
        <p:nvSpPr>
          <p:cNvPr id="12" name="Text Placeholder 3">
            <a:extLst xmlns:a="http://schemas.openxmlformats.org/drawingml/2006/main">
              <a:ext uri="{FF2B5EF4-FFF2-40B4-BE49-F238E27FC236}">
                <a16:creationId xmlns:a16="http://schemas.microsoft.com/office/drawing/2014/main" id="{9244E618-D996-41A6-8C9D-0C3519EA7A6F}"/>
              </a:ext>
            </a:extLst>
          </p:cNvPr>
          <p:cNvSpPr>
            <a:spLocks xmlns:a="http://schemas.openxmlformats.org/drawingml/2006/main" noGrp="1"/>
          </p:cNvSpPr>
          <p:nvPr>
            <p:ph type="body" idx="16"/>
          </p:nvPr>
        </p:nvSpPr>
        <p:spPr>
          <a:xfrm xmlns:a="http://schemas.openxmlformats.org/drawingml/2006/main">
            <a:off x="219456" y="3600450"/>
            <a:ext cx="1351026" cy="623248"/>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3" name="Picture Placeholder">
            <a:extLst xmlns:a="http://schemas.openxmlformats.org/drawingml/2006/main">
              <a:ext uri="{FF2B5EF4-FFF2-40B4-BE49-F238E27FC236}">
                <a16:creationId xmlns:a16="http://schemas.microsoft.com/office/drawing/2014/main" id="{8B32544F-F93C-4713-86AD-641424F4A7B9}"/>
              </a:ext>
            </a:extLst>
          </p:cNvPr>
          <p:cNvSpPr>
            <a:spLocks xmlns:a="http://schemas.openxmlformats.org/drawingml/2006/main" noGrp="1"/>
          </p:cNvSpPr>
          <p:nvPr>
            <p:ph type="pic" idx="13" hasCustomPrompt="1"/>
          </p:nvPr>
        </p:nvSpPr>
        <p:spPr>
          <a:xfrm xmlns:a="http://schemas.openxmlformats.org/drawingml/2006/main">
            <a:off x="0" y="1714500"/>
            <a:ext cx="1789938" cy="1714500"/>
          </a:xfrm>
          <a:prstGeom xmlns:a="http://schemas.openxmlformats.org/drawingml/2006/main" prst="rect">
            <a:avLst/>
          </a:prstGeom>
          <a:blipFill xmlns:a="http://schemas.openxmlformats.org/drawingml/2006/main">
            <a:blip xmlns:r="http://schemas.openxmlformats.org/officeDocument/2006/relationships" r:embed="Rebbbf087c6dd4139"/>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14" name="Text Placeholder 3">
            <a:extLst xmlns:a="http://schemas.openxmlformats.org/drawingml/2006/main">
              <a:ext uri="{FF2B5EF4-FFF2-40B4-BE49-F238E27FC236}">
                <a16:creationId xmlns:a16="http://schemas.microsoft.com/office/drawing/2014/main" id="{9E4C32BD-CEF7-42AC-94D8-052EF30E2361}"/>
              </a:ext>
            </a:extLst>
          </p:cNvPr>
          <p:cNvSpPr>
            <a:spLocks xmlns:a="http://schemas.openxmlformats.org/drawingml/2006/main" noGrp="1"/>
          </p:cNvSpPr>
          <p:nvPr>
            <p:ph type="body" idx="17"/>
          </p:nvPr>
        </p:nvSpPr>
        <p:spPr>
          <a:xfrm xmlns:a="http://schemas.openxmlformats.org/drawingml/2006/main">
            <a:off x="2057972" y="3599557"/>
            <a:ext cx="1351026" cy="623248"/>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5" name="Picture Placeholder">
            <a:extLst xmlns:a="http://schemas.openxmlformats.org/drawingml/2006/main">
              <a:ext uri="{FF2B5EF4-FFF2-40B4-BE49-F238E27FC236}">
                <a16:creationId xmlns:a16="http://schemas.microsoft.com/office/drawing/2014/main" id="{E25EC377-3BC6-40D8-AECB-4FEB302014CD}"/>
              </a:ext>
            </a:extLst>
          </p:cNvPr>
          <p:cNvSpPr>
            <a:spLocks xmlns:a="http://schemas.openxmlformats.org/drawingml/2006/main" noGrp="1"/>
          </p:cNvSpPr>
          <p:nvPr>
            <p:ph type="pic" idx="14" hasCustomPrompt="1"/>
          </p:nvPr>
        </p:nvSpPr>
        <p:spPr>
          <a:xfrm xmlns:a="http://schemas.openxmlformats.org/drawingml/2006/main">
            <a:off x="1838516" y="1714500"/>
            <a:ext cx="1789938" cy="1714500"/>
          </a:xfrm>
          <a:prstGeom xmlns:a="http://schemas.openxmlformats.org/drawingml/2006/main" prst="rect">
            <a:avLst/>
          </a:prstGeom>
          <a:blipFill xmlns:a="http://schemas.openxmlformats.org/drawingml/2006/main">
            <a:blip xmlns:r="http://schemas.openxmlformats.org/officeDocument/2006/relationships" r:embed="Rc1e42588cf0047ad"/>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16" name="Text Placeholder 3">
            <a:extLst xmlns:a="http://schemas.openxmlformats.org/drawingml/2006/main">
              <a:ext uri="{FF2B5EF4-FFF2-40B4-BE49-F238E27FC236}">
                <a16:creationId xmlns:a16="http://schemas.microsoft.com/office/drawing/2014/main" id="{D682B8EC-8F33-4730-BBE6-E8B7234C9C62}"/>
              </a:ext>
            </a:extLst>
          </p:cNvPr>
          <p:cNvSpPr>
            <a:spLocks xmlns:a="http://schemas.openxmlformats.org/drawingml/2006/main" noGrp="1"/>
          </p:cNvSpPr>
          <p:nvPr>
            <p:ph type="body" idx="18"/>
          </p:nvPr>
        </p:nvSpPr>
        <p:spPr>
          <a:xfrm xmlns:a="http://schemas.openxmlformats.org/drawingml/2006/main">
            <a:off x="3896487" y="3599558"/>
            <a:ext cx="1351026" cy="623248"/>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7" name="Picture Placeholder">
            <a:extLst xmlns:a="http://schemas.openxmlformats.org/drawingml/2006/main">
              <a:ext uri="{FF2B5EF4-FFF2-40B4-BE49-F238E27FC236}">
                <a16:creationId xmlns:a16="http://schemas.microsoft.com/office/drawing/2014/main" id="{7DB5F15A-5980-40FF-9D54-3FDE41D604AE}"/>
              </a:ext>
            </a:extLst>
          </p:cNvPr>
          <p:cNvSpPr>
            <a:spLocks xmlns:a="http://schemas.openxmlformats.org/drawingml/2006/main" noGrp="1"/>
          </p:cNvSpPr>
          <p:nvPr>
            <p:ph type="pic" idx="15" hasCustomPrompt="1"/>
          </p:nvPr>
        </p:nvSpPr>
        <p:spPr>
          <a:xfrm xmlns:a="http://schemas.openxmlformats.org/drawingml/2006/main">
            <a:off x="3677031" y="1714500"/>
            <a:ext cx="1789938" cy="1714500"/>
          </a:xfrm>
          <a:prstGeom xmlns:a="http://schemas.openxmlformats.org/drawingml/2006/main" prst="rect">
            <a:avLst/>
          </a:prstGeom>
          <a:blipFill xmlns:a="http://schemas.openxmlformats.org/drawingml/2006/main">
            <a:blip xmlns:r="http://schemas.openxmlformats.org/officeDocument/2006/relationships" r:embed="R71774cf9d6804357"/>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here </a:t>
            </a:r>
            <a:br/>
            <a:r>
              <a:t>or click or tap icon below </a:t>
            </a:r>
            <a:br/>
            <a:r>
              <a:t>to insert</a:t>
            </a:r>
          </a:p>
        </p:txBody>
      </p:sp>
      <p:sp>
        <p:nvSpPr>
          <p:cNvPr id="18" name="Text Placeholder 3">
            <a:extLst xmlns:a="http://schemas.openxmlformats.org/drawingml/2006/main">
              <a:ext uri="{FF2B5EF4-FFF2-40B4-BE49-F238E27FC236}">
                <a16:creationId xmlns:a16="http://schemas.microsoft.com/office/drawing/2014/main" id="{83564109-638C-44E2-AE84-46B44C29FD6C}"/>
              </a:ext>
            </a:extLst>
          </p:cNvPr>
          <p:cNvSpPr>
            <a:spLocks xmlns:a="http://schemas.openxmlformats.org/drawingml/2006/main" noGrp="1"/>
          </p:cNvSpPr>
          <p:nvPr>
            <p:ph type="body" idx="20"/>
          </p:nvPr>
        </p:nvSpPr>
        <p:spPr>
          <a:xfrm xmlns:a="http://schemas.openxmlformats.org/drawingml/2006/main">
            <a:off x="5735003" y="3599557"/>
            <a:ext cx="1351026" cy="623248"/>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9" name="Picture Placeholder">
            <a:extLst xmlns:a="http://schemas.openxmlformats.org/drawingml/2006/main">
              <a:ext uri="{FF2B5EF4-FFF2-40B4-BE49-F238E27FC236}">
                <a16:creationId xmlns:a16="http://schemas.microsoft.com/office/drawing/2014/main" id="{713AAE36-2045-4D14-87DC-59D4EFCC1500}"/>
              </a:ext>
            </a:extLst>
          </p:cNvPr>
          <p:cNvSpPr>
            <a:spLocks xmlns:a="http://schemas.openxmlformats.org/drawingml/2006/main" noGrp="1"/>
          </p:cNvSpPr>
          <p:nvPr>
            <p:ph type="pic" idx="19" hasCustomPrompt="1"/>
          </p:nvPr>
        </p:nvSpPr>
        <p:spPr>
          <a:xfrm xmlns:a="http://schemas.openxmlformats.org/drawingml/2006/main">
            <a:off x="5515547" y="1714500"/>
            <a:ext cx="1789938" cy="1714500"/>
          </a:xfrm>
          <a:prstGeom xmlns:a="http://schemas.openxmlformats.org/drawingml/2006/main" prst="rect">
            <a:avLst/>
          </a:prstGeom>
          <a:blipFill xmlns:a="http://schemas.openxmlformats.org/drawingml/2006/main">
            <a:blip xmlns:r="http://schemas.openxmlformats.org/officeDocument/2006/relationships" r:embed="Rc391ff6ac37e4414"/>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Dag &amp; drop your photo here </a:t>
            </a:r>
            <a:br/>
            <a:r>
              <a:t>or click or tap icon below </a:t>
            </a:r>
            <a:br/>
            <a:r>
              <a:t>to insert</a:t>
            </a:r>
          </a:p>
        </p:txBody>
      </p:sp>
      <p:sp>
        <p:nvSpPr>
          <p:cNvPr id="21" name="Text Placeholder 3">
            <a:extLst xmlns:a="http://schemas.openxmlformats.org/drawingml/2006/main">
              <a:ext uri="{FF2B5EF4-FFF2-40B4-BE49-F238E27FC236}">
                <a16:creationId xmlns:a16="http://schemas.microsoft.com/office/drawing/2014/main" id="{5B1B6F72-F14C-40F1-8B29-8620AA34DC63}"/>
              </a:ext>
            </a:extLst>
          </p:cNvPr>
          <p:cNvSpPr>
            <a:spLocks xmlns:a="http://schemas.openxmlformats.org/drawingml/2006/main" noGrp="1"/>
          </p:cNvSpPr>
          <p:nvPr>
            <p:ph type="body" idx="22"/>
          </p:nvPr>
        </p:nvSpPr>
        <p:spPr>
          <a:xfrm xmlns:a="http://schemas.openxmlformats.org/drawingml/2006/main">
            <a:off x="7573518" y="3599557"/>
            <a:ext cx="1351026" cy="623248"/>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20" name="Picture Placeholder">
            <a:extLst xmlns:a="http://schemas.openxmlformats.org/drawingml/2006/main">
              <a:ext uri="{FF2B5EF4-FFF2-40B4-BE49-F238E27FC236}">
                <a16:creationId xmlns:a16="http://schemas.microsoft.com/office/drawing/2014/main" id="{2AD682C7-20D7-4ED0-99A7-C8530DAC8612}"/>
              </a:ext>
            </a:extLst>
          </p:cNvPr>
          <p:cNvSpPr>
            <a:spLocks xmlns:a="http://schemas.openxmlformats.org/drawingml/2006/main" noGrp="1"/>
          </p:cNvSpPr>
          <p:nvPr>
            <p:ph type="pic" idx="21" hasCustomPrompt="1"/>
          </p:nvPr>
        </p:nvSpPr>
        <p:spPr>
          <a:xfrm xmlns:a="http://schemas.openxmlformats.org/drawingml/2006/main">
            <a:off x="7354062" y="1714500"/>
            <a:ext cx="1789938" cy="1714500"/>
          </a:xfrm>
          <a:prstGeom xmlns:a="http://schemas.openxmlformats.org/drawingml/2006/main" prst="rect">
            <a:avLst/>
          </a:prstGeom>
          <a:blipFill xmlns:a="http://schemas.openxmlformats.org/drawingml/2006/main">
            <a:blip xmlns:r="http://schemas.openxmlformats.org/officeDocument/2006/relationships" r:embed="R6a75e8c65ff04bec"/>
            <a:stretch>
              <a:fillRect l="0" t="0" r="0" b="0"/>
            </a:stretch>
          </a:blipFill>
        </p:spPr>
        <p:txBody>
          <a:bodyPr xmlns:a="http://schemas.openxmlformats.org/drawingml/2006/main" lIns="0" tIns="0" rIns="0" bIns="73152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Dag &amp; drop your photo here </a:t>
            </a:r>
            <a:br/>
            <a:r>
              <a:t>or click or tap icon below </a:t>
            </a:r>
            <a:br/>
            <a:r>
              <a:t>to insert</a:t>
            </a:r>
          </a:p>
        </p:txBody>
      </p:sp>
      <p:sp>
        <p:nvSpPr>
          <p:cNvPr id="3" name="TextBox 2">
            <a:extLst xmlns:a="http://schemas.openxmlformats.org/drawingml/2006/main">
              <a:ext uri="{FF2B5EF4-FFF2-40B4-BE49-F238E27FC236}">
                <a16:creationId xmlns:a16="http://schemas.microsoft.com/office/drawing/2014/main" id="{B2FE569B-F817-467C-8BAC-558CE9824DBA}"/>
              </a:ext>
            </a:extLst>
          </p:cNvPr>
          <p:cNvSpPr>
            <a:spLocks xmlns:a="http://schemas.openxmlformats.org/drawingml/2006/main" noGrp="1"/>
          </p:cNvSpPr>
          <p:nvPr/>
        </p:nvSpPr>
        <p:spPr>
          <a:xfrm xmlns:a="http://schemas.openxmlformats.org/drawingml/2006/main">
            <a:off x="9266791" y="-152958"/>
            <a:ext cx="431208" cy="1154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118.xml><?xml version="1.0" encoding="utf-8"?>
<p:sldLayout xmlns:p="http://schemas.openxmlformats.org/presentationml/2006/main" preserve="1">
  <p:cSld name="Three round photos">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B33D211-079C-4884-AB74-BFA812A63FE8}"/>
              </a:ext>
            </a:extLst>
          </p:cNvPr>
          <p:cNvSpPr>
            <a:spLocks xmlns:a="http://schemas.openxmlformats.org/drawingml/2006/main" noGrp="1"/>
          </p:cNvSpPr>
          <p:nvPr>
            <p:ph type="title" idx="0"/>
          </p:nvPr>
        </p:nvSpPr>
        <p:spPr>
          <a:xfrm xmlns:a="http://schemas.openxmlformats.org/drawingml/2006/main">
            <a:off x="441197" y="652311"/>
            <a:ext cx="8263890" cy="415498"/>
          </a:xfrm>
        </p:spPr>
        <p:txBody>
          <a:bodyPr xmlns:a="http://schemas.openxmlformats.org/drawingml/2006/main" anchor="ctr"/>
          <a:lstStyle xmlns:a="http://schemas.openxmlformats.org/drawingml/2006/main">
            <a:lvl1pPr marL="0" indent="0" algn="ctr">
              <a:buNone/>
              <a:defRPr/>
            </a:lvl1pPr>
          </a:lstStyle>
          <a:p xmlns:a="http://schemas.openxmlformats.org/drawingml/2006/main">
            <a:r>
              <a:t>Click to edit Master title style</a:t>
            </a:r>
          </a:p>
        </p:txBody>
      </p:sp>
      <p:sp>
        <p:nvSpPr>
          <p:cNvPr id="16" name="Picture Placeholder">
            <a:extLst xmlns:a="http://schemas.openxmlformats.org/drawingml/2006/main">
              <a:ext uri="{FF2B5EF4-FFF2-40B4-BE49-F238E27FC236}">
                <a16:creationId xmlns:a16="http://schemas.microsoft.com/office/drawing/2014/main" id="{5757E314-6417-4051-A2CD-D3614CAA6A78}"/>
              </a:ext>
            </a:extLst>
          </p:cNvPr>
          <p:cNvSpPr>
            <a:spLocks xmlns:a="http://schemas.openxmlformats.org/drawingml/2006/main" noGrp="1"/>
          </p:cNvSpPr>
          <p:nvPr>
            <p:ph type="pic" idx="13" hasCustomPrompt="1"/>
          </p:nvPr>
        </p:nvSpPr>
        <p:spPr>
          <a:xfrm xmlns:a="http://schemas.openxmlformats.org/drawingml/2006/main">
            <a:off x="1528430" y="1714500"/>
            <a:ext cx="1735074" cy="1735074"/>
          </a:xfrm>
          <a:prstGeom xmlns:a="http://schemas.openxmlformats.org/drawingml/2006/main" prst="ellipse">
            <a:avLst/>
          </a:prstGeom>
          <a:blipFill xmlns:a="http://schemas.openxmlformats.org/drawingml/2006/main">
            <a:blip xmlns:r="http://schemas.openxmlformats.org/officeDocument/2006/relationships" r:embed="Rf30d42c1814e402b"/>
            <a:stretch>
              <a:fillRect l="0" t="0" r="0" b="0"/>
            </a:stretch>
          </a:blipFill>
        </p:spPr>
        <p:txBody>
          <a:bodyPr xmlns:a="http://schemas.openxmlformats.org/drawingml/2006/main" lIns="0" tIns="0" rIns="0" bIns="59436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a:t>
            </a:r>
            <a:br/>
            <a:r>
              <a:t>here or click or tap icon </a:t>
            </a:r>
            <a:br/>
            <a:r>
              <a:t>below to insert</a:t>
            </a:r>
          </a:p>
        </p:txBody>
      </p:sp>
      <p:sp>
        <p:nvSpPr>
          <p:cNvPr id="13" name="Text Placeholder 3">
            <a:extLst xmlns:a="http://schemas.openxmlformats.org/drawingml/2006/main">
              <a:ext uri="{FF2B5EF4-FFF2-40B4-BE49-F238E27FC236}">
                <a16:creationId xmlns:a16="http://schemas.microsoft.com/office/drawing/2014/main" id="{5BBECFAF-80A0-4620-8865-87562DFB497B}"/>
              </a:ext>
            </a:extLst>
          </p:cNvPr>
          <p:cNvSpPr>
            <a:spLocks xmlns:a="http://schemas.openxmlformats.org/drawingml/2006/main" noGrp="1"/>
          </p:cNvSpPr>
          <p:nvPr>
            <p:ph type="body" idx="16"/>
          </p:nvPr>
        </p:nvSpPr>
        <p:spPr>
          <a:xfrm xmlns:a="http://schemas.openxmlformats.org/drawingml/2006/main">
            <a:off x="1528430" y="3600450"/>
            <a:ext cx="1735074" cy="415498"/>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7" name="Picture Placeholder">
            <a:extLst xmlns:a="http://schemas.openxmlformats.org/drawingml/2006/main">
              <a:ext uri="{FF2B5EF4-FFF2-40B4-BE49-F238E27FC236}">
                <a16:creationId xmlns:a16="http://schemas.microsoft.com/office/drawing/2014/main" id="{E5577FC3-49F5-4B04-AFD3-AA0A57BA8355}"/>
              </a:ext>
            </a:extLst>
          </p:cNvPr>
          <p:cNvSpPr>
            <a:spLocks xmlns:a="http://schemas.openxmlformats.org/drawingml/2006/main" noGrp="1"/>
          </p:cNvSpPr>
          <p:nvPr>
            <p:ph type="pic" idx="19" hasCustomPrompt="1"/>
          </p:nvPr>
        </p:nvSpPr>
        <p:spPr>
          <a:xfrm xmlns:a="http://schemas.openxmlformats.org/drawingml/2006/main">
            <a:off x="3704463" y="1714500"/>
            <a:ext cx="1735074" cy="1735074"/>
          </a:xfrm>
          <a:prstGeom xmlns:a="http://schemas.openxmlformats.org/drawingml/2006/main" prst="ellipse">
            <a:avLst/>
          </a:prstGeom>
          <a:blipFill xmlns:a="http://schemas.openxmlformats.org/drawingml/2006/main">
            <a:blip xmlns:r="http://schemas.openxmlformats.org/officeDocument/2006/relationships" r:embed="R1c5eabc53e9742e1"/>
            <a:stretch>
              <a:fillRect l="0" t="0" r="0" b="0"/>
            </a:stretch>
          </a:blipFill>
        </p:spPr>
        <p:txBody>
          <a:bodyPr xmlns:a="http://schemas.openxmlformats.org/drawingml/2006/main" lIns="0" tIns="0" rIns="0" bIns="59436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a:t>
            </a:r>
            <a:br/>
            <a:r>
              <a:t>here or click or tap icon </a:t>
            </a:r>
            <a:br/>
            <a:r>
              <a:t>below to insert</a:t>
            </a:r>
          </a:p>
        </p:txBody>
      </p:sp>
      <p:sp>
        <p:nvSpPr>
          <p:cNvPr id="14" name="Text Placeholder 3">
            <a:extLst xmlns:a="http://schemas.openxmlformats.org/drawingml/2006/main">
              <a:ext uri="{FF2B5EF4-FFF2-40B4-BE49-F238E27FC236}">
                <a16:creationId xmlns:a16="http://schemas.microsoft.com/office/drawing/2014/main" id="{8AD287B4-D736-4707-854D-BEA62EF2BBCF}"/>
              </a:ext>
            </a:extLst>
          </p:cNvPr>
          <p:cNvSpPr>
            <a:spLocks xmlns:a="http://schemas.openxmlformats.org/drawingml/2006/main" noGrp="1"/>
          </p:cNvSpPr>
          <p:nvPr>
            <p:ph type="body" idx="17"/>
          </p:nvPr>
        </p:nvSpPr>
        <p:spPr>
          <a:xfrm xmlns:a="http://schemas.openxmlformats.org/drawingml/2006/main">
            <a:off x="3704463" y="3600450"/>
            <a:ext cx="1735074" cy="415498"/>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8" name="Picture Placeholder">
            <a:extLst xmlns:a="http://schemas.openxmlformats.org/drawingml/2006/main">
              <a:ext uri="{FF2B5EF4-FFF2-40B4-BE49-F238E27FC236}">
                <a16:creationId xmlns:a16="http://schemas.microsoft.com/office/drawing/2014/main" id="{9B56ECFD-6AA2-4EC5-A445-D1E0952199EC}"/>
              </a:ext>
            </a:extLst>
          </p:cNvPr>
          <p:cNvSpPr>
            <a:spLocks xmlns:a="http://schemas.openxmlformats.org/drawingml/2006/main" noGrp="1"/>
          </p:cNvSpPr>
          <p:nvPr>
            <p:ph type="pic" idx="20" hasCustomPrompt="1"/>
          </p:nvPr>
        </p:nvSpPr>
        <p:spPr>
          <a:xfrm xmlns:a="http://schemas.openxmlformats.org/drawingml/2006/main">
            <a:off x="5880497" y="1714500"/>
            <a:ext cx="1735074" cy="1735074"/>
          </a:xfrm>
          <a:prstGeom xmlns:a="http://schemas.openxmlformats.org/drawingml/2006/main" prst="ellipse">
            <a:avLst/>
          </a:prstGeom>
          <a:blipFill xmlns:a="http://schemas.openxmlformats.org/drawingml/2006/main">
            <a:blip xmlns:r="http://schemas.openxmlformats.org/officeDocument/2006/relationships" r:embed="R0599af56340c427e"/>
            <a:stretch>
              <a:fillRect l="0" t="0" r="0" b="0"/>
            </a:stretch>
          </a:blipFill>
        </p:spPr>
        <p:txBody>
          <a:bodyPr xmlns:a="http://schemas.openxmlformats.org/drawingml/2006/main" lIns="0" tIns="0" rIns="0" bIns="59436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a:t>
            </a:r>
            <a:br/>
            <a:r>
              <a:t>here or click or tap icon </a:t>
            </a:r>
            <a:br/>
            <a:r>
              <a:t>below to insert</a:t>
            </a:r>
          </a:p>
        </p:txBody>
      </p:sp>
      <p:sp>
        <p:nvSpPr>
          <p:cNvPr id="15" name="Text Placeholder 3">
            <a:extLst xmlns:a="http://schemas.openxmlformats.org/drawingml/2006/main">
              <a:ext uri="{FF2B5EF4-FFF2-40B4-BE49-F238E27FC236}">
                <a16:creationId xmlns:a16="http://schemas.microsoft.com/office/drawing/2014/main" id="{9ED5A27F-D9D2-4DCB-8422-4694477ECA88}"/>
              </a:ext>
            </a:extLst>
          </p:cNvPr>
          <p:cNvSpPr>
            <a:spLocks xmlns:a="http://schemas.openxmlformats.org/drawingml/2006/main" noGrp="1"/>
          </p:cNvSpPr>
          <p:nvPr>
            <p:ph type="body" idx="18"/>
          </p:nvPr>
        </p:nvSpPr>
        <p:spPr>
          <a:xfrm xmlns:a="http://schemas.openxmlformats.org/drawingml/2006/main">
            <a:off x="5880497" y="3600450"/>
            <a:ext cx="1735074" cy="415498"/>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20" name="TextBox 19">
            <a:extLst xmlns:a="http://schemas.openxmlformats.org/drawingml/2006/main">
              <a:ext uri="{FF2B5EF4-FFF2-40B4-BE49-F238E27FC236}">
                <a16:creationId xmlns:a16="http://schemas.microsoft.com/office/drawing/2014/main" id="{0D6AFB7A-35B4-4881-AB50-D112482166B1}"/>
              </a:ext>
            </a:extLst>
          </p:cNvPr>
          <p:cNvSpPr>
            <a:spLocks xmlns:a="http://schemas.openxmlformats.org/drawingml/2006/main" noGrp="1"/>
          </p:cNvSpPr>
          <p:nvPr/>
        </p:nvSpPr>
        <p:spPr>
          <a:xfrm xmlns:a="http://schemas.openxmlformats.org/drawingml/2006/main">
            <a:off x="9266791" y="-152958"/>
            <a:ext cx="431208" cy="1154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119.xml><?xml version="1.0" encoding="utf-8"?>
<p:sldLayout xmlns:p="http://schemas.openxmlformats.org/presentationml/2006/main" preserve="1">
  <p:cSld name="Four round photos">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B33D211-079C-4884-AB74-BFA812A63FE8}"/>
              </a:ext>
            </a:extLst>
          </p:cNvPr>
          <p:cNvSpPr>
            <a:spLocks xmlns:a="http://schemas.openxmlformats.org/drawingml/2006/main" noGrp="1"/>
          </p:cNvSpPr>
          <p:nvPr>
            <p:ph type="title" idx="0"/>
          </p:nvPr>
        </p:nvSpPr>
        <p:spPr>
          <a:xfrm xmlns:a="http://schemas.openxmlformats.org/drawingml/2006/main">
            <a:off x="441197" y="647844"/>
            <a:ext cx="8263890" cy="415498"/>
          </a:xfrm>
        </p:spPr>
        <p:txBody>
          <a:bodyPr xmlns:a="http://schemas.openxmlformats.org/drawingml/2006/main" anchor="ctr"/>
          <a:lstStyle xmlns:a="http://schemas.openxmlformats.org/drawingml/2006/main">
            <a:lvl1pPr marL="0" indent="0" algn="ctr">
              <a:buNone/>
              <a:defRPr/>
            </a:lvl1pPr>
          </a:lstStyle>
          <a:p xmlns:a="http://schemas.openxmlformats.org/drawingml/2006/main">
            <a:r>
              <a:t>Click to edit Master title style</a:t>
            </a:r>
          </a:p>
        </p:txBody>
      </p:sp>
      <p:sp>
        <p:nvSpPr>
          <p:cNvPr id="16" name="Picture Placeholder">
            <a:extLst xmlns:a="http://schemas.openxmlformats.org/drawingml/2006/main">
              <a:ext uri="{FF2B5EF4-FFF2-40B4-BE49-F238E27FC236}">
                <a16:creationId xmlns:a16="http://schemas.microsoft.com/office/drawing/2014/main" id="{5757E314-6417-4051-A2CD-D3614CAA6A78}"/>
              </a:ext>
            </a:extLst>
          </p:cNvPr>
          <p:cNvSpPr>
            <a:spLocks xmlns:a="http://schemas.openxmlformats.org/drawingml/2006/main" noGrp="1"/>
          </p:cNvSpPr>
          <p:nvPr>
            <p:ph type="pic" idx="13" hasCustomPrompt="1"/>
          </p:nvPr>
        </p:nvSpPr>
        <p:spPr>
          <a:xfrm xmlns:a="http://schemas.openxmlformats.org/drawingml/2006/main">
            <a:off x="438150" y="1714500"/>
            <a:ext cx="1735074" cy="1735074"/>
          </a:xfrm>
          <a:prstGeom xmlns:a="http://schemas.openxmlformats.org/drawingml/2006/main" prst="ellipse">
            <a:avLst/>
          </a:prstGeom>
          <a:blipFill xmlns:a="http://schemas.openxmlformats.org/drawingml/2006/main">
            <a:blip xmlns:r="http://schemas.openxmlformats.org/officeDocument/2006/relationships" r:embed="Recc1657c211a4118"/>
            <a:stretch>
              <a:fillRect l="0" t="0" r="0" b="0"/>
            </a:stretch>
          </a:blipFill>
        </p:spPr>
        <p:txBody>
          <a:bodyPr xmlns:a="http://schemas.openxmlformats.org/drawingml/2006/main" lIns="0" tIns="0" rIns="0" bIns="59436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a:t>
            </a:r>
            <a:br/>
            <a:r>
              <a:t>here or click or tap icon </a:t>
            </a:r>
            <a:br/>
            <a:r>
              <a:t>below to insert</a:t>
            </a:r>
          </a:p>
        </p:txBody>
      </p:sp>
      <p:sp>
        <p:nvSpPr>
          <p:cNvPr id="13" name="Text Placeholder 3">
            <a:extLst xmlns:a="http://schemas.openxmlformats.org/drawingml/2006/main">
              <a:ext uri="{FF2B5EF4-FFF2-40B4-BE49-F238E27FC236}">
                <a16:creationId xmlns:a16="http://schemas.microsoft.com/office/drawing/2014/main" id="{5BBECFAF-80A0-4620-8865-87562DFB497B}"/>
              </a:ext>
            </a:extLst>
          </p:cNvPr>
          <p:cNvSpPr>
            <a:spLocks xmlns:a="http://schemas.openxmlformats.org/drawingml/2006/main" noGrp="1"/>
          </p:cNvSpPr>
          <p:nvPr>
            <p:ph type="body" idx="16"/>
          </p:nvPr>
        </p:nvSpPr>
        <p:spPr>
          <a:xfrm xmlns:a="http://schemas.openxmlformats.org/drawingml/2006/main">
            <a:off x="438150" y="3600450"/>
            <a:ext cx="1735074" cy="415498"/>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7" name="Picture Placeholder">
            <a:extLst xmlns:a="http://schemas.openxmlformats.org/drawingml/2006/main">
              <a:ext uri="{FF2B5EF4-FFF2-40B4-BE49-F238E27FC236}">
                <a16:creationId xmlns:a16="http://schemas.microsoft.com/office/drawing/2014/main" id="{E5577FC3-49F5-4B04-AFD3-AA0A57BA8355}"/>
              </a:ext>
            </a:extLst>
          </p:cNvPr>
          <p:cNvSpPr>
            <a:spLocks xmlns:a="http://schemas.openxmlformats.org/drawingml/2006/main" noGrp="1"/>
          </p:cNvSpPr>
          <p:nvPr>
            <p:ph type="pic" idx="19" hasCustomPrompt="1"/>
          </p:nvPr>
        </p:nvSpPr>
        <p:spPr>
          <a:xfrm xmlns:a="http://schemas.openxmlformats.org/drawingml/2006/main">
            <a:off x="2615438" y="1714500"/>
            <a:ext cx="1735074" cy="1735074"/>
          </a:xfrm>
          <a:prstGeom xmlns:a="http://schemas.openxmlformats.org/drawingml/2006/main" prst="ellipse">
            <a:avLst/>
          </a:prstGeom>
          <a:blipFill xmlns:a="http://schemas.openxmlformats.org/drawingml/2006/main">
            <a:blip xmlns:r="http://schemas.openxmlformats.org/officeDocument/2006/relationships" r:embed="Rf15b460a53e64557"/>
            <a:stretch>
              <a:fillRect l="0" t="0" r="0" b="0"/>
            </a:stretch>
          </a:blipFill>
        </p:spPr>
        <p:txBody>
          <a:bodyPr xmlns:a="http://schemas.openxmlformats.org/drawingml/2006/main" lIns="0" tIns="0" rIns="0" bIns="59436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a:t>
            </a:r>
            <a:br/>
            <a:r>
              <a:t>here or click or tap icon </a:t>
            </a:r>
            <a:br/>
            <a:r>
              <a:t>below to insert</a:t>
            </a:r>
          </a:p>
        </p:txBody>
      </p:sp>
      <p:sp>
        <p:nvSpPr>
          <p:cNvPr id="14" name="Text Placeholder 3">
            <a:extLst xmlns:a="http://schemas.openxmlformats.org/drawingml/2006/main">
              <a:ext uri="{FF2B5EF4-FFF2-40B4-BE49-F238E27FC236}">
                <a16:creationId xmlns:a16="http://schemas.microsoft.com/office/drawing/2014/main" id="{8AD287B4-D736-4707-854D-BEA62EF2BBCF}"/>
              </a:ext>
            </a:extLst>
          </p:cNvPr>
          <p:cNvSpPr>
            <a:spLocks xmlns:a="http://schemas.openxmlformats.org/drawingml/2006/main" noGrp="1"/>
          </p:cNvSpPr>
          <p:nvPr>
            <p:ph type="body" idx="17"/>
          </p:nvPr>
        </p:nvSpPr>
        <p:spPr>
          <a:xfrm xmlns:a="http://schemas.openxmlformats.org/drawingml/2006/main">
            <a:off x="2615438" y="3600450"/>
            <a:ext cx="1735074" cy="415498"/>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8" name="Picture Placeholder">
            <a:extLst xmlns:a="http://schemas.openxmlformats.org/drawingml/2006/main">
              <a:ext uri="{FF2B5EF4-FFF2-40B4-BE49-F238E27FC236}">
                <a16:creationId xmlns:a16="http://schemas.microsoft.com/office/drawing/2014/main" id="{9B56ECFD-6AA2-4EC5-A445-D1E0952199EC}"/>
              </a:ext>
            </a:extLst>
          </p:cNvPr>
          <p:cNvSpPr>
            <a:spLocks xmlns:a="http://schemas.openxmlformats.org/drawingml/2006/main" noGrp="1"/>
          </p:cNvSpPr>
          <p:nvPr>
            <p:ph type="pic" idx="20" hasCustomPrompt="1"/>
          </p:nvPr>
        </p:nvSpPr>
        <p:spPr>
          <a:xfrm xmlns:a="http://schemas.openxmlformats.org/drawingml/2006/main">
            <a:off x="4792725" y="1714500"/>
            <a:ext cx="1735074" cy="1735074"/>
          </a:xfrm>
          <a:prstGeom xmlns:a="http://schemas.openxmlformats.org/drawingml/2006/main" prst="ellipse">
            <a:avLst/>
          </a:prstGeom>
          <a:blipFill xmlns:a="http://schemas.openxmlformats.org/drawingml/2006/main">
            <a:blip xmlns:r="http://schemas.openxmlformats.org/officeDocument/2006/relationships" r:embed="Rdc4e2cfa1d6b4d53"/>
            <a:stretch>
              <a:fillRect l="0" t="0" r="0" b="0"/>
            </a:stretch>
          </a:blipFill>
        </p:spPr>
        <p:txBody>
          <a:bodyPr xmlns:a="http://schemas.openxmlformats.org/drawingml/2006/main" lIns="0" tIns="0" rIns="0" bIns="59436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a:t>
            </a:r>
            <a:br/>
            <a:r>
              <a:t>here or click or tap icon </a:t>
            </a:r>
            <a:br/>
            <a:r>
              <a:t>below to insert</a:t>
            </a:r>
          </a:p>
        </p:txBody>
      </p:sp>
      <p:sp>
        <p:nvSpPr>
          <p:cNvPr id="15" name="Text Placeholder 3">
            <a:extLst xmlns:a="http://schemas.openxmlformats.org/drawingml/2006/main">
              <a:ext uri="{FF2B5EF4-FFF2-40B4-BE49-F238E27FC236}">
                <a16:creationId xmlns:a16="http://schemas.microsoft.com/office/drawing/2014/main" id="{9ED5A27F-D9D2-4DCB-8422-4694477ECA88}"/>
              </a:ext>
            </a:extLst>
          </p:cNvPr>
          <p:cNvSpPr>
            <a:spLocks xmlns:a="http://schemas.openxmlformats.org/drawingml/2006/main" noGrp="1"/>
          </p:cNvSpPr>
          <p:nvPr>
            <p:ph type="body" idx="18"/>
          </p:nvPr>
        </p:nvSpPr>
        <p:spPr>
          <a:xfrm xmlns:a="http://schemas.openxmlformats.org/drawingml/2006/main">
            <a:off x="4792725" y="3600450"/>
            <a:ext cx="1735074" cy="415498"/>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1" name="Picture Placeholder">
            <a:extLst xmlns:a="http://schemas.openxmlformats.org/drawingml/2006/main">
              <a:ext uri="{FF2B5EF4-FFF2-40B4-BE49-F238E27FC236}">
                <a16:creationId xmlns:a16="http://schemas.microsoft.com/office/drawing/2014/main" id="{F78E1D3B-7D6F-4EFD-9EB2-E1A27309D6AF}"/>
              </a:ext>
            </a:extLst>
          </p:cNvPr>
          <p:cNvSpPr>
            <a:spLocks xmlns:a="http://schemas.openxmlformats.org/drawingml/2006/main" noGrp="1"/>
          </p:cNvSpPr>
          <p:nvPr>
            <p:ph type="pic" idx="21" hasCustomPrompt="1"/>
          </p:nvPr>
        </p:nvSpPr>
        <p:spPr>
          <a:xfrm xmlns:a="http://schemas.openxmlformats.org/drawingml/2006/main">
            <a:off x="6970013" y="1714500"/>
            <a:ext cx="1735074" cy="1735074"/>
          </a:xfrm>
          <a:prstGeom xmlns:a="http://schemas.openxmlformats.org/drawingml/2006/main" prst="ellipse">
            <a:avLst/>
          </a:prstGeom>
          <a:blipFill xmlns:a="http://schemas.openxmlformats.org/drawingml/2006/main">
            <a:blip xmlns:r="http://schemas.openxmlformats.org/officeDocument/2006/relationships" r:embed="Refb738734a874816"/>
            <a:stretch>
              <a:fillRect l="0" t="0" r="0" b="0"/>
            </a:stretch>
          </a:blipFill>
        </p:spPr>
        <p:txBody>
          <a:bodyPr xmlns:a="http://schemas.openxmlformats.org/drawingml/2006/main" lIns="0" tIns="0" rIns="0" bIns="594360" anchor="ctr">
            <a:noAutofit/>
          </a:bodyPr>
          <a:lstStyle xmlns:a="http://schemas.openxmlformats.org/drawingml/2006/main">
            <a:lvl1pPr marL="0" indent="0" algn="ctr">
              <a:lnSpc>
                <a:spcPct val="100000"/>
              </a:lnSpc>
              <a:buNone/>
              <a:defRPr sz="450" b="1">
                <a:solidFill>
                  <a:srgbClr val="000000"/>
                </a:solidFill>
                <a:latin typeface="+mn-lt"/>
                <a:ea typeface="+mn-lt"/>
                <a:cs typeface="+mn-lt"/>
              </a:defRPr>
            </a:lvl1pPr>
          </a:lstStyle>
          <a:p xmlns:a="http://schemas.openxmlformats.org/drawingml/2006/main">
            <a:r>
              <a:t>Drag &amp; drop your photo </a:t>
            </a:r>
            <a:br/>
            <a:r>
              <a:t>here or click or tap icon </a:t>
            </a:r>
            <a:br/>
            <a:r>
              <a:t>below to insert</a:t>
            </a:r>
          </a:p>
        </p:txBody>
      </p:sp>
      <p:sp>
        <p:nvSpPr>
          <p:cNvPr id="12" name="Text Placeholder 3">
            <a:extLst xmlns:a="http://schemas.openxmlformats.org/drawingml/2006/main">
              <a:ext uri="{FF2B5EF4-FFF2-40B4-BE49-F238E27FC236}">
                <a16:creationId xmlns:a16="http://schemas.microsoft.com/office/drawing/2014/main" id="{3BB2FF62-05DC-462E-808C-4DDE1C65392C}"/>
              </a:ext>
            </a:extLst>
          </p:cNvPr>
          <p:cNvSpPr>
            <a:spLocks xmlns:a="http://schemas.openxmlformats.org/drawingml/2006/main" noGrp="1"/>
          </p:cNvSpPr>
          <p:nvPr>
            <p:ph type="body" idx="22"/>
          </p:nvPr>
        </p:nvSpPr>
        <p:spPr>
          <a:xfrm xmlns:a="http://schemas.openxmlformats.org/drawingml/2006/main">
            <a:off x="6970013" y="3600450"/>
            <a:ext cx="1735074" cy="415498"/>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3" name="TextBox 2">
            <a:extLst xmlns:a="http://schemas.openxmlformats.org/drawingml/2006/main">
              <a:ext uri="{FF2B5EF4-FFF2-40B4-BE49-F238E27FC236}">
                <a16:creationId xmlns:a16="http://schemas.microsoft.com/office/drawing/2014/main" id="{67A72D6D-004C-4F57-AD34-F1019A756073}"/>
              </a:ext>
            </a:extLst>
          </p:cNvPr>
          <p:cNvSpPr>
            <a:spLocks xmlns:a="http://schemas.openxmlformats.org/drawingml/2006/main" noGrp="1"/>
          </p:cNvSpPr>
          <p:nvPr/>
        </p:nvSpPr>
        <p:spPr>
          <a:xfrm xmlns:a="http://schemas.openxmlformats.org/drawingml/2006/main">
            <a:off x="9266791" y="-152958"/>
            <a:ext cx="431208" cy="1154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120.xml><?xml version="1.0" encoding="utf-8"?>
<p:sldLayout xmlns:p="http://schemas.openxmlformats.org/presentationml/2006/main" preserve="1">
  <p:cSld name="Five round photos">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B33D211-079C-4884-AB74-BFA812A63FE8}"/>
              </a:ext>
            </a:extLst>
          </p:cNvPr>
          <p:cNvSpPr>
            <a:spLocks xmlns:a="http://schemas.openxmlformats.org/drawingml/2006/main" noGrp="1"/>
          </p:cNvSpPr>
          <p:nvPr>
            <p:ph type="title" idx="0"/>
          </p:nvPr>
        </p:nvSpPr>
        <p:spPr>
          <a:xfrm xmlns:a="http://schemas.openxmlformats.org/drawingml/2006/main">
            <a:off x="441197" y="647844"/>
            <a:ext cx="8263890" cy="415498"/>
          </a:xfrm>
        </p:spPr>
        <p:txBody>
          <a:bodyPr xmlns:a="http://schemas.openxmlformats.org/drawingml/2006/main" anchor="ctr"/>
          <a:lstStyle xmlns:a="http://schemas.openxmlformats.org/drawingml/2006/main">
            <a:lvl1pPr marL="0" indent="0" algn="ctr">
              <a:buNone/>
              <a:defRPr/>
            </a:lvl1pPr>
          </a:lstStyle>
          <a:p xmlns:a="http://schemas.openxmlformats.org/drawingml/2006/main">
            <a:r>
              <a:t>Click to edit Master title style</a:t>
            </a:r>
          </a:p>
        </p:txBody>
      </p:sp>
      <p:sp>
        <p:nvSpPr>
          <p:cNvPr id="16" name="Picture Placeholder">
            <a:extLst xmlns:a="http://schemas.openxmlformats.org/drawingml/2006/main">
              <a:ext uri="{FF2B5EF4-FFF2-40B4-BE49-F238E27FC236}">
                <a16:creationId xmlns:a16="http://schemas.microsoft.com/office/drawing/2014/main" id="{5757E314-6417-4051-A2CD-D3614CAA6A78}"/>
              </a:ext>
            </a:extLst>
          </p:cNvPr>
          <p:cNvSpPr>
            <a:spLocks xmlns:a="http://schemas.openxmlformats.org/drawingml/2006/main" noGrp="1"/>
          </p:cNvSpPr>
          <p:nvPr>
            <p:ph type="pic" idx="13" hasCustomPrompt="1"/>
          </p:nvPr>
        </p:nvSpPr>
        <p:spPr>
          <a:xfrm xmlns:a="http://schemas.openxmlformats.org/drawingml/2006/main">
            <a:off x="438150" y="1714500"/>
            <a:ext cx="1303020" cy="1303020"/>
          </a:xfrm>
          <a:prstGeom xmlns:a="http://schemas.openxmlformats.org/drawingml/2006/main" prst="ellipse">
            <a:avLst/>
          </a:prstGeom>
          <a:blipFill xmlns:a="http://schemas.openxmlformats.org/drawingml/2006/main">
            <a:blip xmlns:r="http://schemas.openxmlformats.org/officeDocument/2006/relationships" r:embed="R245fe998fddc4846"/>
            <a:stretch>
              <a:fillRect l="0" t="0" r="0" b="0"/>
            </a:stretch>
          </a:blipFill>
        </p:spPr>
        <p:txBody>
          <a:bodyPr xmlns:a="http://schemas.openxmlformats.org/drawingml/2006/main" lIns="0" tIns="0" rIns="0" bIns="594360" anchor="ctr">
            <a:noAutofit/>
          </a:bodyPr>
          <a:lstStyle xmlns:a="http://schemas.openxmlformats.org/drawingml/2006/main">
            <a:lvl1pPr marL="0" indent="0" algn="ctr">
              <a:lnSpc>
                <a:spcPct val="100000"/>
              </a:lnSpc>
              <a:buNone/>
              <a:defRPr sz="375" b="1">
                <a:solidFill>
                  <a:srgbClr val="000000"/>
                </a:solidFill>
                <a:latin typeface="+mn-lt"/>
                <a:ea typeface="+mn-lt"/>
                <a:cs typeface="+mn-lt"/>
              </a:defRPr>
            </a:lvl1pPr>
          </a:lstStyle>
          <a:p xmlns:a="http://schemas.openxmlformats.org/drawingml/2006/main">
            <a:r>
              <a:t>Drag &amp; drop your photo </a:t>
            </a:r>
            <a:br/>
            <a:r>
              <a:t>here or click or tap icon </a:t>
            </a:r>
            <a:br/>
            <a:r>
              <a:t>below to insert</a:t>
            </a:r>
          </a:p>
        </p:txBody>
      </p:sp>
      <p:sp>
        <p:nvSpPr>
          <p:cNvPr id="13" name="Text Placeholder 3">
            <a:extLst xmlns:a="http://schemas.openxmlformats.org/drawingml/2006/main">
              <a:ext uri="{FF2B5EF4-FFF2-40B4-BE49-F238E27FC236}">
                <a16:creationId xmlns:a16="http://schemas.microsoft.com/office/drawing/2014/main" id="{5BBECFAF-80A0-4620-8865-87562DFB497B}"/>
              </a:ext>
            </a:extLst>
          </p:cNvPr>
          <p:cNvSpPr>
            <a:spLocks xmlns:a="http://schemas.openxmlformats.org/drawingml/2006/main" noGrp="1"/>
          </p:cNvSpPr>
          <p:nvPr>
            <p:ph type="body" idx="16"/>
          </p:nvPr>
        </p:nvSpPr>
        <p:spPr>
          <a:xfrm xmlns:a="http://schemas.openxmlformats.org/drawingml/2006/main">
            <a:off x="438150" y="3176588"/>
            <a:ext cx="1303020" cy="623248"/>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7" name="Picture Placeholder">
            <a:extLst xmlns:a="http://schemas.openxmlformats.org/drawingml/2006/main">
              <a:ext uri="{FF2B5EF4-FFF2-40B4-BE49-F238E27FC236}">
                <a16:creationId xmlns:a16="http://schemas.microsoft.com/office/drawing/2014/main" id="{E5577FC3-49F5-4B04-AFD3-AA0A57BA8355}"/>
              </a:ext>
            </a:extLst>
          </p:cNvPr>
          <p:cNvSpPr>
            <a:spLocks xmlns:a="http://schemas.openxmlformats.org/drawingml/2006/main" noGrp="1"/>
          </p:cNvSpPr>
          <p:nvPr>
            <p:ph type="pic" idx="19" hasCustomPrompt="1"/>
          </p:nvPr>
        </p:nvSpPr>
        <p:spPr>
          <a:xfrm xmlns:a="http://schemas.openxmlformats.org/drawingml/2006/main">
            <a:off x="2179130" y="1714500"/>
            <a:ext cx="1303020" cy="1303020"/>
          </a:xfrm>
          <a:prstGeom xmlns:a="http://schemas.openxmlformats.org/drawingml/2006/main" prst="ellipse">
            <a:avLst/>
          </a:prstGeom>
          <a:blipFill xmlns:a="http://schemas.openxmlformats.org/drawingml/2006/main">
            <a:blip xmlns:r="http://schemas.openxmlformats.org/officeDocument/2006/relationships" r:embed="Rf75073a0348749b9"/>
            <a:stretch>
              <a:fillRect l="0" t="0" r="0" b="0"/>
            </a:stretch>
          </a:blipFill>
        </p:spPr>
        <p:txBody>
          <a:bodyPr xmlns:a="http://schemas.openxmlformats.org/drawingml/2006/main" lIns="0" tIns="0" rIns="0" bIns="594360" anchor="ctr">
            <a:noAutofit/>
          </a:bodyPr>
          <a:lstStyle xmlns:a="http://schemas.openxmlformats.org/drawingml/2006/main">
            <a:lvl1pPr marL="0" indent="0" algn="ctr">
              <a:lnSpc>
                <a:spcPct val="100000"/>
              </a:lnSpc>
              <a:buNone/>
              <a:defRPr sz="375" b="1">
                <a:solidFill>
                  <a:srgbClr val="000000"/>
                </a:solidFill>
                <a:latin typeface="+mn-lt"/>
                <a:ea typeface="+mn-lt"/>
                <a:cs typeface="+mn-lt"/>
              </a:defRPr>
            </a:lvl1pPr>
          </a:lstStyle>
          <a:p xmlns:a="http://schemas.openxmlformats.org/drawingml/2006/main">
            <a:r>
              <a:t>Drag &amp; drop your photo </a:t>
            </a:r>
            <a:br/>
            <a:r>
              <a:t>here or click or tap icon </a:t>
            </a:r>
            <a:br/>
            <a:r>
              <a:t>below to insert</a:t>
            </a:r>
          </a:p>
        </p:txBody>
      </p:sp>
      <p:sp>
        <p:nvSpPr>
          <p:cNvPr id="14" name="Text Placeholder 3">
            <a:extLst xmlns:a="http://schemas.openxmlformats.org/drawingml/2006/main">
              <a:ext uri="{FF2B5EF4-FFF2-40B4-BE49-F238E27FC236}">
                <a16:creationId xmlns:a16="http://schemas.microsoft.com/office/drawing/2014/main" id="{8AD287B4-D736-4707-854D-BEA62EF2BBCF}"/>
              </a:ext>
            </a:extLst>
          </p:cNvPr>
          <p:cNvSpPr>
            <a:spLocks xmlns:a="http://schemas.openxmlformats.org/drawingml/2006/main" noGrp="1"/>
          </p:cNvSpPr>
          <p:nvPr>
            <p:ph type="body" idx="17"/>
          </p:nvPr>
        </p:nvSpPr>
        <p:spPr>
          <a:xfrm xmlns:a="http://schemas.openxmlformats.org/drawingml/2006/main">
            <a:off x="2179130" y="3176588"/>
            <a:ext cx="1303020" cy="623248"/>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8" name="Picture Placeholder">
            <a:extLst xmlns:a="http://schemas.openxmlformats.org/drawingml/2006/main">
              <a:ext uri="{FF2B5EF4-FFF2-40B4-BE49-F238E27FC236}">
                <a16:creationId xmlns:a16="http://schemas.microsoft.com/office/drawing/2014/main" id="{9B56ECFD-6AA2-4EC5-A445-D1E0952199EC}"/>
              </a:ext>
            </a:extLst>
          </p:cNvPr>
          <p:cNvSpPr>
            <a:spLocks xmlns:a="http://schemas.openxmlformats.org/drawingml/2006/main" noGrp="1"/>
          </p:cNvSpPr>
          <p:nvPr>
            <p:ph type="pic" idx="20" hasCustomPrompt="1"/>
          </p:nvPr>
        </p:nvSpPr>
        <p:spPr>
          <a:xfrm xmlns:a="http://schemas.openxmlformats.org/drawingml/2006/main">
            <a:off x="3920490" y="1714500"/>
            <a:ext cx="1303020" cy="1303020"/>
          </a:xfrm>
          <a:prstGeom xmlns:a="http://schemas.openxmlformats.org/drawingml/2006/main" prst="ellipse">
            <a:avLst/>
          </a:prstGeom>
          <a:blipFill xmlns:a="http://schemas.openxmlformats.org/drawingml/2006/main">
            <a:blip xmlns:r="http://schemas.openxmlformats.org/officeDocument/2006/relationships" r:embed="R14ce0a37b1b84c4c"/>
            <a:stretch>
              <a:fillRect l="0" t="0" r="0" b="0"/>
            </a:stretch>
          </a:blipFill>
        </p:spPr>
        <p:txBody>
          <a:bodyPr xmlns:a="http://schemas.openxmlformats.org/drawingml/2006/main" lIns="0" tIns="0" rIns="0" bIns="594360" anchor="ctr">
            <a:noAutofit/>
          </a:bodyPr>
          <a:lstStyle xmlns:a="http://schemas.openxmlformats.org/drawingml/2006/main">
            <a:lvl1pPr marL="0" indent="0" algn="ctr">
              <a:lnSpc>
                <a:spcPct val="100000"/>
              </a:lnSpc>
              <a:buNone/>
              <a:defRPr sz="375" b="1">
                <a:solidFill>
                  <a:srgbClr val="000000"/>
                </a:solidFill>
                <a:latin typeface="+mn-lt"/>
                <a:ea typeface="+mn-lt"/>
                <a:cs typeface="+mn-lt"/>
              </a:defRPr>
            </a:lvl1pPr>
          </a:lstStyle>
          <a:p xmlns:a="http://schemas.openxmlformats.org/drawingml/2006/main">
            <a:r>
              <a:t>Drag &amp; drop your photo </a:t>
            </a:r>
            <a:br/>
            <a:r>
              <a:t>here or click or tap icon </a:t>
            </a:r>
            <a:br/>
            <a:r>
              <a:t>below to insert</a:t>
            </a:r>
          </a:p>
        </p:txBody>
      </p:sp>
      <p:sp>
        <p:nvSpPr>
          <p:cNvPr id="15" name="Text Placeholder 3">
            <a:extLst xmlns:a="http://schemas.openxmlformats.org/drawingml/2006/main">
              <a:ext uri="{FF2B5EF4-FFF2-40B4-BE49-F238E27FC236}">
                <a16:creationId xmlns:a16="http://schemas.microsoft.com/office/drawing/2014/main" id="{9ED5A27F-D9D2-4DCB-8422-4694477ECA88}"/>
              </a:ext>
            </a:extLst>
          </p:cNvPr>
          <p:cNvSpPr>
            <a:spLocks xmlns:a="http://schemas.openxmlformats.org/drawingml/2006/main" noGrp="1"/>
          </p:cNvSpPr>
          <p:nvPr>
            <p:ph type="body" idx="18"/>
          </p:nvPr>
        </p:nvSpPr>
        <p:spPr>
          <a:xfrm xmlns:a="http://schemas.openxmlformats.org/drawingml/2006/main">
            <a:off x="3920490" y="3176588"/>
            <a:ext cx="1303020" cy="623248"/>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1" name="Picture Placeholder">
            <a:extLst xmlns:a="http://schemas.openxmlformats.org/drawingml/2006/main">
              <a:ext uri="{FF2B5EF4-FFF2-40B4-BE49-F238E27FC236}">
                <a16:creationId xmlns:a16="http://schemas.microsoft.com/office/drawing/2014/main" id="{F78E1D3B-7D6F-4EFD-9EB2-E1A27309D6AF}"/>
              </a:ext>
            </a:extLst>
          </p:cNvPr>
          <p:cNvSpPr>
            <a:spLocks xmlns:a="http://schemas.openxmlformats.org/drawingml/2006/main" noGrp="1"/>
          </p:cNvSpPr>
          <p:nvPr>
            <p:ph type="pic" idx="21" hasCustomPrompt="1"/>
          </p:nvPr>
        </p:nvSpPr>
        <p:spPr>
          <a:xfrm xmlns:a="http://schemas.openxmlformats.org/drawingml/2006/main">
            <a:off x="5661089" y="1714500"/>
            <a:ext cx="1303020" cy="1303020"/>
          </a:xfrm>
          <a:prstGeom xmlns:a="http://schemas.openxmlformats.org/drawingml/2006/main" prst="ellipse">
            <a:avLst/>
          </a:prstGeom>
          <a:blipFill xmlns:a="http://schemas.openxmlformats.org/drawingml/2006/main">
            <a:blip xmlns:r="http://schemas.openxmlformats.org/officeDocument/2006/relationships" r:embed="R09c95f9275264330"/>
            <a:stretch>
              <a:fillRect l="0" t="0" r="0" b="0"/>
            </a:stretch>
          </a:blipFill>
        </p:spPr>
        <p:txBody>
          <a:bodyPr xmlns:a="http://schemas.openxmlformats.org/drawingml/2006/main" lIns="0" tIns="0" rIns="0" bIns="594360" anchor="ctr">
            <a:noAutofit/>
          </a:bodyPr>
          <a:lstStyle xmlns:a="http://schemas.openxmlformats.org/drawingml/2006/main">
            <a:lvl1pPr marL="0" indent="0" algn="ctr">
              <a:lnSpc>
                <a:spcPct val="100000"/>
              </a:lnSpc>
              <a:buNone/>
              <a:defRPr sz="375" b="1">
                <a:solidFill>
                  <a:srgbClr val="000000"/>
                </a:solidFill>
                <a:latin typeface="+mn-lt"/>
                <a:ea typeface="+mn-lt"/>
                <a:cs typeface="+mn-lt"/>
              </a:defRPr>
            </a:lvl1pPr>
          </a:lstStyle>
          <a:p xmlns:a="http://schemas.openxmlformats.org/drawingml/2006/main">
            <a:r>
              <a:t>Drag &amp; drop your photo </a:t>
            </a:r>
            <a:br/>
            <a:r>
              <a:t>here or click or tap icon </a:t>
            </a:r>
            <a:br/>
            <a:r>
              <a:t>below to insert44</a:t>
            </a:r>
          </a:p>
        </p:txBody>
      </p:sp>
      <p:sp>
        <p:nvSpPr>
          <p:cNvPr id="12" name="Text Placeholder 3">
            <a:extLst xmlns:a="http://schemas.openxmlformats.org/drawingml/2006/main">
              <a:ext uri="{FF2B5EF4-FFF2-40B4-BE49-F238E27FC236}">
                <a16:creationId xmlns:a16="http://schemas.microsoft.com/office/drawing/2014/main" id="{3BB2FF62-05DC-462E-808C-4DDE1C65392C}"/>
              </a:ext>
            </a:extLst>
          </p:cNvPr>
          <p:cNvSpPr>
            <a:spLocks xmlns:a="http://schemas.openxmlformats.org/drawingml/2006/main" noGrp="1"/>
          </p:cNvSpPr>
          <p:nvPr>
            <p:ph type="body" idx="22"/>
          </p:nvPr>
        </p:nvSpPr>
        <p:spPr>
          <a:xfrm xmlns:a="http://schemas.openxmlformats.org/drawingml/2006/main">
            <a:off x="5661089" y="3176588"/>
            <a:ext cx="1303020" cy="623248"/>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19" name="Picture Placeholder">
            <a:extLst xmlns:a="http://schemas.openxmlformats.org/drawingml/2006/main">
              <a:ext uri="{FF2B5EF4-FFF2-40B4-BE49-F238E27FC236}">
                <a16:creationId xmlns:a16="http://schemas.microsoft.com/office/drawing/2014/main" id="{E4DC3400-0B11-4EA0-9B8D-6FADE6964F37}"/>
              </a:ext>
            </a:extLst>
          </p:cNvPr>
          <p:cNvSpPr>
            <a:spLocks xmlns:a="http://schemas.openxmlformats.org/drawingml/2006/main" noGrp="1"/>
          </p:cNvSpPr>
          <p:nvPr>
            <p:ph type="pic" idx="23" hasCustomPrompt="1"/>
          </p:nvPr>
        </p:nvSpPr>
        <p:spPr>
          <a:xfrm xmlns:a="http://schemas.openxmlformats.org/drawingml/2006/main">
            <a:off x="7402067" y="1714500"/>
            <a:ext cx="1303020" cy="1303020"/>
          </a:xfrm>
          <a:prstGeom xmlns:a="http://schemas.openxmlformats.org/drawingml/2006/main" prst="ellipse">
            <a:avLst/>
          </a:prstGeom>
          <a:blipFill xmlns:a="http://schemas.openxmlformats.org/drawingml/2006/main">
            <a:blip xmlns:r="http://schemas.openxmlformats.org/officeDocument/2006/relationships" r:embed="R7046291f2b714428"/>
            <a:stretch>
              <a:fillRect l="0" t="0" r="0" b="0"/>
            </a:stretch>
          </a:blipFill>
        </p:spPr>
        <p:txBody>
          <a:bodyPr xmlns:a="http://schemas.openxmlformats.org/drawingml/2006/main" lIns="0" tIns="0" rIns="0" bIns="594360" anchor="ctr">
            <a:noAutofit/>
          </a:bodyPr>
          <a:lstStyle xmlns:a="http://schemas.openxmlformats.org/drawingml/2006/main">
            <a:lvl1pPr marL="0" indent="0" algn="ctr">
              <a:lnSpc>
                <a:spcPct val="100000"/>
              </a:lnSpc>
              <a:buNone/>
              <a:defRPr sz="375" b="1">
                <a:solidFill>
                  <a:srgbClr val="000000"/>
                </a:solidFill>
                <a:latin typeface="+mn-lt"/>
                <a:ea typeface="+mn-lt"/>
                <a:cs typeface="+mn-lt"/>
              </a:defRPr>
            </a:lvl1pPr>
          </a:lstStyle>
          <a:p xmlns:a="http://schemas.openxmlformats.org/drawingml/2006/main">
            <a:r>
              <a:t>Drag &amp; drop your photo </a:t>
            </a:r>
            <a:br/>
            <a:r>
              <a:t>here or click or tap icon </a:t>
            </a:r>
            <a:br/>
            <a:r>
              <a:t>below to insert</a:t>
            </a:r>
          </a:p>
        </p:txBody>
      </p:sp>
      <p:sp>
        <p:nvSpPr>
          <p:cNvPr id="20" name="Text Placeholder 3">
            <a:extLst xmlns:a="http://schemas.openxmlformats.org/drawingml/2006/main">
              <a:ext uri="{FF2B5EF4-FFF2-40B4-BE49-F238E27FC236}">
                <a16:creationId xmlns:a16="http://schemas.microsoft.com/office/drawing/2014/main" id="{133C357E-ECC0-485F-9033-5D4DEC8774BB}"/>
              </a:ext>
            </a:extLst>
          </p:cNvPr>
          <p:cNvSpPr>
            <a:spLocks xmlns:a="http://schemas.openxmlformats.org/drawingml/2006/main" noGrp="1"/>
          </p:cNvSpPr>
          <p:nvPr>
            <p:ph type="body" idx="24"/>
          </p:nvPr>
        </p:nvSpPr>
        <p:spPr>
          <a:xfrm xmlns:a="http://schemas.openxmlformats.org/drawingml/2006/main">
            <a:off x="7402067" y="3176588"/>
            <a:ext cx="1303020" cy="623248"/>
          </a:xfrm>
        </p:spPr>
        <p:txBody>
          <a:bodyPr xmlns:a="http://schemas.openxmlformats.org/drawingml/2006/main"/>
          <a:lstStyle xmlns:a="http://schemas.openxmlformats.org/drawingml/2006/main">
            <a:lvl1pPr marL="0" indent="0" algn="ctr">
              <a:spcBef>
                <a:spcPts val="0"/>
              </a:spcBef>
              <a:buNone/>
              <a:defRPr sz="1350">
                <a:latin typeface="+mj-lt"/>
                <a:ea typeface="+mj-lt"/>
                <a:cs typeface="+mj-lt"/>
              </a:defRPr>
            </a:lvl1pPr>
          </a:lstStyle>
          <a:p xmlns:a="http://schemas.openxmlformats.org/drawingml/2006/main">
            <a:pPr marL="0" lvl="0" indent="0">
              <a:buNone/>
            </a:pPr>
            <a:r>
              <a:t>Click to edit Master text styles</a:t>
            </a:r>
          </a:p>
        </p:txBody>
      </p:sp>
      <p:sp>
        <p:nvSpPr>
          <p:cNvPr id="3" name="TextBox 2">
            <a:extLst xmlns:a="http://schemas.openxmlformats.org/drawingml/2006/main">
              <a:ext uri="{FF2B5EF4-FFF2-40B4-BE49-F238E27FC236}">
                <a16:creationId xmlns:a16="http://schemas.microsoft.com/office/drawing/2014/main" id="{67A72D6D-004C-4F57-AD34-F1019A756073}"/>
              </a:ext>
            </a:extLst>
          </p:cNvPr>
          <p:cNvSpPr>
            <a:spLocks xmlns:a="http://schemas.openxmlformats.org/drawingml/2006/main" noGrp="1"/>
          </p:cNvSpPr>
          <p:nvPr/>
        </p:nvSpPr>
        <p:spPr>
          <a:xfrm xmlns:a="http://schemas.openxmlformats.org/drawingml/2006/main">
            <a:off x="9266791" y="-152958"/>
            <a:ext cx="431208" cy="1154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121.xml><?xml version="1.0" encoding="utf-8"?>
<p:sldLayout xmlns:p="http://schemas.openxmlformats.org/presentationml/2006/main" preserve="1">
  <p:cSld name="Title and text side by s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9E5C076-3B78-4451-8068-576892A08E9C}"/>
              </a:ext>
            </a:extLst>
          </p:cNvPr>
          <p:cNvSpPr>
            <a:spLocks xmlns:a="http://schemas.openxmlformats.org/drawingml/2006/main" noGrp="1"/>
          </p:cNvSpPr>
          <p:nvPr>
            <p:ph type="title" idx="0" hasCustomPrompt="1"/>
          </p:nvPr>
        </p:nvSpPr>
        <p:spPr>
          <a:xfrm xmlns:a="http://schemas.openxmlformats.org/drawingml/2006/main">
            <a:off x="438913" y="1732359"/>
            <a:ext cx="2386520" cy="415498"/>
          </a:xfrm>
        </p:spPr>
        <p:txBody>
          <a:bodyPr xmlns:a="http://schemas.openxmlformats.org/drawingml/2006/main" anchor="t"/>
          <a:lstStyle xmlns:a="http://schemas.openxmlformats.org/drawingml/2006/main">
            <a:lvl1pPr marL="0" indent="0">
              <a:buNone/>
              <a:defRPr>
                <a:solidFill>
                  <a:schemeClr val="tx1"/>
                </a:solidFill>
              </a:defRPr>
            </a:lvl1pPr>
          </a:lstStyle>
          <a:p xmlns:a="http://schemas.openxmlformats.org/drawingml/2006/main">
            <a:r>
              <a:t>Title</a:t>
            </a:r>
          </a:p>
        </p:txBody>
      </p:sp>
      <p:sp>
        <p:nvSpPr>
          <p:cNvPr id="7" name="Text Placeholder 2">
            <a:extLst xmlns:a="http://schemas.openxmlformats.org/drawingml/2006/main">
              <a:ext uri="{FF2B5EF4-FFF2-40B4-BE49-F238E27FC236}">
                <a16:creationId xmlns:a16="http://schemas.microsoft.com/office/drawing/2014/main" id="{7E9DBFD9-3E1E-4F19-AF15-56780F9C7927}"/>
              </a:ext>
            </a:extLst>
          </p:cNvPr>
          <p:cNvSpPr>
            <a:spLocks xmlns:a="http://schemas.openxmlformats.org/drawingml/2006/main" noGrp="1"/>
          </p:cNvSpPr>
          <p:nvPr>
            <p:ph type="body" idx="11"/>
          </p:nvPr>
        </p:nvSpPr>
        <p:spPr>
          <a:xfrm xmlns:a="http://schemas.openxmlformats.org/drawingml/2006/main">
            <a:off x="3267075" y="1732360"/>
            <a:ext cx="5439966" cy="323165"/>
          </a:xfrm>
        </p:spPr>
        <p:txBody>
          <a:bodyPr xmlns:a="http://schemas.openxmlformats.org/drawingml/2006/main" anchor="t"/>
          <a:lstStyle xmlns:a="http://schemas.openxmlformats.org/drawingml/2006/main">
            <a:lvl1pPr marL="0" indent="0">
              <a:spcAft>
                <a:spcPts val="450"/>
              </a:spcAft>
              <a:buFont typeface="Wingdings"/>
              <a:buNone/>
              <a:defRPr/>
            </a:lvl1pPr>
          </a:lstStyle>
          <a:p xmlns:a="http://schemas.openxmlformats.org/drawingml/2006/main">
            <a:pPr marL="0" lvl="0" indent="0">
              <a:buNone/>
            </a:pPr>
            <a:r>
              <a:t>Click to edit Master text styles</a:t>
            </a:r>
          </a:p>
        </p:txBody>
      </p:sp>
      <p:sp>
        <p:nvSpPr>
          <p:cNvPr id="5" name="Straight Connector 4">
            <a:extLst xmlns:a="http://schemas.openxmlformats.org/drawingml/2006/main">
              <a:ext uri="{FF2B5EF4-FFF2-40B4-BE49-F238E27FC236}">
                <a16:creationId xmlns:a16="http://schemas.microsoft.com/office/drawing/2014/main" id="{F4D2BF88-3C98-487E-877B-BD866DC10B34}"/>
              </a:ext>
            </a:extLst>
          </p:cNvPr>
          <p:cNvSpPr>
            <a:spLocks xmlns:a="http://schemas.openxmlformats.org/drawingml/2006/main" noGrp="1"/>
          </p:cNvSpPr>
          <p:nvPr/>
        </p:nvSpPr>
        <p:spPr>
          <a:xfrm xmlns:a="http://schemas.openxmlformats.org/drawingml/2006/main">
            <a:off x="438912" y="1514475"/>
            <a:ext cx="2386584" cy="0"/>
          </a:xfrm>
          <a:prstGeom xmlns:a="http://schemas.openxmlformats.org/drawingml/2006/main" prst="line">
            <a:avLst/>
          </a:prstGeom>
          <a:ln xmlns:a="http://schemas.openxmlformats.org/drawingml/2006/main" w="28575">
            <a:solidFill>
              <a:schemeClr val="accent1"/>
            </a:solidFill>
            <a:headEnd type="none" w="lg" len="med"/>
            <a:tailEnd type="none" w="lg"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49D8AF80-CAD5-4055-80AD-0B31EBCB52A9}"/>
              </a:ext>
            </a:extLst>
          </p:cNvPr>
          <p:cNvSpPr>
            <a:spLocks xmlns:a="http://schemas.openxmlformats.org/drawingml/2006/main" noGrp="1"/>
          </p:cNvSpPr>
          <p:nvPr/>
        </p:nvSpPr>
        <p:spPr>
          <a:xfrm xmlns:a="http://schemas.openxmlformats.org/drawingml/2006/main">
            <a:off x="9266791" y="-152958"/>
            <a:ext cx="431208" cy="1154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
        <p:nvSpPr>
          <p:cNvPr id="8" name="Straight Connector 7">
            <a:extLst xmlns:a="http://schemas.openxmlformats.org/drawingml/2006/main">
              <a:ext uri="{FF2B5EF4-FFF2-40B4-BE49-F238E27FC236}">
                <a16:creationId xmlns:a16="http://schemas.microsoft.com/office/drawing/2014/main" id="{56BEDCD9-DC0E-434F-8E41-959D0DB37F43}"/>
              </a:ext>
            </a:extLst>
          </p:cNvPr>
          <p:cNvSpPr>
            <a:spLocks xmlns:a="http://schemas.openxmlformats.org/drawingml/2006/main" noGrp="1"/>
          </p:cNvSpPr>
          <p:nvPr/>
        </p:nvSpPr>
        <p:spPr>
          <a:xfrm xmlns:a="http://schemas.openxmlformats.org/drawingml/2006/main">
            <a:off x="3265893" y="1514475"/>
            <a:ext cx="5441149" cy="0"/>
          </a:xfrm>
          <a:prstGeom xmlns:a="http://schemas.openxmlformats.org/drawingml/2006/main" prst="line">
            <a:avLst/>
          </a:prstGeom>
          <a:ln xmlns:a="http://schemas.openxmlformats.org/drawingml/2006/main" w="19050">
            <a:solidFill>
              <a:schemeClr val="tx1">
                <a:alpha val="30000"/>
              </a:schemeClr>
            </a:solidFill>
            <a:headEnd type="none" w="lg" len="med"/>
            <a:tailEnd type="none" w="lg"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122.xml><?xml version="1.0" encoding="utf-8"?>
<p:sldLayout xmlns:p="http://schemas.openxmlformats.org/presentationml/2006/main" preserve="1">
  <p:cSld name="Title and text side by side 2">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9E5C076-3B78-4451-8068-576892A08E9C}"/>
              </a:ext>
            </a:extLst>
          </p:cNvPr>
          <p:cNvSpPr>
            <a:spLocks xmlns:a="http://schemas.openxmlformats.org/drawingml/2006/main" noGrp="1"/>
          </p:cNvSpPr>
          <p:nvPr>
            <p:ph type="title" idx="0" hasCustomPrompt="1"/>
          </p:nvPr>
        </p:nvSpPr>
        <p:spPr>
          <a:xfrm xmlns:a="http://schemas.openxmlformats.org/drawingml/2006/main">
            <a:off x="441198" y="2362811"/>
            <a:ext cx="2386520" cy="415498"/>
          </a:xfrm>
        </p:spPr>
        <p:txBody>
          <a:bodyPr xmlns:a="http://schemas.openxmlformats.org/drawingml/2006/main" anchor="ctr"/>
          <a:lstStyle xmlns:a="http://schemas.openxmlformats.org/drawingml/2006/main">
            <a:lvl1pPr marL="0" indent="0">
              <a:buNone/>
              <a:defRPr/>
            </a:lvl1pPr>
          </a:lstStyle>
          <a:p xmlns:a="http://schemas.openxmlformats.org/drawingml/2006/main">
            <a:r>
              <a:t>Title</a:t>
            </a:r>
          </a:p>
        </p:txBody>
      </p:sp>
      <p:sp>
        <p:nvSpPr>
          <p:cNvPr id="3" name="Text Placeholder 2">
            <a:extLst xmlns:a="http://schemas.openxmlformats.org/drawingml/2006/main">
              <a:ext uri="{FF2B5EF4-FFF2-40B4-BE49-F238E27FC236}">
                <a16:creationId xmlns:a16="http://schemas.microsoft.com/office/drawing/2014/main" id="{A4015781-2431-48C9-AEF1-52FBD41AF3FC}"/>
              </a:ext>
            </a:extLst>
          </p:cNvPr>
          <p:cNvSpPr>
            <a:spLocks xmlns:a="http://schemas.openxmlformats.org/drawingml/2006/main" noGrp="1"/>
          </p:cNvSpPr>
          <p:nvPr>
            <p:ph type="body" idx="11"/>
          </p:nvPr>
        </p:nvSpPr>
        <p:spPr>
          <a:xfrm xmlns:a="http://schemas.openxmlformats.org/drawingml/2006/main">
            <a:off x="3706416" y="2408977"/>
            <a:ext cx="5000625" cy="323165"/>
          </a:xfrm>
        </p:spPr>
        <p:txBody>
          <a:bodyPr xmlns:a="http://schemas.openxmlformats.org/drawingml/2006/main" anchor="ctr"/>
          <a:lstStyle xmlns:a="http://schemas.openxmlformats.org/drawingml/2006/main">
            <a:lvl1pPr marL="0" indent="0">
              <a:spcAft>
                <a:spcPts val="450"/>
              </a:spcAft>
              <a:buFont typeface="Wingdings"/>
              <a:buNone/>
              <a:defRPr/>
            </a:lvl1pPr>
          </a:lstStyle>
          <a:p xmlns:a="http://schemas.openxmlformats.org/drawingml/2006/main">
            <a:pPr marL="0" lvl="0" indent="0">
              <a:buNone/>
            </a:pPr>
            <a:r>
              <a:t>Click to edit Master text styles</a:t>
            </a:r>
          </a:p>
        </p:txBody>
      </p:sp>
      <p:sp>
        <p:nvSpPr>
          <p:cNvPr id="5" name="Straight Connector 4">
            <a:extLst xmlns:a="http://schemas.openxmlformats.org/drawingml/2006/main">
              <a:ext uri="{FF2B5EF4-FFF2-40B4-BE49-F238E27FC236}">
                <a16:creationId xmlns:a16="http://schemas.microsoft.com/office/drawing/2014/main" id="{2C900879-E4F3-4E63-B820-4B36C4E21A6D}"/>
              </a:ext>
            </a:extLst>
          </p:cNvPr>
          <p:cNvSpPr>
            <a:spLocks xmlns:a="http://schemas.openxmlformats.org/drawingml/2006/main" noGrp="1"/>
          </p:cNvSpPr>
          <p:nvPr/>
        </p:nvSpPr>
        <p:spPr>
          <a:xfrm xmlns:a="http://schemas.openxmlformats.org/drawingml/2006/main">
            <a:off x="3267075" y="1933575"/>
            <a:ext cx="0" cy="1276350"/>
          </a:xfrm>
          <a:prstGeom xmlns:a="http://schemas.openxmlformats.org/drawingml/2006/main" prst="line">
            <a:avLst/>
          </a:prstGeom>
          <a:ln xmlns:a="http://schemas.openxmlformats.org/drawingml/2006/main" w="28575">
            <a:solidFill>
              <a:schemeClr val="accent1"/>
            </a:solidFill>
            <a:headEnd type="none" w="lg" len="med"/>
            <a:tailEnd type="none" w="lg"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A1DC2181-37AB-40A3-B61C-1DE7DBB57D63}"/>
              </a:ext>
            </a:extLst>
          </p:cNvPr>
          <p:cNvSpPr>
            <a:spLocks xmlns:a="http://schemas.openxmlformats.org/drawingml/2006/main" noGrp="1"/>
          </p:cNvSpPr>
          <p:nvPr/>
        </p:nvSpPr>
        <p:spPr>
          <a:xfrm xmlns:a="http://schemas.openxmlformats.org/drawingml/2006/main">
            <a:off x="9266791" y="-152958"/>
            <a:ext cx="431208" cy="1154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indent="0" algn="l">
              <a:buNone/>
            </a:pPr>
            <a:r>
              <a:rPr sz="750">
                <a:solidFill>
                  <a:srgbClr val="A3A3A3"/>
                </a:solidFill>
              </a:rPr>
              <a:t>ELT layout</a:t>
            </a:r>
          </a:p>
        </p:txBody>
      </p:sp>
    </p:spTree>
  </p:cSld>
</p:sldLayout>
</file>

<file path=ppt/slideLayouts/slideLayout123.xml><?xml version="1.0" encoding="utf-8"?>
<p:sldLayout xmlns:p="http://schemas.openxmlformats.org/presentationml/2006/main" preserve="1">
  <p:cSld name="Developer Code Layou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90636FE-845C-418D-82A1-1DA6DB73D781}"/>
              </a:ext>
            </a:extLst>
          </p:cNvPr>
          <p:cNvSpPr>
            <a:spLocks xmlns:a="http://schemas.openxmlformats.org/drawingml/2006/main" noGrp="1"/>
          </p:cNvSpPr>
          <p:nvPr>
            <p:ph type="title" idx="0"/>
          </p:nvPr>
        </p:nvSpPr>
        <p:spPr/>
        <p:txBody>
          <a:bodyPr xmlns:a="http://schemas.openxmlformats.org/drawingml/2006/main" anchor="ctr"/>
          <a:lstStyle xmlns:a="http://schemas.openxmlformats.org/drawingml/2006/main"/>
          <a:p xmlns:a="http://schemas.openxmlformats.org/drawingml/2006/main">
            <a:r>
              <a:t>Click to edit Master title style</a:t>
            </a:r>
          </a:p>
        </p:txBody>
      </p:sp>
      <p:sp>
        <p:nvSpPr>
          <p:cNvPr id="6" name="Rectangle 5">
            <a:extLst xmlns:a="http://schemas.openxmlformats.org/drawingml/2006/main">
              <a:ext uri="{FF2B5EF4-FFF2-40B4-BE49-F238E27FC236}">
                <a16:creationId xmlns:a16="http://schemas.microsoft.com/office/drawing/2014/main" id="{182D46E0-16CE-40B0-8623-F82D5D410958}"/>
              </a:ext>
            </a:extLst>
          </p:cNvPr>
          <p:cNvSpPr>
            <a:spLocks xmlns:a="http://schemas.openxmlformats.org/drawingml/2006/main" noGrp="1"/>
          </p:cNvSpPr>
          <p:nvPr/>
        </p:nvSpPr>
        <p:spPr>
          <a:xfrm xmlns:a="http://schemas.openxmlformats.org/drawingml/2006/main">
            <a:off x="0" y="1077516"/>
            <a:ext cx="9144000" cy="4065984"/>
          </a:xfrm>
          <a:prstGeom xmlns:a="http://schemas.openxmlformats.org/drawingml/2006/main" prst="rect">
            <a:avLst/>
          </a:prstGeom>
          <a:solidFill xmlns:a="http://schemas.openxmlformats.org/drawingml/2006/main">
            <a:srgbClr val="FFFFFF"/>
          </a:solidFill>
          <a:ln xmlns:a="http://schemas.openxmlformats.org/drawingml/2006/main">
            <a:noFill/>
            <a:headEnd type="none" w="med" len="med"/>
            <a:tailEnd type="none" w="med" len="med"/>
          </a:ln>
        </p:spPr>
        <p:style>
          <a:lnRef xmlns:a="http://schemas.openxmlformats.org/drawingml/2006/main" idx="1">
            <a:schemeClr val="accent2"/>
          </a:lnRef>
          <a:fillRef xmlns:a="http://schemas.openxmlformats.org/drawingml/2006/main" idx="3">
            <a:schemeClr val="accent2"/>
          </a:fillRef>
          <a:effectRef xmlns:a="http://schemas.openxmlformats.org/drawingml/2006/main" idx="2">
            <a:schemeClr val="accent2"/>
          </a:effectRef>
          <a:fontRef xmlns:a="http://schemas.openxmlformats.org/drawingml/2006/main" idx="minor">
            <a:schemeClr val="lt1"/>
          </a:fontRef>
        </p:style>
        <p:txBody>
          <a:bodyPr xmlns:a="http://schemas.openxmlformats.org/drawingml/2006/main" rot="0" spcFirstLastPara="0" vert="horz" wrap="square" lIns="137160" tIns="109728" rIns="137160" bIns="109728" anchor="t">
            <a:noAutofit/>
          </a:bodyPr>
          <a:lstStyle xmlns:a="http://schemas.openxmlformats.org/drawingml/2006/main"/>
          <a:p xmlns:a="http://schemas.openxmlformats.org/drawingml/2006/main">
            <a:pPr marL="0" indent="0" algn="l" defTabSz="699354">
              <a:spcBef>
                <a:spcPct val="0"/>
              </a:spcBef>
              <a:spcAft>
                <a:spcPct val="0"/>
              </a:spcAft>
              <a:buNone/>
            </a:pPr>
            <a:endParaRPr sz="1500">
              <a:solidFill>
                <a:srgbClr val="FFFFFF"/>
              </a:solidFill>
            </a:endParaRPr>
          </a:p>
        </p:txBody>
      </p:sp>
      <p:sp>
        <p:nvSpPr>
          <p:cNvPr id="8" name="Text Placeholder 14">
            <a:extLst xmlns:a="http://schemas.openxmlformats.org/drawingml/2006/main">
              <a:ext uri="{FF2B5EF4-FFF2-40B4-BE49-F238E27FC236}">
                <a16:creationId xmlns:a16="http://schemas.microsoft.com/office/drawing/2014/main" id="{44977AB6-1D7E-4858-A2EA-BF86577C3990}"/>
              </a:ext>
            </a:extLst>
          </p:cNvPr>
          <p:cNvSpPr>
            <a:spLocks xmlns:a="http://schemas.openxmlformats.org/drawingml/2006/main" noGrp="1"/>
          </p:cNvSpPr>
          <p:nvPr>
            <p:ph type="body" idx="13" hasCustomPrompt="1"/>
          </p:nvPr>
        </p:nvSpPr>
        <p:spPr>
          <a:xfrm xmlns:a="http://schemas.openxmlformats.org/drawingml/2006/main">
            <a:off x="0" y="1077516"/>
            <a:ext cx="2841269" cy="369204"/>
          </a:xfrm>
          <a:prstGeom xmlns:a="http://schemas.openxmlformats.org/drawingml/2006/main" prst="rect">
            <a:avLst/>
          </a:prstGeom>
          <a:gradFill xmlns:a="http://schemas.openxmlformats.org/drawingml/2006/main" flip="none" rotWithShape="1">
            <a:gsLst>
              <a:gs pos="0">
                <a:srgbClr val="000000"/>
              </a:gs>
              <a:gs pos="92000">
                <a:srgbClr val="000000"/>
              </a:gs>
              <a:gs pos="92000">
                <a:schemeClr val="accent1"/>
              </a:gs>
            </a:gsLst>
            <a:lin ang="16200000" scaled="1"/>
            <a:tileRect/>
          </a:gradFill>
        </p:spPr>
        <p:txBody>
          <a:bodyPr xmlns:a="http://schemas.openxmlformats.org/drawingml/2006/main" lIns="585216" tIns="91440" bIns="45720"/>
          <a:lstStyle xmlns:a="http://schemas.openxmlformats.org/drawingml/2006/main">
            <a:lvl1pPr marL="0" indent="0">
              <a:buNone/>
              <a:defRPr sz="1499">
                <a:solidFill>
                  <a:srgbClr val="FFFFFF"/>
                </a:solidFill>
                <a:latin typeface="+mj-lt"/>
                <a:ea typeface="+mj-lt"/>
                <a:cs typeface="+mj-lt"/>
              </a:defRPr>
            </a:lvl1pPr>
          </a:lstStyle>
          <a:p xmlns:a="http://schemas.openxmlformats.org/drawingml/2006/main">
            <a:pPr marL="0" lvl="0" indent="0">
              <a:buNone/>
            </a:pPr>
            <a:r>
              <a:t>Click to enter title</a:t>
            </a:r>
          </a:p>
        </p:txBody>
      </p:sp>
      <p:sp>
        <p:nvSpPr>
          <p:cNvPr id="5" name="Text Placeholder 4">
            <a:extLst xmlns:a="http://schemas.openxmlformats.org/drawingml/2006/main">
              <a:ext uri="{FF2B5EF4-FFF2-40B4-BE49-F238E27FC236}">
                <a16:creationId xmlns:a16="http://schemas.microsoft.com/office/drawing/2014/main" id="{BA9F61CF-FF79-485A-A6C8-A1952EFD58AE}"/>
              </a:ext>
            </a:extLst>
          </p:cNvPr>
          <p:cNvSpPr>
            <a:spLocks xmlns:a="http://schemas.openxmlformats.org/drawingml/2006/main" noGrp="1"/>
          </p:cNvSpPr>
          <p:nvPr>
            <p:ph type="body" idx="10"/>
          </p:nvPr>
        </p:nvSpPr>
        <p:spPr>
          <a:xfrm xmlns:a="http://schemas.openxmlformats.org/drawingml/2006/main">
            <a:off x="441197" y="1574483"/>
            <a:ext cx="8263890" cy="276999"/>
          </a:xfrm>
        </p:spPr>
        <p:txBody>
          <a:bodyPr xmlns:a="http://schemas.openxmlformats.org/drawingml/2006/main"/>
          <a:lstStyle xmlns:a="http://schemas.openxmlformats.org/drawingml/2006/main">
            <a:lvl1pPr marL="0" indent="0">
              <a:buNone/>
              <a:defRPr sz="1800">
                <a:solidFill>
                  <a:srgbClr val="000000"/>
                </a:solidFill>
                <a:latin typeface="Consolas"/>
                <a:ea typeface="Consolas"/>
                <a:cs typeface="Consolas"/>
              </a:defRPr>
            </a:lvl1pPr>
            <a:lvl2pPr marL="0" indent="0">
              <a:buNone/>
              <a:tabLst>
                <a:tab pos="258366" algn="l"/>
              </a:tabLst>
              <a:defRPr sz="1800">
                <a:solidFill>
                  <a:schemeClr val="tx1"/>
                </a:solidFill>
                <a:latin typeface="Consolas"/>
                <a:ea typeface="Consolas"/>
                <a:cs typeface="Consolas"/>
              </a:defRPr>
            </a:lvl2pPr>
            <a:lvl3pPr marL="0" indent="0">
              <a:buNone/>
              <a:tabLst>
                <a:tab pos="427435" algn="l"/>
              </a:tabLst>
              <a:defRPr sz="1800">
                <a:solidFill>
                  <a:schemeClr val="tx1"/>
                </a:solidFill>
                <a:latin typeface="Consolas"/>
                <a:ea typeface="Consolas"/>
                <a:cs typeface="Consolas"/>
              </a:defRPr>
            </a:lvl3pPr>
            <a:lvl4pPr marL="0" indent="0">
              <a:buNone/>
              <a:tabLst>
                <a:tab pos="600075" algn="l"/>
              </a:tabLst>
              <a:defRPr sz="1800">
                <a:solidFill>
                  <a:schemeClr val="tx1"/>
                </a:solidFill>
                <a:latin typeface="Consolas"/>
                <a:ea typeface="Consolas"/>
                <a:cs typeface="Consolas"/>
              </a:defRPr>
            </a:lvl4pPr>
            <a:lvl5pPr marL="0" indent="0">
              <a:buNone/>
              <a:tabLst>
                <a:tab pos="771525" algn="l"/>
              </a:tabLst>
              <a:defRPr sz="1800">
                <a:solidFill>
                  <a:schemeClr val="tx1"/>
                </a:solidFill>
                <a:latin typeface="Consolas"/>
                <a:ea typeface="Consolas"/>
                <a:cs typeface="Consolas"/>
              </a:defRPr>
            </a:lvl5pPr>
          </a:lstStyle>
          <a:p xmlns:a="http://schemas.openxmlformats.org/drawingml/2006/main">
            <a:pPr marL="0" lvl="0" indent="0">
              <a:buNone/>
            </a:pPr>
            <a:r>
              <a:t>Click to edit Master text styles</a:t>
            </a:r>
          </a:p>
        </p:txBody>
      </p:sp>
    </p:spTree>
  </p:cSld>
</p:sldLayout>
</file>

<file path=ppt/slideLayouts/slideLayout124.xml><?xml version="1.0" encoding="utf-8"?>
<p:sldLayout xmlns:p="http://schemas.openxmlformats.org/presentationml/2006/main" preserve="1">
  <p:cSld name="Code Bottom">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1845FFD-6B9A-4013-932A-5E4D7E849D1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marL="0" indent="0">
              <a:buNone/>
              <a:defRPr>
                <a:solidFill>
                  <a:schemeClr val="tx1"/>
                </a:solidFill>
              </a:defRPr>
            </a:lvl1pPr>
          </a:lstStyle>
          <a:p xmlns:a="http://schemas.openxmlformats.org/drawingml/2006/main">
            <a:r>
              <a:t>Click to edit Master title style</a:t>
            </a:r>
          </a:p>
        </p:txBody>
      </p:sp>
      <p:sp>
        <p:nvSpPr>
          <p:cNvPr id="19" name="Text Placeholder 3">
            <a:extLst xmlns:a="http://schemas.openxmlformats.org/drawingml/2006/main">
              <a:ext uri="{FF2B5EF4-FFF2-40B4-BE49-F238E27FC236}">
                <a16:creationId xmlns:a16="http://schemas.microsoft.com/office/drawing/2014/main" id="{7B17F8BB-3610-1A4F-9E76-B12E706A5517}"/>
              </a:ext>
            </a:extLst>
          </p:cNvPr>
          <p:cNvSpPr>
            <a:spLocks xmlns:a="http://schemas.openxmlformats.org/drawingml/2006/main" noGrp="1"/>
          </p:cNvSpPr>
          <p:nvPr>
            <p:ph type="body" idx="10" hasCustomPrompt="1"/>
          </p:nvPr>
        </p:nvSpPr>
        <p:spPr>
          <a:xfrm xmlns:a="http://schemas.openxmlformats.org/drawingml/2006/main">
            <a:off x="439793" y="923011"/>
            <a:ext cx="8263890" cy="276999"/>
          </a:xfrm>
        </p:spPr>
        <p:txBody>
          <a:bodyPr xmlns:a="http://schemas.openxmlformats.org/drawingml/2006/main" wrap="square">
            <a:spAutoFit/>
          </a:bodyPr>
          <a:lstStyle xmlns:a="http://schemas.openxmlformats.org/drawingml/2006/main">
            <a:lvl1pPr marL="0" indent="0">
              <a:spcBef>
                <a:spcPts val="450"/>
              </a:spcBef>
              <a:spcAft>
                <a:spcPts val="0"/>
              </a:spcAft>
              <a:buNone/>
              <a:defRPr sz="1800">
                <a:solidFill>
                  <a:schemeClr val="tx1"/>
                </a:solidFill>
                <a:latin typeface="+mn-lt"/>
                <a:ea typeface="+mn-lt"/>
                <a:cs typeface="+mn-lt"/>
              </a:defRPr>
            </a:lvl1pPr>
            <a:lvl2pPr marL="0" indent="0">
              <a:buNone/>
              <a:defRPr sz="1800">
                <a:solidFill>
                  <a:srgbClr val="2F2F2F"/>
                </a:solidFill>
                <a:latin typeface="Segoe UI"/>
                <a:ea typeface="Segoe UI"/>
                <a:cs typeface="Segoe UI"/>
              </a:defRPr>
            </a:lvl2pPr>
            <a:lvl3pPr marL="0" indent="0">
              <a:buNone/>
              <a:defRPr/>
            </a:lvl3pPr>
            <a:lvl4pPr marL="0" indent="0">
              <a:buNone/>
              <a:defRPr/>
            </a:lvl4pPr>
            <a:lvl5pPr marL="0" indent="0">
              <a:buNone/>
              <a:defRPr/>
            </a:lvl5pPr>
          </a:lstStyle>
          <a:p xmlns:a="http://schemas.openxmlformats.org/drawingml/2006/main">
            <a:pPr marL="0" lvl="0" indent="0">
              <a:buNone/>
            </a:pPr>
            <a:r>
              <a:t>Click to edit text</a:t>
            </a:r>
          </a:p>
        </p:txBody>
      </p:sp>
      <p:sp>
        <p:nvSpPr>
          <p:cNvPr id="5" name="Rectangle 4">
            <a:extLst xmlns:a="http://schemas.openxmlformats.org/drawingml/2006/main">
              <a:ext uri="{FF2B5EF4-FFF2-40B4-BE49-F238E27FC236}">
                <a16:creationId xmlns:a16="http://schemas.microsoft.com/office/drawing/2014/main" id="{F1EBE70E-6A93-4EB4-A189-6F9DE42CEE12}"/>
              </a:ext>
            </a:extLst>
          </p:cNvPr>
          <p:cNvSpPr>
            <a:spLocks xmlns:a="http://schemas.openxmlformats.org/drawingml/2006/main" noGrp="1"/>
          </p:cNvSpPr>
          <p:nvPr/>
        </p:nvSpPr>
        <p:spPr>
          <a:xfrm xmlns:a="http://schemas.openxmlformats.org/drawingml/2006/main">
            <a:off x="0" y="2120353"/>
            <a:ext cx="9144000" cy="3023147"/>
          </a:xfrm>
          <a:prstGeom xmlns:a="http://schemas.openxmlformats.org/drawingml/2006/main" prst="rect">
            <a:avLst/>
          </a:prstGeom>
          <a:solidFill xmlns:a="http://schemas.openxmlformats.org/drawingml/2006/main">
            <a:srgbClr val="FFFFFF"/>
          </a:solidFill>
          <a:ln xmlns:a="http://schemas.openxmlformats.org/drawingml/2006/main">
            <a:noFill/>
            <a:headEnd type="none" w="med" len="med"/>
            <a:tailEnd type="none" w="med" len="med"/>
          </a:ln>
        </p:spPr>
        <p:style>
          <a:lnRef xmlns:a="http://schemas.openxmlformats.org/drawingml/2006/main" idx="1">
            <a:schemeClr val="accent2"/>
          </a:lnRef>
          <a:fillRef xmlns:a="http://schemas.openxmlformats.org/drawingml/2006/main" idx="3">
            <a:schemeClr val="accent2"/>
          </a:fillRef>
          <a:effectRef xmlns:a="http://schemas.openxmlformats.org/drawingml/2006/main" idx="2">
            <a:schemeClr val="accent2"/>
          </a:effectRef>
          <a:fontRef xmlns:a="http://schemas.openxmlformats.org/drawingml/2006/main" idx="minor">
            <a:schemeClr val="lt1"/>
          </a:fontRef>
        </p:style>
        <p:txBody>
          <a:bodyPr xmlns:a="http://schemas.openxmlformats.org/drawingml/2006/main" rot="0" spcFirstLastPara="0" vert="horz" wrap="square" lIns="137160" tIns="109728" rIns="137160" bIns="109728" anchor="t">
            <a:noAutofit/>
          </a:bodyPr>
          <a:lstStyle xmlns:a="http://schemas.openxmlformats.org/drawingml/2006/main"/>
          <a:p xmlns:a="http://schemas.openxmlformats.org/drawingml/2006/main">
            <a:pPr marL="0" indent="0" algn="l" defTabSz="699354">
              <a:spcBef>
                <a:spcPct val="0"/>
              </a:spcBef>
              <a:spcAft>
                <a:spcPct val="0"/>
              </a:spcAft>
              <a:buNone/>
            </a:pPr>
            <a:endParaRPr sz="1500">
              <a:solidFill>
                <a:srgbClr val="FFFFFF"/>
              </a:solidFill>
            </a:endParaRPr>
          </a:p>
        </p:txBody>
      </p:sp>
      <p:sp>
        <p:nvSpPr>
          <p:cNvPr id="17" name="Text Placeholder 14">
            <a:extLst xmlns:a="http://schemas.openxmlformats.org/drawingml/2006/main">
              <a:ext uri="{FF2B5EF4-FFF2-40B4-BE49-F238E27FC236}">
                <a16:creationId xmlns:a16="http://schemas.microsoft.com/office/drawing/2014/main" id="{0E9A2E28-037B-FA4D-ADDC-1AFA11D65CB2}"/>
              </a:ext>
            </a:extLst>
          </p:cNvPr>
          <p:cNvSpPr>
            <a:spLocks xmlns:a="http://schemas.openxmlformats.org/drawingml/2006/main" noGrp="1"/>
          </p:cNvSpPr>
          <p:nvPr>
            <p:ph type="body" idx="13" hasCustomPrompt="1"/>
          </p:nvPr>
        </p:nvSpPr>
        <p:spPr>
          <a:xfrm xmlns:a="http://schemas.openxmlformats.org/drawingml/2006/main">
            <a:off x="0" y="2120354"/>
            <a:ext cx="2841269" cy="369204"/>
          </a:xfrm>
          <a:prstGeom xmlns:a="http://schemas.openxmlformats.org/drawingml/2006/main" prst="rect">
            <a:avLst/>
          </a:prstGeom>
          <a:gradFill xmlns:a="http://schemas.openxmlformats.org/drawingml/2006/main" flip="none" rotWithShape="1">
            <a:gsLst>
              <a:gs pos="0">
                <a:srgbClr val="000000"/>
              </a:gs>
              <a:gs pos="92000">
                <a:srgbClr val="000000"/>
              </a:gs>
              <a:gs pos="92000">
                <a:schemeClr val="accent1"/>
              </a:gs>
            </a:gsLst>
            <a:lin ang="16200000" scaled="1"/>
            <a:tileRect/>
          </a:gradFill>
        </p:spPr>
        <p:txBody>
          <a:bodyPr xmlns:a="http://schemas.openxmlformats.org/drawingml/2006/main" lIns="585216" tIns="91440" bIns="45720"/>
          <a:lstStyle xmlns:a="http://schemas.openxmlformats.org/drawingml/2006/main">
            <a:lvl1pPr marL="0" indent="0">
              <a:buNone/>
              <a:defRPr sz="1499">
                <a:solidFill>
                  <a:srgbClr val="FFFFFF"/>
                </a:solidFill>
                <a:latin typeface="+mj-lt"/>
                <a:ea typeface="+mj-lt"/>
                <a:cs typeface="+mj-lt"/>
              </a:defRPr>
            </a:lvl1pPr>
          </a:lstStyle>
          <a:p xmlns:a="http://schemas.openxmlformats.org/drawingml/2006/main">
            <a:pPr marL="0" lvl="0" indent="0">
              <a:buNone/>
            </a:pPr>
            <a:r>
              <a:t>Click to enter title</a:t>
            </a:r>
          </a:p>
        </p:txBody>
      </p:sp>
      <p:sp>
        <p:nvSpPr>
          <p:cNvPr id="13" name="Text Placeholder 4">
            <a:extLst xmlns:a="http://schemas.openxmlformats.org/drawingml/2006/main">
              <a:ext uri="{FF2B5EF4-FFF2-40B4-BE49-F238E27FC236}">
                <a16:creationId xmlns:a16="http://schemas.microsoft.com/office/drawing/2014/main" id="{47501FD0-A948-CC48-8B11-3BD4F2AE4E8F}"/>
              </a:ext>
            </a:extLst>
          </p:cNvPr>
          <p:cNvSpPr>
            <a:spLocks xmlns:a="http://schemas.openxmlformats.org/drawingml/2006/main" noGrp="1"/>
          </p:cNvSpPr>
          <p:nvPr>
            <p:ph type="body" idx="11" hasCustomPrompt="1"/>
          </p:nvPr>
        </p:nvSpPr>
        <p:spPr>
          <a:xfrm xmlns:a="http://schemas.openxmlformats.org/drawingml/2006/main">
            <a:off x="439792" y="2618414"/>
            <a:ext cx="8263890" cy="276999"/>
          </a:xfrm>
        </p:spPr>
        <p:txBody>
          <a:bodyPr xmlns:a="http://schemas.openxmlformats.org/drawingml/2006/main"/>
          <a:lstStyle xmlns:a="http://schemas.openxmlformats.org/drawingml/2006/main">
            <a:lvl1pPr marL="0" indent="0">
              <a:buNone/>
              <a:defRPr sz="1800">
                <a:solidFill>
                  <a:srgbClr val="000000"/>
                </a:solidFill>
                <a:latin typeface="Consolas"/>
                <a:ea typeface="Consolas"/>
                <a:cs typeface="Consolas"/>
              </a:defRPr>
            </a:lvl1pPr>
            <a:lvl2pPr marL="0" indent="0">
              <a:buNone/>
              <a:defRPr sz="1799">
                <a:gradFill>
                  <a:gsLst>
                    <a:gs pos="61049">
                      <a:schemeClr val="tx1"/>
                    </a:gs>
                    <a:gs pos="43000">
                      <a:schemeClr val="tx1"/>
                    </a:gs>
                  </a:gsLst>
                  <a:lin ang="5400000" scaled="0"/>
                </a:gradFill>
                <a:latin typeface="Consolas"/>
                <a:ea typeface="Consolas"/>
                <a:cs typeface="Consolas"/>
              </a:defRPr>
            </a:lvl2pPr>
            <a:lvl3pPr marL="0" indent="0">
              <a:buNone/>
              <a:defRPr sz="1499">
                <a:gradFill>
                  <a:gsLst>
                    <a:gs pos="61049">
                      <a:schemeClr val="tx1"/>
                    </a:gs>
                    <a:gs pos="43000">
                      <a:schemeClr val="tx1"/>
                    </a:gs>
                  </a:gsLst>
                  <a:lin ang="5400000" scaled="0"/>
                </a:gradFill>
                <a:latin typeface="Consolas"/>
                <a:ea typeface="Consolas"/>
                <a:cs typeface="Consolas"/>
              </a:defRPr>
            </a:lvl3pPr>
            <a:lvl4pPr marL="0" indent="0">
              <a:buNone/>
              <a:defRPr sz="1349">
                <a:gradFill>
                  <a:gsLst>
                    <a:gs pos="61049">
                      <a:schemeClr val="tx1"/>
                    </a:gs>
                    <a:gs pos="43000">
                      <a:schemeClr val="tx1"/>
                    </a:gs>
                  </a:gsLst>
                  <a:lin ang="5400000" scaled="0"/>
                </a:gradFill>
                <a:latin typeface="Consolas"/>
                <a:ea typeface="Consolas"/>
                <a:cs typeface="Consolas"/>
              </a:defRPr>
            </a:lvl4pPr>
            <a:lvl5pPr marL="0" indent="0">
              <a:buNone/>
              <a:defRPr sz="1349">
                <a:gradFill>
                  <a:gsLst>
                    <a:gs pos="61049">
                      <a:schemeClr val="tx1"/>
                    </a:gs>
                    <a:gs pos="43000">
                      <a:schemeClr val="tx1"/>
                    </a:gs>
                  </a:gsLst>
                  <a:lin ang="5400000" scaled="0"/>
                </a:gradFill>
                <a:latin typeface="Consolas"/>
                <a:ea typeface="Consolas"/>
                <a:cs typeface="Consolas"/>
              </a:defRPr>
            </a:lvl5pPr>
          </a:lstStyle>
          <a:p xmlns:a="http://schemas.openxmlformats.org/drawingml/2006/main">
            <a:pPr marL="0" lvl="0" indent="0">
              <a:buNone/>
            </a:pPr>
            <a:r>
              <a:t>Click to edit or paste code</a:t>
            </a:r>
          </a:p>
        </p:txBody>
      </p:sp>
    </p:spTree>
  </p:cSld>
</p:sldLayout>
</file>

<file path=ppt/slideLayouts/slideLayout125.xml><?xml version="1.0" encoding="utf-8"?>
<p:sldLayout xmlns:p="http://schemas.openxmlformats.org/presentationml/2006/main" preserve="1">
  <p:cSld name="Code Top">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F1EBE70E-6A93-4EB4-A189-6F9DE42CEE12}"/>
              </a:ext>
            </a:extLst>
          </p:cNvPr>
          <p:cNvSpPr>
            <a:spLocks xmlns:a="http://schemas.openxmlformats.org/drawingml/2006/main" noGrp="1"/>
          </p:cNvSpPr>
          <p:nvPr/>
        </p:nvSpPr>
        <p:spPr>
          <a:xfrm xmlns:a="http://schemas.openxmlformats.org/drawingml/2006/main">
            <a:off x="0" y="0"/>
            <a:ext cx="9144000" cy="3023147"/>
          </a:xfrm>
          <a:prstGeom xmlns:a="http://schemas.openxmlformats.org/drawingml/2006/main" prst="rect">
            <a:avLst/>
          </a:prstGeom>
          <a:solidFill xmlns:a="http://schemas.openxmlformats.org/drawingml/2006/main">
            <a:srgbClr val="FFFFFF"/>
          </a:solidFill>
          <a:ln xmlns:a="http://schemas.openxmlformats.org/drawingml/2006/main">
            <a:noFill/>
            <a:headEnd type="none" w="med" len="med"/>
            <a:tailEnd type="none" w="med" len="med"/>
          </a:ln>
        </p:spPr>
        <p:style>
          <a:lnRef xmlns:a="http://schemas.openxmlformats.org/drawingml/2006/main" idx="1">
            <a:schemeClr val="accent2"/>
          </a:lnRef>
          <a:fillRef xmlns:a="http://schemas.openxmlformats.org/drawingml/2006/main" idx="3">
            <a:schemeClr val="accent2"/>
          </a:fillRef>
          <a:effectRef xmlns:a="http://schemas.openxmlformats.org/drawingml/2006/main" idx="2">
            <a:schemeClr val="accent2"/>
          </a:effectRef>
          <a:fontRef xmlns:a="http://schemas.openxmlformats.org/drawingml/2006/main" idx="minor">
            <a:schemeClr val="lt1"/>
          </a:fontRef>
        </p:style>
        <p:txBody>
          <a:bodyPr xmlns:a="http://schemas.openxmlformats.org/drawingml/2006/main" rot="0" spcFirstLastPara="0" vert="horz" wrap="square" lIns="137160" tIns="109728" rIns="137160" bIns="109728" anchor="t">
            <a:noAutofit/>
          </a:bodyPr>
          <a:lstStyle xmlns:a="http://schemas.openxmlformats.org/drawingml/2006/main"/>
          <a:p xmlns:a="http://schemas.openxmlformats.org/drawingml/2006/main">
            <a:pPr marL="0" indent="0" algn="l" defTabSz="699354">
              <a:spcBef>
                <a:spcPct val="0"/>
              </a:spcBef>
              <a:spcAft>
                <a:spcPct val="0"/>
              </a:spcAft>
              <a:buNone/>
            </a:pPr>
            <a:endParaRPr sz="1500">
              <a:solidFill>
                <a:srgbClr val="FFFFFF"/>
              </a:solidFill>
            </a:endParaRPr>
          </a:p>
        </p:txBody>
      </p:sp>
      <p:sp>
        <p:nvSpPr>
          <p:cNvPr id="3" name="Title 2">
            <a:extLst xmlns:a="http://schemas.openxmlformats.org/drawingml/2006/main">
              <a:ext uri="{FF2B5EF4-FFF2-40B4-BE49-F238E27FC236}">
                <a16:creationId xmlns:a16="http://schemas.microsoft.com/office/drawing/2014/main" id="{71845FFD-6B9A-4013-932A-5E4D7E849D10}"/>
              </a:ext>
            </a:extLst>
          </p:cNvPr>
          <p:cNvSpPr>
            <a:spLocks xmlns:a="http://schemas.openxmlformats.org/drawingml/2006/main" noGrp="1"/>
          </p:cNvSpPr>
          <p:nvPr>
            <p:ph type="title" idx="0"/>
          </p:nvPr>
        </p:nvSpPr>
        <p:spPr>
          <a:xfrm xmlns:a="http://schemas.openxmlformats.org/drawingml/2006/main">
            <a:off x="441197" y="3168436"/>
            <a:ext cx="8263890" cy="369332"/>
          </a:xfrm>
        </p:spPr>
        <p:txBody>
          <a:bodyPr xmlns:a="http://schemas.openxmlformats.org/drawingml/2006/main"/>
          <a:lstStyle xmlns:a="http://schemas.openxmlformats.org/drawingml/2006/main">
            <a:lvl1pPr marL="0" indent="0">
              <a:buNone/>
              <a:defRPr sz="2400">
                <a:solidFill>
                  <a:schemeClr val="tx1"/>
                </a:solidFill>
              </a:defRPr>
            </a:lvl1pPr>
          </a:lstStyle>
          <a:p xmlns:a="http://schemas.openxmlformats.org/drawingml/2006/main">
            <a:r>
              <a:t>Click to edit Master title style</a:t>
            </a:r>
          </a:p>
        </p:txBody>
      </p:sp>
      <p:sp>
        <p:nvSpPr>
          <p:cNvPr id="17" name="Text Placeholder 14">
            <a:extLst xmlns:a="http://schemas.openxmlformats.org/drawingml/2006/main">
              <a:ext uri="{FF2B5EF4-FFF2-40B4-BE49-F238E27FC236}">
                <a16:creationId xmlns:a16="http://schemas.microsoft.com/office/drawing/2014/main" id="{0E9A2E28-037B-FA4D-ADDC-1AFA11D65CB2}"/>
              </a:ext>
            </a:extLst>
          </p:cNvPr>
          <p:cNvSpPr>
            <a:spLocks xmlns:a="http://schemas.openxmlformats.org/drawingml/2006/main" noGrp="1"/>
          </p:cNvSpPr>
          <p:nvPr>
            <p:ph type="body" idx="13" hasCustomPrompt="1"/>
          </p:nvPr>
        </p:nvSpPr>
        <p:spPr>
          <a:xfrm xmlns:a="http://schemas.openxmlformats.org/drawingml/2006/main">
            <a:off x="0" y="0"/>
            <a:ext cx="2841269" cy="369204"/>
          </a:xfrm>
          <a:prstGeom xmlns:a="http://schemas.openxmlformats.org/drawingml/2006/main" prst="rect">
            <a:avLst/>
          </a:prstGeom>
          <a:gradFill xmlns:a="http://schemas.openxmlformats.org/drawingml/2006/main" flip="none" rotWithShape="1">
            <a:gsLst>
              <a:gs pos="0">
                <a:srgbClr val="000000"/>
              </a:gs>
              <a:gs pos="92000">
                <a:srgbClr val="000000"/>
              </a:gs>
              <a:gs pos="92000">
                <a:schemeClr val="accent1"/>
              </a:gs>
            </a:gsLst>
            <a:lin ang="16200000" scaled="1"/>
            <a:tileRect/>
          </a:gradFill>
        </p:spPr>
        <p:txBody>
          <a:bodyPr xmlns:a="http://schemas.openxmlformats.org/drawingml/2006/main" lIns="585216" tIns="91440" bIns="45720"/>
          <a:lstStyle xmlns:a="http://schemas.openxmlformats.org/drawingml/2006/main">
            <a:lvl1pPr marL="0" indent="0">
              <a:buNone/>
              <a:defRPr sz="1499">
                <a:solidFill>
                  <a:srgbClr val="FFFFFF"/>
                </a:solidFill>
                <a:latin typeface="+mj-lt"/>
                <a:ea typeface="+mj-lt"/>
                <a:cs typeface="+mj-lt"/>
              </a:defRPr>
            </a:lvl1pPr>
          </a:lstStyle>
          <a:p xmlns:a="http://schemas.openxmlformats.org/drawingml/2006/main">
            <a:pPr marL="0" lvl="0" indent="0">
              <a:buNone/>
            </a:pPr>
            <a:r>
              <a:t>Click to enter title</a:t>
            </a:r>
          </a:p>
        </p:txBody>
      </p:sp>
      <p:sp>
        <p:nvSpPr>
          <p:cNvPr id="13" name="Text Placeholder 4">
            <a:extLst xmlns:a="http://schemas.openxmlformats.org/drawingml/2006/main">
              <a:ext uri="{FF2B5EF4-FFF2-40B4-BE49-F238E27FC236}">
                <a16:creationId xmlns:a16="http://schemas.microsoft.com/office/drawing/2014/main" id="{47501FD0-A948-CC48-8B11-3BD4F2AE4E8F}"/>
              </a:ext>
            </a:extLst>
          </p:cNvPr>
          <p:cNvSpPr>
            <a:spLocks xmlns:a="http://schemas.openxmlformats.org/drawingml/2006/main" noGrp="1"/>
          </p:cNvSpPr>
          <p:nvPr>
            <p:ph type="body" idx="11" hasCustomPrompt="1"/>
          </p:nvPr>
        </p:nvSpPr>
        <p:spPr>
          <a:xfrm xmlns:a="http://schemas.openxmlformats.org/drawingml/2006/main">
            <a:off x="439792" y="495381"/>
            <a:ext cx="8263890" cy="276999"/>
          </a:xfrm>
        </p:spPr>
        <p:txBody>
          <a:bodyPr xmlns:a="http://schemas.openxmlformats.org/drawingml/2006/main"/>
          <a:lstStyle xmlns:a="http://schemas.openxmlformats.org/drawingml/2006/main">
            <a:lvl1pPr marL="0" indent="0">
              <a:buNone/>
              <a:defRPr sz="1800">
                <a:solidFill>
                  <a:srgbClr val="000000"/>
                </a:solidFill>
                <a:latin typeface="Consolas"/>
                <a:ea typeface="Consolas"/>
                <a:cs typeface="Consolas"/>
              </a:defRPr>
            </a:lvl1pPr>
            <a:lvl2pPr marL="0" indent="0">
              <a:buNone/>
              <a:defRPr sz="1799">
                <a:gradFill>
                  <a:gsLst>
                    <a:gs pos="61049">
                      <a:schemeClr val="tx1"/>
                    </a:gs>
                    <a:gs pos="43000">
                      <a:schemeClr val="tx1"/>
                    </a:gs>
                  </a:gsLst>
                  <a:lin ang="5400000" scaled="0"/>
                </a:gradFill>
                <a:latin typeface="Consolas"/>
                <a:ea typeface="Consolas"/>
                <a:cs typeface="Consolas"/>
              </a:defRPr>
            </a:lvl2pPr>
            <a:lvl3pPr marL="0" indent="0">
              <a:buNone/>
              <a:defRPr sz="1499">
                <a:gradFill>
                  <a:gsLst>
                    <a:gs pos="61049">
                      <a:schemeClr val="tx1"/>
                    </a:gs>
                    <a:gs pos="43000">
                      <a:schemeClr val="tx1"/>
                    </a:gs>
                  </a:gsLst>
                  <a:lin ang="5400000" scaled="0"/>
                </a:gradFill>
                <a:latin typeface="Consolas"/>
                <a:ea typeface="Consolas"/>
                <a:cs typeface="Consolas"/>
              </a:defRPr>
            </a:lvl3pPr>
            <a:lvl4pPr marL="0" indent="0">
              <a:buNone/>
              <a:defRPr sz="1349">
                <a:gradFill>
                  <a:gsLst>
                    <a:gs pos="61049">
                      <a:schemeClr val="tx1"/>
                    </a:gs>
                    <a:gs pos="43000">
                      <a:schemeClr val="tx1"/>
                    </a:gs>
                  </a:gsLst>
                  <a:lin ang="5400000" scaled="0"/>
                </a:gradFill>
                <a:latin typeface="Consolas"/>
                <a:ea typeface="Consolas"/>
                <a:cs typeface="Consolas"/>
              </a:defRPr>
            </a:lvl4pPr>
            <a:lvl5pPr marL="0" indent="0">
              <a:buNone/>
              <a:defRPr sz="1349">
                <a:gradFill>
                  <a:gsLst>
                    <a:gs pos="61049">
                      <a:schemeClr val="tx1"/>
                    </a:gs>
                    <a:gs pos="43000">
                      <a:schemeClr val="tx1"/>
                    </a:gs>
                  </a:gsLst>
                  <a:lin ang="5400000" scaled="0"/>
                </a:gradFill>
                <a:latin typeface="Consolas"/>
                <a:ea typeface="Consolas"/>
                <a:cs typeface="Consolas"/>
              </a:defRPr>
            </a:lvl5pPr>
          </a:lstStyle>
          <a:p xmlns:a="http://schemas.openxmlformats.org/drawingml/2006/main">
            <a:pPr marL="0" lvl="0" indent="0">
              <a:buNone/>
            </a:pPr>
            <a:r>
              <a:t>Click to edit or paste code</a:t>
            </a:r>
          </a:p>
        </p:txBody>
      </p:sp>
      <p:sp>
        <p:nvSpPr>
          <p:cNvPr id="19" name="Text Placeholder 3">
            <a:extLst xmlns:a="http://schemas.openxmlformats.org/drawingml/2006/main">
              <a:ext uri="{FF2B5EF4-FFF2-40B4-BE49-F238E27FC236}">
                <a16:creationId xmlns:a16="http://schemas.microsoft.com/office/drawing/2014/main" id="{7B17F8BB-3610-1A4F-9E76-B12E706A5517}"/>
              </a:ext>
            </a:extLst>
          </p:cNvPr>
          <p:cNvSpPr>
            <a:spLocks xmlns:a="http://schemas.openxmlformats.org/drawingml/2006/main" noGrp="1"/>
          </p:cNvSpPr>
          <p:nvPr>
            <p:ph type="body" idx="10" hasCustomPrompt="1"/>
          </p:nvPr>
        </p:nvSpPr>
        <p:spPr>
          <a:xfrm xmlns:a="http://schemas.openxmlformats.org/drawingml/2006/main">
            <a:off x="443364" y="3747379"/>
            <a:ext cx="8263890" cy="276999"/>
          </a:xfrm>
        </p:spPr>
        <p:txBody>
          <a:bodyPr xmlns:a="http://schemas.openxmlformats.org/drawingml/2006/main" wrap="square">
            <a:spAutoFit/>
          </a:bodyPr>
          <a:lstStyle xmlns:a="http://schemas.openxmlformats.org/drawingml/2006/main">
            <a:lvl1pPr marL="0" indent="0">
              <a:spcBef>
                <a:spcPts val="450"/>
              </a:spcBef>
              <a:spcAft>
                <a:spcPts val="0"/>
              </a:spcAft>
              <a:buNone/>
              <a:defRPr sz="1800">
                <a:solidFill>
                  <a:schemeClr val="tx1"/>
                </a:solidFill>
                <a:latin typeface="+mn-lt"/>
                <a:ea typeface="+mn-lt"/>
                <a:cs typeface="+mn-lt"/>
              </a:defRPr>
            </a:lvl1pPr>
            <a:lvl2pPr marL="0" indent="0">
              <a:buNone/>
              <a:defRPr sz="1800">
                <a:solidFill>
                  <a:srgbClr val="2F2F2F"/>
                </a:solidFill>
                <a:latin typeface="Segoe UI"/>
                <a:ea typeface="Segoe UI"/>
                <a:cs typeface="Segoe UI"/>
              </a:defRPr>
            </a:lvl2pPr>
            <a:lvl3pPr marL="0" indent="0">
              <a:buNone/>
              <a:defRPr/>
            </a:lvl3pPr>
            <a:lvl4pPr marL="0" indent="0">
              <a:buNone/>
              <a:defRPr/>
            </a:lvl4pPr>
            <a:lvl5pPr marL="0" indent="0">
              <a:buNone/>
              <a:defRPr/>
            </a:lvl5pPr>
          </a:lstStyle>
          <a:p xmlns:a="http://schemas.openxmlformats.org/drawingml/2006/main">
            <a:pPr marL="0" lvl="0" indent="0">
              <a:buNone/>
            </a:pPr>
            <a:r>
              <a:t>Click to edit text</a:t>
            </a:r>
          </a:p>
        </p:txBody>
      </p:sp>
    </p:spTree>
  </p:cSld>
</p:sldLayout>
</file>

<file path=ppt/slideLayouts/slideLayout126.xml><?xml version="1.0" encoding="utf-8"?>
<p:sldLayout xmlns:p="http://schemas.openxmlformats.org/presentationml/2006/main" preserve="1">
  <p:cSld name="Code Right s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782BB27-7DA5-4478-8C18-C1FFEE20AAC1}"/>
              </a:ext>
            </a:extLst>
          </p:cNvPr>
          <p:cNvSpPr>
            <a:spLocks xmlns:a="http://schemas.openxmlformats.org/drawingml/2006/main" noGrp="1"/>
          </p:cNvSpPr>
          <p:nvPr>
            <p:ph type="title" idx="0" hasCustomPrompt="1"/>
          </p:nvPr>
        </p:nvSpPr>
        <p:spPr>
          <a:xfrm xmlns:a="http://schemas.openxmlformats.org/drawingml/2006/main">
            <a:off x="441198" y="342901"/>
            <a:ext cx="3030665" cy="369332"/>
          </a:xfrm>
        </p:spPr>
        <p:txBody>
          <a:bodyPr xmlns:a="http://schemas.openxmlformats.org/drawingml/2006/main"/>
          <a:lstStyle xmlns:a="http://schemas.openxmlformats.org/drawingml/2006/main">
            <a:lvl1pPr marL="0" indent="0">
              <a:buNone/>
              <a:defRPr sz="2400">
                <a:solidFill>
                  <a:schemeClr val="tx1"/>
                </a:solidFill>
              </a:defRPr>
            </a:lvl1pPr>
          </a:lstStyle>
          <a:p xmlns:a="http://schemas.openxmlformats.org/drawingml/2006/main">
            <a:r>
              <a:t>Click to edit title</a:t>
            </a:r>
          </a:p>
        </p:txBody>
      </p:sp>
      <p:sp>
        <p:nvSpPr>
          <p:cNvPr id="12" name="Text Placeholder 3">
            <a:extLst xmlns:a="http://schemas.openxmlformats.org/drawingml/2006/main">
              <a:ext uri="{FF2B5EF4-FFF2-40B4-BE49-F238E27FC236}">
                <a16:creationId xmlns:a16="http://schemas.microsoft.com/office/drawing/2014/main" id="{2BB818A5-4223-0847-B6E2-655C7DC7B6B4}"/>
              </a:ext>
            </a:extLst>
          </p:cNvPr>
          <p:cNvSpPr>
            <a:spLocks xmlns:a="http://schemas.openxmlformats.org/drawingml/2006/main" noGrp="1"/>
          </p:cNvSpPr>
          <p:nvPr>
            <p:ph type="body" idx="10" hasCustomPrompt="1"/>
          </p:nvPr>
        </p:nvSpPr>
        <p:spPr>
          <a:xfrm xmlns:a="http://schemas.openxmlformats.org/drawingml/2006/main">
            <a:off x="441724" y="1003604"/>
            <a:ext cx="3030139" cy="276999"/>
          </a:xfrm>
        </p:spPr>
        <p:txBody>
          <a:bodyPr xmlns:a="http://schemas.openxmlformats.org/drawingml/2006/main" wrap="square">
            <a:spAutoFit/>
          </a:bodyPr>
          <a:lstStyle xmlns:a="http://schemas.openxmlformats.org/drawingml/2006/main">
            <a:lvl1pPr marL="0" indent="0">
              <a:lnSpc>
                <a:spcPct val="100000"/>
              </a:lnSpc>
              <a:spcBef>
                <a:spcPts val="450"/>
              </a:spcBef>
              <a:spcAft>
                <a:spcPts val="0"/>
              </a:spcAft>
              <a:buNone/>
              <a:defRPr sz="1800" b="0" i="0" baseline="0">
                <a:solidFill>
                  <a:schemeClr val="tx1"/>
                </a:solidFill>
                <a:latin typeface="Segoe UI"/>
                <a:ea typeface="Segoe UI"/>
                <a:cs typeface="Segoe UI"/>
              </a:defRPr>
            </a:lvl1pPr>
            <a:lvl2pPr marL="0" indent="0">
              <a:lnSpc>
                <a:spcPct val="100000"/>
              </a:lnSpc>
              <a:spcBef>
                <a:spcPts val="45"/>
              </a:spcBef>
              <a:spcAft>
                <a:spcPts val="45"/>
              </a:spcAft>
              <a:buNone/>
              <a:defRPr sz="1800" b="0" i="0">
                <a:solidFill>
                  <a:srgbClr val="2F2F2F"/>
                </a:solidFill>
                <a:latin typeface="Segoe UI"/>
                <a:ea typeface="Segoe UI"/>
                <a:cs typeface="Segoe UI"/>
              </a:defRPr>
            </a:lvl2pPr>
            <a:lvl3pPr marL="0" indent="0">
              <a:buNone/>
              <a:defRPr/>
            </a:lvl3pPr>
            <a:lvl4pPr marL="0" indent="0">
              <a:buNone/>
              <a:defRPr/>
            </a:lvl4pPr>
            <a:lvl5pPr marL="0" indent="0">
              <a:buNone/>
              <a:defRPr/>
            </a:lvl5pPr>
          </a:lstStyle>
          <a:p xmlns:a="http://schemas.openxmlformats.org/drawingml/2006/main">
            <a:pPr marL="0" lvl="0" indent="0">
              <a:buNone/>
            </a:pPr>
            <a:r>
              <a:t>Click to edit text</a:t>
            </a:r>
          </a:p>
        </p:txBody>
      </p:sp>
      <p:sp>
        <p:nvSpPr>
          <p:cNvPr id="3" name="Rectangle 2">
            <a:extLst xmlns:a="http://schemas.openxmlformats.org/drawingml/2006/main">
              <a:ext uri="{FF2B5EF4-FFF2-40B4-BE49-F238E27FC236}">
                <a16:creationId xmlns:a16="http://schemas.microsoft.com/office/drawing/2014/main" id="{2316165A-5926-4F59-B348-996936FBB574}"/>
              </a:ext>
            </a:extLst>
          </p:cNvPr>
          <p:cNvSpPr>
            <a:spLocks xmlns:a="http://schemas.openxmlformats.org/drawingml/2006/main" noGrp="1"/>
          </p:cNvSpPr>
          <p:nvPr/>
        </p:nvSpPr>
        <p:spPr>
          <a:xfrm xmlns:a="http://schemas.openxmlformats.org/drawingml/2006/main">
            <a:off x="3904488" y="0"/>
            <a:ext cx="5239512" cy="5143500"/>
          </a:xfrm>
          <a:prstGeom xmlns:a="http://schemas.openxmlformats.org/drawingml/2006/main" prst="rect">
            <a:avLst/>
          </a:prstGeom>
          <a:solidFill xmlns:a="http://schemas.openxmlformats.org/drawingml/2006/main">
            <a:srgbClr val="FFFFFF"/>
          </a:solidFill>
          <a:ln xmlns:a="http://schemas.openxmlformats.org/drawingml/2006/main">
            <a:noFill/>
            <a:headEnd type="none" w="med" len="med"/>
            <a:tailEnd type="none" w="med" len="med"/>
          </a:ln>
        </p:spPr>
        <p:style>
          <a:lnRef xmlns:a="http://schemas.openxmlformats.org/drawingml/2006/main" idx="1">
            <a:schemeClr val="accent2"/>
          </a:lnRef>
          <a:fillRef xmlns:a="http://schemas.openxmlformats.org/drawingml/2006/main" idx="3">
            <a:schemeClr val="accent2"/>
          </a:fillRef>
          <a:effectRef xmlns:a="http://schemas.openxmlformats.org/drawingml/2006/main" idx="2">
            <a:schemeClr val="accent2"/>
          </a:effectRef>
          <a:fontRef xmlns:a="http://schemas.openxmlformats.org/drawingml/2006/main" idx="minor">
            <a:schemeClr val="lt1"/>
          </a:fontRef>
        </p:style>
        <p:txBody>
          <a:bodyPr xmlns:a="http://schemas.openxmlformats.org/drawingml/2006/main" rot="0" spcFirstLastPara="0" vert="horz" wrap="square" lIns="137160" tIns="109728" rIns="137160" bIns="109728" anchor="t">
            <a:noAutofit/>
          </a:bodyPr>
          <a:lstStyle xmlns:a="http://schemas.openxmlformats.org/drawingml/2006/main"/>
          <a:p xmlns:a="http://schemas.openxmlformats.org/drawingml/2006/main">
            <a:pPr marL="0" indent="0" algn="l" defTabSz="699354">
              <a:spcBef>
                <a:spcPct val="0"/>
              </a:spcBef>
              <a:spcAft>
                <a:spcPct val="0"/>
              </a:spcAft>
              <a:buNone/>
            </a:pPr>
            <a:endParaRPr sz="1500">
              <a:solidFill>
                <a:srgbClr val="FFFFFF"/>
              </a:solidFill>
            </a:endParaRPr>
          </a:p>
        </p:txBody>
      </p:sp>
      <p:sp>
        <p:nvSpPr>
          <p:cNvPr id="19" name="Text Placeholder 14">
            <a:extLst xmlns:a="http://schemas.openxmlformats.org/drawingml/2006/main">
              <a:ext uri="{FF2B5EF4-FFF2-40B4-BE49-F238E27FC236}">
                <a16:creationId xmlns:a16="http://schemas.microsoft.com/office/drawing/2014/main" id="{0D599919-A8E3-4D2B-86CF-50C6704F17D5}"/>
              </a:ext>
            </a:extLst>
          </p:cNvPr>
          <p:cNvSpPr>
            <a:spLocks xmlns:a="http://schemas.openxmlformats.org/drawingml/2006/main" noGrp="1"/>
          </p:cNvSpPr>
          <p:nvPr>
            <p:ph type="body" idx="13" hasCustomPrompt="1"/>
          </p:nvPr>
        </p:nvSpPr>
        <p:spPr>
          <a:xfrm xmlns:a="http://schemas.openxmlformats.org/drawingml/2006/main">
            <a:off x="3908822" y="0"/>
            <a:ext cx="2841269" cy="415370"/>
          </a:xfrm>
          <a:prstGeom xmlns:a="http://schemas.openxmlformats.org/drawingml/2006/main" prst="rect">
            <a:avLst/>
          </a:prstGeom>
          <a:gradFill xmlns:a="http://schemas.openxmlformats.org/drawingml/2006/main" flip="none" rotWithShape="1">
            <a:gsLst>
              <a:gs pos="0">
                <a:srgbClr val="000000"/>
              </a:gs>
              <a:gs pos="99000">
                <a:srgbClr val="000000"/>
              </a:gs>
              <a:gs pos="99000">
                <a:schemeClr val="accent1"/>
              </a:gs>
            </a:gsLst>
            <a:lin ang="10800000" scaled="1"/>
            <a:tileRect/>
          </a:gradFill>
        </p:spPr>
        <p:txBody>
          <a:bodyPr xmlns:a="http://schemas.openxmlformats.org/drawingml/2006/main" lIns="585216" tIns="91440" bIns="91440"/>
          <a:lstStyle xmlns:a="http://schemas.openxmlformats.org/drawingml/2006/main">
            <a:lvl1pPr marL="0" indent="0">
              <a:buNone/>
              <a:defRPr sz="1499">
                <a:solidFill>
                  <a:srgbClr val="FFFFFF"/>
                </a:solidFill>
                <a:latin typeface="+mj-lt"/>
                <a:ea typeface="+mj-lt"/>
                <a:cs typeface="+mj-lt"/>
              </a:defRPr>
            </a:lvl1pPr>
          </a:lstStyle>
          <a:p xmlns:a="http://schemas.openxmlformats.org/drawingml/2006/main">
            <a:pPr marL="0" lvl="0" indent="0">
              <a:buNone/>
            </a:pPr>
            <a:r>
              <a:t>Click to enter title</a:t>
            </a:r>
          </a:p>
        </p:txBody>
      </p:sp>
      <p:sp>
        <p:nvSpPr>
          <p:cNvPr id="13" name="Text Placeholder 4">
            <a:extLst xmlns:a="http://schemas.openxmlformats.org/drawingml/2006/main">
              <a:ext uri="{FF2B5EF4-FFF2-40B4-BE49-F238E27FC236}">
                <a16:creationId xmlns:a16="http://schemas.microsoft.com/office/drawing/2014/main" id="{47501FD0-A948-CC48-8B11-3BD4F2AE4E8F}"/>
              </a:ext>
            </a:extLst>
          </p:cNvPr>
          <p:cNvSpPr>
            <a:spLocks xmlns:a="http://schemas.openxmlformats.org/drawingml/2006/main" noGrp="1"/>
          </p:cNvSpPr>
          <p:nvPr>
            <p:ph type="body" idx="11" hasCustomPrompt="1"/>
          </p:nvPr>
        </p:nvSpPr>
        <p:spPr>
          <a:xfrm xmlns:a="http://schemas.openxmlformats.org/drawingml/2006/main">
            <a:off x="4350544" y="531890"/>
            <a:ext cx="4351471" cy="276999"/>
          </a:xfrm>
        </p:spPr>
        <p:txBody>
          <a:bodyPr xmlns:a="http://schemas.openxmlformats.org/drawingml/2006/main"/>
          <a:lstStyle xmlns:a="http://schemas.openxmlformats.org/drawingml/2006/main">
            <a:lvl1pPr marL="0" indent="0">
              <a:buNone/>
              <a:defRPr sz="1800">
                <a:solidFill>
                  <a:srgbClr val="2F2F2F"/>
                </a:solidFill>
                <a:latin typeface="Consolas"/>
                <a:ea typeface="Consolas"/>
                <a:cs typeface="Consolas"/>
              </a:defRPr>
            </a:lvl1pPr>
            <a:lvl2pPr marL="0" indent="0">
              <a:buNone/>
              <a:defRPr sz="1799">
                <a:gradFill>
                  <a:gsLst>
                    <a:gs pos="61049">
                      <a:schemeClr val="tx1"/>
                    </a:gs>
                    <a:gs pos="43000">
                      <a:schemeClr val="tx1"/>
                    </a:gs>
                  </a:gsLst>
                  <a:lin ang="5400000" scaled="0"/>
                </a:gradFill>
                <a:latin typeface="Consolas"/>
                <a:ea typeface="Consolas"/>
                <a:cs typeface="Consolas"/>
              </a:defRPr>
            </a:lvl2pPr>
            <a:lvl3pPr marL="0" indent="0">
              <a:buNone/>
              <a:defRPr sz="1499">
                <a:gradFill>
                  <a:gsLst>
                    <a:gs pos="61049">
                      <a:schemeClr val="tx1"/>
                    </a:gs>
                    <a:gs pos="43000">
                      <a:schemeClr val="tx1"/>
                    </a:gs>
                  </a:gsLst>
                  <a:lin ang="5400000" scaled="0"/>
                </a:gradFill>
                <a:latin typeface="Consolas"/>
                <a:ea typeface="Consolas"/>
                <a:cs typeface="Consolas"/>
              </a:defRPr>
            </a:lvl3pPr>
            <a:lvl4pPr marL="0" indent="0">
              <a:buNone/>
              <a:defRPr sz="1349">
                <a:gradFill>
                  <a:gsLst>
                    <a:gs pos="61049">
                      <a:schemeClr val="tx1"/>
                    </a:gs>
                    <a:gs pos="43000">
                      <a:schemeClr val="tx1"/>
                    </a:gs>
                  </a:gsLst>
                  <a:lin ang="5400000" scaled="0"/>
                </a:gradFill>
                <a:latin typeface="Consolas"/>
                <a:ea typeface="Consolas"/>
                <a:cs typeface="Consolas"/>
              </a:defRPr>
            </a:lvl4pPr>
            <a:lvl5pPr marL="0" indent="0">
              <a:buNone/>
              <a:defRPr sz="1349">
                <a:gradFill>
                  <a:gsLst>
                    <a:gs pos="61049">
                      <a:schemeClr val="tx1"/>
                    </a:gs>
                    <a:gs pos="43000">
                      <a:schemeClr val="tx1"/>
                    </a:gs>
                  </a:gsLst>
                  <a:lin ang="5400000" scaled="0"/>
                </a:gradFill>
                <a:latin typeface="Consolas"/>
                <a:ea typeface="Consolas"/>
                <a:cs typeface="Consolas"/>
              </a:defRPr>
            </a:lvl5pPr>
          </a:lstStyle>
          <a:p xmlns:a="http://schemas.openxmlformats.org/drawingml/2006/main">
            <a:pPr marL="0" lvl="0" indent="0">
              <a:buNone/>
            </a:pPr>
            <a:r>
              <a:t>Click to edit or paste code</a:t>
            </a:r>
          </a:p>
        </p:txBody>
      </p:sp>
    </p:spTree>
  </p:cSld>
</p:sldLayout>
</file>

<file path=ppt/slideLayouts/slideLayout127.xml><?xml version="1.0" encoding="utf-8"?>
<p:sldLayout xmlns:p="http://schemas.openxmlformats.org/presentationml/2006/main" preserve="1">
  <p:cSld name="Code Left sde">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2316165A-5926-4F59-B348-996936FBB574}"/>
              </a:ext>
            </a:extLst>
          </p:cNvPr>
          <p:cNvSpPr>
            <a:spLocks xmlns:a="http://schemas.openxmlformats.org/drawingml/2006/main" noGrp="1"/>
          </p:cNvSpPr>
          <p:nvPr/>
        </p:nvSpPr>
        <p:spPr>
          <a:xfrm xmlns:a="http://schemas.openxmlformats.org/drawingml/2006/main">
            <a:off x="-2" y="0"/>
            <a:ext cx="5239512" cy="5143500"/>
          </a:xfrm>
          <a:prstGeom xmlns:a="http://schemas.openxmlformats.org/drawingml/2006/main" prst="rect">
            <a:avLst/>
          </a:prstGeom>
          <a:solidFill xmlns:a="http://schemas.openxmlformats.org/drawingml/2006/main">
            <a:srgbClr val="FFFFFF"/>
          </a:solidFill>
          <a:ln xmlns:a="http://schemas.openxmlformats.org/drawingml/2006/main">
            <a:noFill/>
            <a:headEnd type="none" w="med" len="med"/>
            <a:tailEnd type="none" w="med" len="med"/>
          </a:ln>
        </p:spPr>
        <p:style>
          <a:lnRef xmlns:a="http://schemas.openxmlformats.org/drawingml/2006/main" idx="1">
            <a:schemeClr val="accent2"/>
          </a:lnRef>
          <a:fillRef xmlns:a="http://schemas.openxmlformats.org/drawingml/2006/main" idx="3">
            <a:schemeClr val="accent2"/>
          </a:fillRef>
          <a:effectRef xmlns:a="http://schemas.openxmlformats.org/drawingml/2006/main" idx="2">
            <a:schemeClr val="accent2"/>
          </a:effectRef>
          <a:fontRef xmlns:a="http://schemas.openxmlformats.org/drawingml/2006/main" idx="minor">
            <a:schemeClr val="lt1"/>
          </a:fontRef>
        </p:style>
        <p:txBody>
          <a:bodyPr xmlns:a="http://schemas.openxmlformats.org/drawingml/2006/main" rot="0" spcFirstLastPara="0" vert="horz" wrap="square" lIns="137160" tIns="109728" rIns="137160" bIns="109728" anchor="t">
            <a:noAutofit/>
          </a:bodyPr>
          <a:lstStyle xmlns:a="http://schemas.openxmlformats.org/drawingml/2006/main"/>
          <a:p xmlns:a="http://schemas.openxmlformats.org/drawingml/2006/main">
            <a:pPr marL="0" indent="0" algn="l" defTabSz="699354">
              <a:spcBef>
                <a:spcPct val="0"/>
              </a:spcBef>
              <a:spcAft>
                <a:spcPct val="0"/>
              </a:spcAft>
              <a:buNone/>
            </a:pPr>
            <a:endParaRPr sz="1500">
              <a:solidFill>
                <a:srgbClr val="FFFFFF"/>
              </a:solidFill>
            </a:endParaRPr>
          </a:p>
        </p:txBody>
      </p:sp>
      <p:sp>
        <p:nvSpPr>
          <p:cNvPr id="2" name="Title 1">
            <a:extLst xmlns:a="http://schemas.openxmlformats.org/drawingml/2006/main">
              <a:ext uri="{FF2B5EF4-FFF2-40B4-BE49-F238E27FC236}">
                <a16:creationId xmlns:a16="http://schemas.microsoft.com/office/drawing/2014/main" id="{6BB14A7D-C409-4A7C-9D82-A2E5DBB8AB72}"/>
              </a:ext>
            </a:extLst>
          </p:cNvPr>
          <p:cNvSpPr>
            <a:spLocks xmlns:a="http://schemas.openxmlformats.org/drawingml/2006/main" noGrp="1"/>
          </p:cNvSpPr>
          <p:nvPr>
            <p:ph type="title" idx="0" hasCustomPrompt="1"/>
          </p:nvPr>
        </p:nvSpPr>
        <p:spPr>
          <a:xfrm xmlns:a="http://schemas.openxmlformats.org/drawingml/2006/main">
            <a:off x="5681662" y="342901"/>
            <a:ext cx="3023425" cy="369332"/>
          </a:xfrm>
        </p:spPr>
        <p:txBody>
          <a:bodyPr xmlns:a="http://schemas.openxmlformats.org/drawingml/2006/main"/>
          <a:lstStyle xmlns:a="http://schemas.openxmlformats.org/drawingml/2006/main">
            <a:lvl1pPr marL="0" indent="0">
              <a:buNone/>
              <a:defRPr sz="2400">
                <a:solidFill>
                  <a:schemeClr val="tx1"/>
                </a:solidFill>
              </a:defRPr>
            </a:lvl1pPr>
          </a:lstStyle>
          <a:p xmlns:a="http://schemas.openxmlformats.org/drawingml/2006/main">
            <a:r>
              <a:t>Click to edit title</a:t>
            </a:r>
          </a:p>
        </p:txBody>
      </p:sp>
      <p:sp>
        <p:nvSpPr>
          <p:cNvPr id="19" name="Text Placeholder 14">
            <a:extLst xmlns:a="http://schemas.openxmlformats.org/drawingml/2006/main">
              <a:ext uri="{FF2B5EF4-FFF2-40B4-BE49-F238E27FC236}">
                <a16:creationId xmlns:a16="http://schemas.microsoft.com/office/drawing/2014/main" id="{0D599919-A8E3-4D2B-86CF-50C6704F17D5}"/>
              </a:ext>
            </a:extLst>
          </p:cNvPr>
          <p:cNvSpPr>
            <a:spLocks xmlns:a="http://schemas.openxmlformats.org/drawingml/2006/main" noGrp="1"/>
          </p:cNvSpPr>
          <p:nvPr>
            <p:ph type="body" idx="13" hasCustomPrompt="1"/>
          </p:nvPr>
        </p:nvSpPr>
        <p:spPr>
          <a:xfrm xmlns:a="http://schemas.openxmlformats.org/drawingml/2006/main">
            <a:off x="-1" y="0"/>
            <a:ext cx="2841269" cy="415370"/>
          </a:xfrm>
          <a:prstGeom xmlns:a="http://schemas.openxmlformats.org/drawingml/2006/main" prst="rect">
            <a:avLst/>
          </a:prstGeom>
          <a:gradFill xmlns:a="http://schemas.openxmlformats.org/drawingml/2006/main" flip="none" rotWithShape="1">
            <a:gsLst>
              <a:gs pos="0">
                <a:srgbClr val="000000"/>
              </a:gs>
              <a:gs pos="99000">
                <a:srgbClr val="000000"/>
              </a:gs>
              <a:gs pos="99000">
                <a:schemeClr val="accent1"/>
              </a:gs>
            </a:gsLst>
            <a:lin ang="10800000" scaled="1"/>
            <a:tileRect/>
          </a:gradFill>
        </p:spPr>
        <p:txBody>
          <a:bodyPr xmlns:a="http://schemas.openxmlformats.org/drawingml/2006/main" lIns="585216" tIns="91440" bIns="91440"/>
          <a:lstStyle xmlns:a="http://schemas.openxmlformats.org/drawingml/2006/main">
            <a:lvl1pPr marL="0" indent="0">
              <a:buNone/>
              <a:defRPr sz="1499">
                <a:solidFill>
                  <a:srgbClr val="FFFFFF"/>
                </a:solidFill>
                <a:latin typeface="+mj-lt"/>
                <a:ea typeface="+mj-lt"/>
                <a:cs typeface="+mj-lt"/>
              </a:defRPr>
            </a:lvl1pPr>
          </a:lstStyle>
          <a:p xmlns:a="http://schemas.openxmlformats.org/drawingml/2006/main">
            <a:pPr marL="0" lvl="0" indent="0">
              <a:buNone/>
            </a:pPr>
            <a:r>
              <a:t>Click to enter title</a:t>
            </a:r>
          </a:p>
        </p:txBody>
      </p:sp>
      <p:sp>
        <p:nvSpPr>
          <p:cNvPr id="13" name="Text Placeholder 4">
            <a:extLst xmlns:a="http://schemas.openxmlformats.org/drawingml/2006/main">
              <a:ext uri="{FF2B5EF4-FFF2-40B4-BE49-F238E27FC236}">
                <a16:creationId xmlns:a16="http://schemas.microsoft.com/office/drawing/2014/main" id="{47501FD0-A948-CC48-8B11-3BD4F2AE4E8F}"/>
              </a:ext>
            </a:extLst>
          </p:cNvPr>
          <p:cNvSpPr>
            <a:spLocks xmlns:a="http://schemas.openxmlformats.org/drawingml/2006/main" noGrp="1"/>
          </p:cNvSpPr>
          <p:nvPr>
            <p:ph type="body" idx="11" hasCustomPrompt="1"/>
          </p:nvPr>
        </p:nvSpPr>
        <p:spPr>
          <a:xfrm xmlns:a="http://schemas.openxmlformats.org/drawingml/2006/main">
            <a:off x="438150" y="529508"/>
            <a:ext cx="4364831" cy="276999"/>
          </a:xfrm>
        </p:spPr>
        <p:txBody>
          <a:bodyPr xmlns:a="http://schemas.openxmlformats.org/drawingml/2006/main"/>
          <a:lstStyle xmlns:a="http://schemas.openxmlformats.org/drawingml/2006/main">
            <a:lvl1pPr marL="0" indent="0">
              <a:buNone/>
              <a:defRPr sz="1800">
                <a:solidFill>
                  <a:srgbClr val="2F2F2F"/>
                </a:solidFill>
                <a:latin typeface="Consolas"/>
                <a:ea typeface="Consolas"/>
                <a:cs typeface="Consolas"/>
              </a:defRPr>
            </a:lvl1pPr>
            <a:lvl2pPr marL="0" indent="0">
              <a:buNone/>
              <a:defRPr sz="1799">
                <a:gradFill>
                  <a:gsLst>
                    <a:gs pos="61049">
                      <a:schemeClr val="tx1"/>
                    </a:gs>
                    <a:gs pos="43000">
                      <a:schemeClr val="tx1"/>
                    </a:gs>
                  </a:gsLst>
                  <a:lin ang="5400000" scaled="0"/>
                </a:gradFill>
                <a:latin typeface="Consolas"/>
                <a:ea typeface="Consolas"/>
                <a:cs typeface="Consolas"/>
              </a:defRPr>
            </a:lvl2pPr>
            <a:lvl3pPr marL="0" indent="0">
              <a:buNone/>
              <a:defRPr sz="1499">
                <a:gradFill>
                  <a:gsLst>
                    <a:gs pos="61049">
                      <a:schemeClr val="tx1"/>
                    </a:gs>
                    <a:gs pos="43000">
                      <a:schemeClr val="tx1"/>
                    </a:gs>
                  </a:gsLst>
                  <a:lin ang="5400000" scaled="0"/>
                </a:gradFill>
                <a:latin typeface="Consolas"/>
                <a:ea typeface="Consolas"/>
                <a:cs typeface="Consolas"/>
              </a:defRPr>
            </a:lvl3pPr>
            <a:lvl4pPr marL="0" indent="0">
              <a:buNone/>
              <a:defRPr sz="1349">
                <a:gradFill>
                  <a:gsLst>
                    <a:gs pos="61049">
                      <a:schemeClr val="tx1"/>
                    </a:gs>
                    <a:gs pos="43000">
                      <a:schemeClr val="tx1"/>
                    </a:gs>
                  </a:gsLst>
                  <a:lin ang="5400000" scaled="0"/>
                </a:gradFill>
                <a:latin typeface="Consolas"/>
                <a:ea typeface="Consolas"/>
                <a:cs typeface="Consolas"/>
              </a:defRPr>
            </a:lvl4pPr>
            <a:lvl5pPr marL="0" indent="0">
              <a:buNone/>
              <a:defRPr sz="1349">
                <a:gradFill>
                  <a:gsLst>
                    <a:gs pos="61049">
                      <a:schemeClr val="tx1"/>
                    </a:gs>
                    <a:gs pos="43000">
                      <a:schemeClr val="tx1"/>
                    </a:gs>
                  </a:gsLst>
                  <a:lin ang="5400000" scaled="0"/>
                </a:gradFill>
                <a:latin typeface="Consolas"/>
                <a:ea typeface="Consolas"/>
                <a:cs typeface="Consolas"/>
              </a:defRPr>
            </a:lvl5pPr>
          </a:lstStyle>
          <a:p xmlns:a="http://schemas.openxmlformats.org/drawingml/2006/main">
            <a:pPr marL="0" lvl="0" indent="0">
              <a:buNone/>
            </a:pPr>
            <a:r>
              <a:t>Click to edit or paste code</a:t>
            </a:r>
          </a:p>
        </p:txBody>
      </p:sp>
      <p:sp>
        <p:nvSpPr>
          <p:cNvPr id="12" name="Text Placeholder 3">
            <a:extLst xmlns:a="http://schemas.openxmlformats.org/drawingml/2006/main">
              <a:ext uri="{FF2B5EF4-FFF2-40B4-BE49-F238E27FC236}">
                <a16:creationId xmlns:a16="http://schemas.microsoft.com/office/drawing/2014/main" id="{2BB818A5-4223-0847-B6E2-655C7DC7B6B4}"/>
              </a:ext>
            </a:extLst>
          </p:cNvPr>
          <p:cNvSpPr>
            <a:spLocks xmlns:a="http://schemas.openxmlformats.org/drawingml/2006/main" noGrp="1"/>
          </p:cNvSpPr>
          <p:nvPr>
            <p:ph type="body" idx="10" hasCustomPrompt="1"/>
          </p:nvPr>
        </p:nvSpPr>
        <p:spPr>
          <a:xfrm xmlns:a="http://schemas.openxmlformats.org/drawingml/2006/main">
            <a:off x="5681662" y="1002506"/>
            <a:ext cx="3025379" cy="276999"/>
          </a:xfrm>
        </p:spPr>
        <p:txBody>
          <a:bodyPr xmlns:a="http://schemas.openxmlformats.org/drawingml/2006/main" wrap="square">
            <a:spAutoFit/>
          </a:bodyPr>
          <a:lstStyle xmlns:a="http://schemas.openxmlformats.org/drawingml/2006/main">
            <a:lvl1pPr marL="0" indent="0">
              <a:lnSpc>
                <a:spcPct val="100000"/>
              </a:lnSpc>
              <a:spcBef>
                <a:spcPts val="450"/>
              </a:spcBef>
              <a:spcAft>
                <a:spcPts val="0"/>
              </a:spcAft>
              <a:buNone/>
              <a:defRPr sz="1800" b="0" i="0" baseline="0">
                <a:solidFill>
                  <a:schemeClr val="tx1"/>
                </a:solidFill>
                <a:latin typeface="Segoe UI"/>
                <a:ea typeface="Segoe UI"/>
                <a:cs typeface="Segoe UI"/>
              </a:defRPr>
            </a:lvl1pPr>
            <a:lvl2pPr marL="0" indent="0">
              <a:lnSpc>
                <a:spcPct val="100000"/>
              </a:lnSpc>
              <a:spcBef>
                <a:spcPts val="45"/>
              </a:spcBef>
              <a:spcAft>
                <a:spcPts val="45"/>
              </a:spcAft>
              <a:buNone/>
              <a:defRPr sz="1800" b="0" i="0">
                <a:solidFill>
                  <a:srgbClr val="2F2F2F"/>
                </a:solidFill>
                <a:latin typeface="Segoe UI"/>
                <a:ea typeface="Segoe UI"/>
                <a:cs typeface="Segoe UI"/>
              </a:defRPr>
            </a:lvl2pPr>
            <a:lvl3pPr marL="0" indent="0">
              <a:buNone/>
              <a:defRPr/>
            </a:lvl3pPr>
            <a:lvl4pPr marL="0" indent="0">
              <a:buNone/>
              <a:defRPr/>
            </a:lvl4pPr>
            <a:lvl5pPr marL="0" indent="0">
              <a:buNone/>
              <a:defRPr/>
            </a:lvl5pPr>
          </a:lstStyle>
          <a:p xmlns:a="http://schemas.openxmlformats.org/drawingml/2006/main">
            <a:pPr marL="0" lvl="0" indent="0">
              <a:buNone/>
            </a:pPr>
            <a:r>
              <a:t>Click to edit text</a:t>
            </a:r>
          </a:p>
        </p:txBody>
      </p:sp>
    </p:spTree>
  </p:cSld>
</p:sldLayout>
</file>

<file path=ppt/slideLayouts/slideLayout128.xml><?xml version="1.0" encoding="utf-8"?>
<p:sldLayout xmlns:p="http://schemas.openxmlformats.org/presentationml/2006/main" preserve="1">
  <p:cSld name="Demo slide">
    <p:bg>
      <p:bgPr>
        <a:blipFill xmlns:a="http://schemas.openxmlformats.org/drawingml/2006/main" rotWithShape="1">
          <a:blip xmlns:r="http://schemas.openxmlformats.org/officeDocument/2006/relationships" r:embed="Re5365645dc3741fd">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8E20911-F016-4782-BDA1-2B81F4415D74}"/>
              </a:ext>
            </a:extLst>
          </p:cNvPr>
          <p:cNvSpPr>
            <a:spLocks xmlns:a="http://schemas.openxmlformats.org/drawingml/2006/main" noGrp="1"/>
          </p:cNvSpPr>
          <p:nvPr>
            <p:ph type="title" idx="0" hasCustomPrompt="1"/>
          </p:nvPr>
        </p:nvSpPr>
        <p:spPr>
          <a:xfrm xmlns:a="http://schemas.openxmlformats.org/drawingml/2006/main">
            <a:off x="438912" y="2233368"/>
            <a:ext cx="4800600" cy="415498"/>
          </a:xfrm>
          <a:prstGeom xmlns:a="http://schemas.openxmlformats.org/drawingml/2006/main" prst="rect">
            <a:avLst/>
          </a:prstGeom>
          <a:noFill xmlns:a="http://schemas.openxmlformats.org/drawingml/2006/main"/>
        </p:spPr>
        <p:txBody>
          <a:bodyPr xmlns:a="http://schemas.openxmlformats.org/drawingml/2006/main" lIns="0" tIns="0" rIns="0" bIns="0" anchor="b">
            <a:spAutoFit/>
          </a:bodyPr>
          <a:lstStyle xmlns:a="http://schemas.openxmlformats.org/drawingml/2006/main">
            <a:lvl1pPr marL="0" indent="0" algn="l" defTabSz="699557">
              <a:lnSpc>
                <a:spcPct val="90000"/>
              </a:lnSpc>
              <a:spcBef>
                <a:spcPct val="0"/>
              </a:spcBef>
              <a:buNone/>
              <a:defRPr sz="3000" b="0" kern="1200" cap="none" spc="-38" baseline="0">
                <a:ln w="3175">
                  <a:noFill/>
                </a:ln>
                <a:solidFill>
                  <a:srgbClr val="4EFFFE"/>
                </a:solidFill>
                <a:latin typeface="Segoe Sans Display Semibold"/>
                <a:ea typeface="Segoe Sans Display Semibold"/>
                <a:cs typeface="Segoe Sans Display Semibold"/>
              </a:defRPr>
            </a:lvl1pPr>
          </a:lstStyle>
          <a:p xmlns:a="http://schemas.openxmlformats.org/drawingml/2006/main">
            <a:pPr marL="0" marR="0" lvl="0" indent="0" algn="l" defTabSz="699557">
              <a:lnSpc>
                <a:spcPct val="90000"/>
              </a:lnSpc>
              <a:spcBef>
                <a:spcPct val="0"/>
              </a:spcBef>
              <a:spcAft>
                <a:spcPts val="0"/>
              </a:spcAft>
              <a:buClrTx/>
              <a:buSzPct val="90000"/>
              <a:buFont typeface="Wingdings"/>
              <a:buNone/>
            </a:pPr>
            <a:r>
              <a:t>Demo title</a:t>
            </a:r>
          </a:p>
        </p:txBody>
      </p:sp>
      <p:sp>
        <p:nvSpPr>
          <p:cNvPr id="5" name="Text Placeholder 4">
            <a:extLst xmlns:a="http://schemas.openxmlformats.org/drawingml/2006/main">
              <a:ext uri="{FF2B5EF4-FFF2-40B4-BE49-F238E27FC236}">
                <a16:creationId xmlns:a16="http://schemas.microsoft.com/office/drawing/2014/main" id="{E4BA615D-0441-4319-ABE2-9801EA0771F8}"/>
              </a:ext>
            </a:extLst>
          </p:cNvPr>
          <p:cNvSpPr>
            <a:spLocks xmlns:a="http://schemas.openxmlformats.org/drawingml/2006/main" noGrp="1"/>
          </p:cNvSpPr>
          <p:nvPr>
            <p:ph type="body" idx="12" hasCustomPrompt="1"/>
          </p:nvPr>
        </p:nvSpPr>
        <p:spPr>
          <a:xfrm xmlns:a="http://schemas.openxmlformats.org/drawingml/2006/main">
            <a:off x="438912" y="2982990"/>
            <a:ext cx="4800600" cy="184666"/>
          </a:xfrm>
          <a:prstGeom xmlns:a="http://schemas.openxmlformats.org/drawingml/2006/main" prst="rect">
            <a:avLst/>
          </a:prstGeom>
          <a:noFill xmlns:a="http://schemas.openxmlformats.org/drawingml/2006/main"/>
        </p:spPr>
        <p:txBody>
          <a:bodyPr xmlns:a="http://schemas.openxmlformats.org/drawingml/2006/main" lIns="0" tIns="0" rIns="0" bIns="0">
            <a:spAutoFit/>
          </a:bodyPr>
          <a:lstStyle xmlns:a="http://schemas.openxmlformats.org/drawingml/2006/main">
            <a:lvl1pPr marL="0" indent="0">
              <a:spcBef>
                <a:spcPts val="0"/>
              </a:spcBef>
              <a:spcAft>
                <a:spcPts val="0"/>
              </a:spcAft>
              <a:buFont typeface="Arial"/>
              <a:buNone/>
              <a:defRPr sz="1200" spc="0" baseline="0">
                <a:solidFill>
                  <a:schemeClr val="tx1"/>
                </a:solidFill>
                <a:latin typeface="+mn-lt"/>
                <a:ea typeface="+mn-lt"/>
                <a:cs typeface="+mn-lt"/>
              </a:defRPr>
            </a:lvl1pPr>
          </a:lstStyle>
          <a:p xmlns:a="http://schemas.openxmlformats.org/drawingml/2006/main">
            <a:pPr marL="0" lvl="0" indent="0">
              <a:buNone/>
            </a:pPr>
            <a:r>
              <a:t>Speaker name</a:t>
            </a:r>
          </a:p>
        </p:txBody>
      </p:sp>
    </p:spTree>
  </p:cSld>
</p:sldLayout>
</file>

<file path=ppt/slideLayouts/slideLayout129.xml><?xml version="1.0" encoding="utf-8"?>
<p:sldLayout xmlns:p="http://schemas.openxmlformats.org/presentationml/2006/main" preserve="1">
  <p:cSld name="Demo slide 2">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1C2E39A-059A-4754-B076-CDF439F35182}"/>
              </a:ext>
            </a:extLst>
          </p:cNvPr>
          <p:cNvSpPr>
            <a:spLocks xmlns:a="http://schemas.openxmlformats.org/drawingml/2006/main" noGrp="1"/>
          </p:cNvSpPr>
          <p:nvPr>
            <p:ph type="title" idx="0" hasCustomPrompt="1"/>
          </p:nvPr>
        </p:nvSpPr>
        <p:spPr>
          <a:xfrm xmlns:a="http://schemas.openxmlformats.org/drawingml/2006/main">
            <a:off x="438912" y="2233367"/>
            <a:ext cx="6858000" cy="415499"/>
          </a:xfrm>
          <a:prstGeom xmlns:a="http://schemas.openxmlformats.org/drawingml/2006/main" prst="rect">
            <a:avLst/>
          </a:prstGeom>
          <a:noFill xmlns:a="http://schemas.openxmlformats.org/drawingml/2006/main"/>
        </p:spPr>
        <p:txBody>
          <a:bodyPr xmlns:a="http://schemas.openxmlformats.org/drawingml/2006/main" lIns="0" tIns="0" rIns="0" bIns="0" anchor="b">
            <a:spAutoFit/>
          </a:bodyPr>
          <a:lstStyle xmlns:a="http://schemas.openxmlformats.org/drawingml/2006/main">
            <a:lvl1pPr marL="0" indent="0" algn="l" defTabSz="699557">
              <a:lnSpc>
                <a:spcPct val="90000"/>
              </a:lnSpc>
              <a:spcBef>
                <a:spcPct val="0"/>
              </a:spcBef>
              <a:buNone/>
              <a:defRPr sz="3000" b="0" kern="1200" cap="none" spc="-38" baseline="0">
                <a:ln w="3175">
                  <a:noFill/>
                </a:ln>
                <a:solidFill>
                  <a:schemeClr val="tx1"/>
                </a:solidFill>
                <a:latin typeface="+mj-lt"/>
                <a:ea typeface="+mj-lt"/>
                <a:cs typeface="+mj-lt"/>
              </a:defRPr>
            </a:lvl1pPr>
          </a:lstStyle>
          <a:p xmlns:a="http://schemas.openxmlformats.org/drawingml/2006/main">
            <a:r>
              <a:t>Demo title</a:t>
            </a:r>
          </a:p>
        </p:txBody>
      </p:sp>
      <p:sp>
        <p:nvSpPr>
          <p:cNvPr id="5" name="Text Placeholder 4">
            <a:extLst xmlns:a="http://schemas.openxmlformats.org/drawingml/2006/main">
              <a:ext uri="{FF2B5EF4-FFF2-40B4-BE49-F238E27FC236}">
                <a16:creationId xmlns:a16="http://schemas.microsoft.com/office/drawing/2014/main" id="{BFF28DB4-8C55-421A-BE08-57ED5D999A0B}"/>
              </a:ext>
            </a:extLst>
          </p:cNvPr>
          <p:cNvSpPr>
            <a:spLocks xmlns:a="http://schemas.openxmlformats.org/drawingml/2006/main" noGrp="1"/>
          </p:cNvSpPr>
          <p:nvPr>
            <p:ph type="body" idx="12" hasCustomPrompt="1"/>
          </p:nvPr>
        </p:nvSpPr>
        <p:spPr>
          <a:xfrm xmlns:a="http://schemas.openxmlformats.org/drawingml/2006/main">
            <a:off x="438912" y="2982990"/>
            <a:ext cx="6858000" cy="184666"/>
          </a:xfrm>
          <a:prstGeom xmlns:a="http://schemas.openxmlformats.org/drawingml/2006/main" prst="rect">
            <a:avLst/>
          </a:prstGeom>
          <a:noFill xmlns:a="http://schemas.openxmlformats.org/drawingml/2006/main"/>
        </p:spPr>
        <p:txBody>
          <a:bodyPr xmlns:a="http://schemas.openxmlformats.org/drawingml/2006/main" lIns="0" tIns="0" rIns="0" bIns="0">
            <a:spAutoFit/>
          </a:bodyPr>
          <a:lstStyle xmlns:a="http://schemas.openxmlformats.org/drawingml/2006/main">
            <a:lvl1pPr marL="0" indent="0">
              <a:spcBef>
                <a:spcPts val="0"/>
              </a:spcBef>
              <a:spcAft>
                <a:spcPts val="0"/>
              </a:spcAft>
              <a:buFont typeface="Arial"/>
              <a:buNone/>
              <a:defRPr sz="1200" spc="0" baseline="0">
                <a:solidFill>
                  <a:schemeClr val="tx1"/>
                </a:solidFill>
                <a:latin typeface="+mn-lt"/>
                <a:ea typeface="+mn-lt"/>
                <a:cs typeface="+mn-lt"/>
              </a:defRPr>
            </a:lvl1pPr>
          </a:lstStyle>
          <a:p xmlns:a="http://schemas.openxmlformats.org/drawingml/2006/main">
            <a:pPr marL="0" lvl="0" indent="0">
              <a:buNone/>
            </a:pPr>
            <a:r>
              <a:t>Speaker name</a:t>
            </a:r>
          </a:p>
        </p:txBody>
      </p:sp>
    </p:spTree>
  </p:cSld>
</p:sldLayout>
</file>

<file path=ppt/slideLayouts/slideLayout130.xml><?xml version="1.0" encoding="utf-8"?>
<p:sldLayout xmlns:p="http://schemas.openxmlformats.org/presentationml/2006/main" preserve="1">
  <p:cSld name="Section Title">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79C5165-4E34-4CC2-AA3B-BD4B0D7B2B3C}"/>
              </a:ext>
            </a:extLst>
          </p:cNvPr>
          <p:cNvSpPr>
            <a:spLocks xmlns:a="http://schemas.openxmlformats.org/drawingml/2006/main" noGrp="1"/>
          </p:cNvSpPr>
          <p:nvPr>
            <p:ph type="title" idx="0" hasCustomPrompt="1"/>
          </p:nvPr>
        </p:nvSpPr>
        <p:spPr>
          <a:xfrm xmlns:a="http://schemas.openxmlformats.org/drawingml/2006/main">
            <a:off x="438912" y="2235307"/>
            <a:ext cx="5006340" cy="415498"/>
          </a:xfrm>
          <a:prstGeom xmlns:a="http://schemas.openxmlformats.org/drawingml/2006/main" prst="rect">
            <a:avLst/>
          </a:prstGeom>
          <a:noFill xmlns:a="http://schemas.openxmlformats.org/drawingml/2006/main"/>
        </p:spPr>
        <p:txBody>
          <a:bodyPr xmlns:a="http://schemas.openxmlformats.org/drawingml/2006/main" lIns="0" tIns="0" rIns="0" bIns="0" anchor="b">
            <a:spAutoFit/>
          </a:bodyPr>
          <a:lstStyle xmlns:a="http://schemas.openxmlformats.org/drawingml/2006/main">
            <a:lvl1pPr marL="0" indent="0" algn="l" defTabSz="699557">
              <a:lnSpc>
                <a:spcPct val="90000"/>
              </a:lnSpc>
              <a:spcBef>
                <a:spcPct val="0"/>
              </a:spcBef>
              <a:buNone/>
              <a:defRPr sz="3000" b="0" kern="1200" cap="none" spc="-38" baseline="0">
                <a:ln w="3175">
                  <a:noFill/>
                </a:ln>
                <a:solidFill>
                  <a:srgbClr val="4EFFFE"/>
                </a:solidFill>
                <a:latin typeface="Segoe Sans Display Semibold"/>
                <a:ea typeface="Segoe Sans Display Semibold"/>
                <a:cs typeface="Segoe Sans Display Semibold"/>
              </a:defRPr>
            </a:lvl1pPr>
          </a:lstStyle>
          <a:p xmlns:a="http://schemas.openxmlformats.org/drawingml/2006/main">
            <a:pPr marL="0" marR="0" lvl="0" indent="0" algn="l" defTabSz="699557">
              <a:lnSpc>
                <a:spcPct val="90000"/>
              </a:lnSpc>
              <a:spcBef>
                <a:spcPct val="0"/>
              </a:spcBef>
              <a:spcAft>
                <a:spcPts val="0"/>
              </a:spcAft>
              <a:buClrTx/>
              <a:buSzPct val="90000"/>
              <a:buFont typeface="Wingdings"/>
              <a:buNone/>
            </a:pPr>
            <a:r>
              <a:t>Section title</a:t>
            </a:r>
          </a:p>
        </p:txBody>
      </p:sp>
      <p:pic>
        <p:nvPicPr>
          <p:cNvPr id="4" name="Picture 3">
            <a:extLst xmlns:a="http://schemas.openxmlformats.org/drawingml/2006/main">
              <a:ext uri="{FF2B5EF4-FFF2-40B4-BE49-F238E27FC236}">
                <a16:creationId xmlns:a16="http://schemas.microsoft.com/office/drawing/2014/main" id="{FCFD4B7B-E6B2-4A27-BD49-BBA285F2CFB8}"/>
              </a:ext>
            </a:extLst>
          </p:cNvPr>
          <p:cNvPicPr>
            <a:picLocks xmlns:a="http://schemas.openxmlformats.org/drawingml/2006/main" noChangeAspect="1"/>
          </p:cNvPicPr>
          <p:nvPr/>
        </p:nvPicPr>
        <p:blipFill>
          <a:blip xmlns:r="http://schemas.openxmlformats.org/officeDocument/2006/relationships" xmlns:a="http://schemas.openxmlformats.org/drawingml/2006/main" r:embed="Rda559fb520d3451d"/>
          <a:srcRect xmlns:a="http://schemas.openxmlformats.org/drawingml/2006/main" l="11008" t="0" r="8017" b="55921"/>
          <a:stretch xmlns:a="http://schemas.openxmlformats.org/drawingml/2006/main">
            <a:fillRect l="0" t="0" r="0" b="0"/>
          </a:stretch>
        </p:blipFill>
        <p:spPr>
          <a:xfrm xmlns:a="http://schemas.openxmlformats.org/drawingml/2006/main" flipH="1">
            <a:off x="0" y="2808423"/>
            <a:ext cx="9144000" cy="2335078"/>
          </a:xfrm>
          <a:prstGeom xmlns:a="http://schemas.openxmlformats.org/drawingml/2006/main" prst="rect">
            <a:avLst/>
          </a:prstGeom>
        </p:spPr>
      </p:pic>
    </p:spTree>
  </p:cSld>
</p:sldLayout>
</file>

<file path=ppt/slideLayouts/slideLayout131.xml><?xml version="1.0" encoding="utf-8"?>
<p:sldLayout xmlns:p="http://schemas.openxmlformats.org/presentationml/2006/main" preserve="1">
  <p:cSld name="Section Title 2">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E64173E-2421-45F9-B927-9C4509B8FC6F}"/>
              </a:ext>
            </a:extLst>
          </p:cNvPr>
          <p:cNvSpPr>
            <a:spLocks xmlns:a="http://schemas.openxmlformats.org/drawingml/2006/main" noGrp="1"/>
          </p:cNvSpPr>
          <p:nvPr>
            <p:ph type="title" idx="0" hasCustomPrompt="1"/>
          </p:nvPr>
        </p:nvSpPr>
        <p:spPr>
          <a:xfrm xmlns:a="http://schemas.openxmlformats.org/drawingml/2006/main">
            <a:off x="438912" y="2235306"/>
            <a:ext cx="6858000" cy="415499"/>
          </a:xfrm>
          <a:prstGeom xmlns:a="http://schemas.openxmlformats.org/drawingml/2006/main" prst="rect">
            <a:avLst/>
          </a:prstGeom>
          <a:noFill xmlns:a="http://schemas.openxmlformats.org/drawingml/2006/main"/>
        </p:spPr>
        <p:txBody>
          <a:bodyPr xmlns:a="http://schemas.openxmlformats.org/drawingml/2006/main" lIns="0" tIns="0" rIns="0" bIns="0" anchor="b">
            <a:spAutoFit/>
          </a:bodyPr>
          <a:lstStyle xmlns:a="http://schemas.openxmlformats.org/drawingml/2006/main">
            <a:lvl1pPr marL="0" indent="0" algn="l" defTabSz="699557">
              <a:lnSpc>
                <a:spcPct val="90000"/>
              </a:lnSpc>
              <a:spcBef>
                <a:spcPct val="0"/>
              </a:spcBef>
              <a:buNone/>
              <a:defRPr sz="3000" b="0" kern="1200" cap="none" spc="-38" baseline="0">
                <a:ln w="3175">
                  <a:noFill/>
                </a:ln>
                <a:solidFill>
                  <a:schemeClr val="tx1"/>
                </a:solidFill>
                <a:latin typeface="+mj-lt"/>
                <a:ea typeface="+mj-lt"/>
                <a:cs typeface="+mj-lt"/>
              </a:defRPr>
            </a:lvl1pPr>
          </a:lstStyle>
          <a:p xmlns:a="http://schemas.openxmlformats.org/drawingml/2006/main">
            <a:r>
              <a:t>Section title</a:t>
            </a:r>
          </a:p>
        </p:txBody>
      </p:sp>
    </p:spTree>
  </p:cSld>
</p:sldLayout>
</file>

<file path=ppt/slideLayouts/slideLayout132.xml><?xml version="1.0" encoding="utf-8"?>
<p:sldLayout xmlns:p="http://schemas.openxmlformats.org/presentationml/2006/main" preserve="1">
  <p:cSld name="Blank">
    <p:spTree>
      <p:nvGrpSpPr>
        <p:cNvPr id="1" name=""/>
        <p:cNvGrpSpPr/>
        <p:nvPr/>
      </p:nvGrpSpPr>
      <p:grpSpPr>
        <a:xfrm xmlns:a="http://schemas.openxmlformats.org/drawingml/2006/main"/>
      </p:grpSpPr>
    </p:spTree>
  </p:cSld>
</p:sldLayout>
</file>

<file path=ppt/slideLayouts/slideLayout133.xml><?xml version="1.0" encoding="utf-8"?>
<p:sldLayout xmlns:p="http://schemas.openxmlformats.org/presentationml/2006/main" preserve="1">
  <p:cSld name="Blank 2">
    <p:bg>
      <p:bgRef idx="1001">
        <a:schemeClr xmlns:a="http://schemas.openxmlformats.org/drawingml/2006/main" val="bg2"/>
      </p:bgRef>
    </p:bg>
    <p:spTree>
      <p:nvGrpSpPr>
        <p:cNvPr id="1" name=""/>
        <p:cNvGrpSpPr/>
        <p:nvPr/>
      </p:nvGrpSpPr>
      <p:grpSpPr>
        <a:xfrm xmlns:a="http://schemas.openxmlformats.org/drawingml/2006/main"/>
      </p:grpSpPr>
    </p:spTree>
  </p:cSld>
</p:sldLayout>
</file>

<file path=ppt/slideLayouts/slideLayout134.xml><?xml version="1.0" encoding="utf-8"?>
<p:sldLayout xmlns:p="http://schemas.openxmlformats.org/presentationml/2006/main" preserve="1">
  <p:cSld name="Closing logo slide">
    <p:bg>
      <p:bgRef idx="1001">
        <a:schemeClr xmlns:a="http://schemas.openxmlformats.org/drawingml/2006/main" val="bg2"/>
      </p:bgRef>
    </p:bg>
    <p:spTree>
      <p:nvGrpSpPr>
        <p:cNvPr id="1" name=""/>
        <p:cNvGrpSpPr/>
        <p:nvPr/>
      </p:nvGrpSpPr>
      <p:grpSpPr>
        <a:xfrm xmlns:a="http://schemas.openxmlformats.org/drawingml/2006/main"/>
      </p:grpSpPr>
      <p:sp>
        <p:nvSpPr>
          <p:cNvPr id="2" name="Text Box 3">
            <a:extLst xmlns:a="http://schemas.openxmlformats.org/drawingml/2006/main">
              <a:ext uri="{FF2B5EF4-FFF2-40B4-BE49-F238E27FC236}">
                <a16:creationId xmlns:a16="http://schemas.microsoft.com/office/drawing/2014/main" id="{13361656-4644-476A-9C4D-4FE644B3AA99}"/>
              </a:ext>
            </a:extLst>
          </p:cNvPr>
          <p:cNvSpPr>
            <a:spLocks xmlns:a="http://schemas.openxmlformats.org/drawingml/2006/main" noGrp="1"/>
          </p:cNvSpPr>
          <p:nvPr/>
        </p:nvSpPr>
        <p:spPr>
          <a:xfrm xmlns:a="http://schemas.openxmlformats.org/drawingml/2006/main">
            <a:off x="438150" y="4620988"/>
            <a:ext cx="3361593" cy="80791"/>
          </a:xfrm>
          <a:prstGeom xmlns:a="http://schemas.openxmlformats.org/drawingml/2006/main" prst="rect">
            <a:avLst/>
          </a:prstGeom>
          <a:noFill xmlns:a="http://schemas.openxmlformats.org/drawingml/2006/main"/>
          <a:ln xmlns:a="http://schemas.openxmlformats.org/drawingml/2006/main" w="12700">
            <a:noFill/>
            <a:miter/>
            <a:headEnd type="none" w="sm" len="sm"/>
            <a:tailEnd type="none" w="sm" len="sm"/>
          </a:ln>
        </p:spPr>
        <p:txBody>
          <a:bodyPr xmlns:a="http://schemas.openxmlformats.org/drawingml/2006/main" vert="horz" wrap="square" lIns="0" tIns="0" rIns="0" bIns="0" anchor="b">
            <a:spAutoFit/>
          </a:bodyPr>
          <a:lstStyle xmlns:a="http://schemas.openxmlformats.org/drawingml/2006/main"/>
          <a:p xmlns:a="http://schemas.openxmlformats.org/drawingml/2006/main">
            <a:pPr marL="0" indent="0" defTabSz="699218">
              <a:buNone/>
            </a:pPr>
            <a:r>
              <a:rPr sz="525">
                <a:solidFill>
                  <a:schemeClr val="tx1"/>
                </a:solidFill>
              </a:rPr>
              <a:t>© Copyright Microsoft Corporation. All rights reserved. </a:t>
            </a:r>
          </a:p>
        </p:txBody>
      </p:sp>
      <p:pic>
        <p:nvPicPr>
          <p:cNvPr id="5" name="MS logo white - EMF">
            <a:extLst xmlns:a="http://schemas.openxmlformats.org/drawingml/2006/main">
              <a:ext uri="{FF2B5EF4-FFF2-40B4-BE49-F238E27FC236}">
                <a16:creationId xmlns:a16="http://schemas.microsoft.com/office/drawing/2014/main" id="{3405CF36-3701-4882-A8A4-BAA6253E76D8}"/>
              </a:ext>
            </a:extLst>
          </p:cNvPr>
          <p:cNvPicPr>
            <a:picLocks xmlns:a="http://schemas.openxmlformats.org/drawingml/2006/main" noChangeAspect="1"/>
          </p:cNvPicPr>
          <p:nvPr/>
        </p:nvPicPr>
        <p:blipFill>
          <a:blip xmlns:r="http://schemas.openxmlformats.org/officeDocument/2006/relationships" xmlns:a="http://schemas.openxmlformats.org/drawingml/2006/main" r:embed="R2667b28dedd441c1"/>
          <a:stretch xmlns:a="http://schemas.openxmlformats.org/drawingml/2006/main">
            <a:fillRect l="0" t="0" r="0" b="0"/>
          </a:stretch>
        </p:blipFill>
        <p:spPr>
          <a:xfrm xmlns:a="http://schemas.openxmlformats.org/drawingml/2006/main">
            <a:off x="438150" y="439341"/>
            <a:ext cx="1024684" cy="219456"/>
          </a:xfrm>
          <a:prstGeom xmlns:a="http://schemas.openxmlformats.org/drawingml/2006/main" prst="rect">
            <a:avLst/>
          </a:prstGeom>
        </p:spPr>
      </p:pic>
    </p:spTree>
  </p:cSld>
</p:sldLayout>
</file>

<file path=ppt/slideLayouts/slideLayout135.xml><?xml version="1.0" encoding="utf-8"?>
<p:sldLayout xmlns:p="http://schemas.openxmlformats.org/presentationml/2006/main" preserve="1">
  <p:cSld name="Black Notes slide Layout">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858CA995-7438-4FA7-99DD-015DF2DFC5E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marL="0" indent="0">
              <a:buNone/>
              <a:defRPr b="0">
                <a:solidFill>
                  <a:schemeClr val="tx1"/>
                </a:solidFill>
                <a:latin typeface="Segoe UI"/>
                <a:ea typeface="Segoe UI"/>
                <a:cs typeface="Segoe UI"/>
              </a:defRPr>
            </a:lvl1pPr>
          </a:lstStyle>
          <a:p xmlns:a="http://schemas.openxmlformats.org/drawingml/2006/main">
            <a:r>
              <a:t>Click to edit Master title style</a:t>
            </a:r>
          </a:p>
        </p:txBody>
      </p:sp>
      <p:sp>
        <p:nvSpPr>
          <p:cNvPr id="5" name="Text Placeholder 4">
            <a:extLst xmlns:a="http://schemas.openxmlformats.org/drawingml/2006/main">
              <a:ext uri="{FF2B5EF4-FFF2-40B4-BE49-F238E27FC236}">
                <a16:creationId xmlns:a16="http://schemas.microsoft.com/office/drawing/2014/main" id="{F4B6606D-2DF9-48CD-BBE9-B751BF55CD2B}"/>
              </a:ext>
            </a:extLst>
          </p:cNvPr>
          <p:cNvSpPr>
            <a:spLocks xmlns:a="http://schemas.openxmlformats.org/drawingml/2006/main" noGrp="1"/>
          </p:cNvSpPr>
          <p:nvPr>
            <p:ph type="body" idx="12"/>
          </p:nvPr>
        </p:nvSpPr>
        <p:spPr>
          <a:xfrm xmlns:a="http://schemas.openxmlformats.org/drawingml/2006/main">
            <a:off x="438150" y="1077516"/>
            <a:ext cx="8264129" cy="1661993"/>
          </a:xfrm>
        </p:spPr>
        <p:txBody>
          <a:bodyPr xmlns:a="http://schemas.openxmlformats.org/drawingml/2006/main">
            <a:spAutoFit/>
          </a:bodyPr>
          <a:lstStyle xmlns:a="http://schemas.openxmlformats.org/drawingml/2006/main">
            <a:lvl1pPr marL="0" indent="0">
              <a:buNone/>
              <a:defRPr sz="2700">
                <a:latin typeface="+mn-lt"/>
                <a:ea typeface="+mn-lt"/>
                <a:cs typeface="+mn-lt"/>
              </a:defRPr>
            </a:lvl1pPr>
            <a:lvl2pPr marL="0" indent="0">
              <a:buNone/>
              <a:defRPr sz="2100">
                <a:latin typeface="+mn-lt"/>
                <a:ea typeface="+mn-lt"/>
                <a:cs typeface="+mn-lt"/>
              </a:defRPr>
            </a:lvl2pPr>
            <a:lvl3pPr marL="0" indent="0">
              <a:buNone/>
              <a:defRPr sz="1800">
                <a:latin typeface="+mn-lt"/>
                <a:ea typeface="+mn-lt"/>
                <a:cs typeface="+mn-lt"/>
              </a:defRPr>
            </a:lvl3pPr>
            <a:lvl4pPr marL="0" indent="0">
              <a:buNone/>
              <a:defRPr sz="1500">
                <a:latin typeface="+mn-lt"/>
                <a:ea typeface="+mn-lt"/>
                <a:cs typeface="+mn-lt"/>
              </a:defRPr>
            </a:lvl4pPr>
            <a:lvl5pPr marL="0" indent="0">
              <a:buNone/>
              <a:defRPr sz="1350">
                <a:latin typeface="+mn-lt"/>
                <a:ea typeface="+mn-lt"/>
                <a:cs typeface="+mn-lt"/>
              </a:defRPr>
            </a:lvl5pPr>
          </a:lstStyle>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sp>
        <p:nvSpPr>
          <p:cNvPr id="4" name="Next slide">
            <a:extLst xmlns:a="http://schemas.openxmlformats.org/drawingml/2006/main">
              <a:ext uri="{FF2B5EF4-FFF2-40B4-BE49-F238E27FC236}">
                <a16:creationId xmlns:a16="http://schemas.microsoft.com/office/drawing/2014/main" id="{65549F89-6F6F-42BC-A7E9-DF651E478AA9}"/>
              </a:ext>
            </a:extLst>
          </p:cNvPr>
          <p:cNvSpPr>
            <a:spLocks xmlns:a="http://schemas.openxmlformats.org/drawingml/2006/main" noGrp="1"/>
          </p:cNvSpPr>
          <p:nvPr>
            <p:ph type="body" idx="11" hasCustomPrompt="1"/>
          </p:nvPr>
        </p:nvSpPr>
        <p:spPr>
          <a:xfrm xmlns:a="http://schemas.openxmlformats.org/drawingml/2006/main">
            <a:off x="1" y="4701779"/>
            <a:ext cx="9144001" cy="441722"/>
          </a:xfrm>
          <a:prstGeom xmlns:a="http://schemas.openxmlformats.org/drawingml/2006/main" prst="rect">
            <a:avLst/>
          </a:prstGeom>
          <a:solidFill xmlns:a="http://schemas.openxmlformats.org/drawingml/2006/main">
            <a:srgbClr val="FFFF99"/>
          </a:solidFill>
        </p:spPr>
        <p:txBody>
          <a:bodyPr xmlns:a="http://schemas.openxmlformats.org/drawingml/2006/main" wrap="square" lIns="155457" tIns="77729" rIns="155457" bIns="45720" anchor="b">
            <a:noAutofit/>
          </a:bodyPr>
          <a:lstStyle xmlns:a="http://schemas.openxmlformats.org/drawingml/2006/main">
            <a:lvl1pPr marL="0" indent="0" algn="r">
              <a:buFont typeface="Arial"/>
              <a:buNone/>
              <a:defRPr sz="2775" spc="-38" baseline="0">
                <a:solidFill>
                  <a:srgbClr val="000000"/>
                </a:solidFill>
                <a:latin typeface="Segoe UI"/>
                <a:ea typeface="Segoe UI"/>
                <a:cs typeface="Segoe UI"/>
              </a:defRPr>
            </a:lvl1pPr>
          </a:lstStyle>
          <a:p xmlns:a="http://schemas.openxmlformats.org/drawingml/2006/main">
            <a:pPr marL="0" lvl="0" indent="0">
              <a:buNone/>
            </a:pPr>
            <a:r>
              <a:t>Next:</a:t>
            </a:r>
          </a:p>
        </p:txBody>
      </p:sp>
    </p:spTree>
  </p:cSld>
</p:sldLayout>
</file>

<file path=ppt/slideLayouts/slideLayout136.xml><?xml version="1.0" encoding="utf-8"?>
<p:sldLayout xmlns:p="http://schemas.openxmlformats.org/presentationml/2006/main" preserve="1" userDrawn="1">
  <p:cSld name="Test pattern">
    <p:spTree>
      <p:nvGrpSpPr>
        <p:cNvPr id="1" name=""/>
        <p:cNvGrpSpPr/>
        <p:nvPr/>
      </p:nvGrpSpPr>
      <p:grpSpPr>
        <a:xfrm xmlns:a="http://schemas.openxmlformats.org/drawingml/2006/main"/>
      </p:grpSpPr>
      <p:pic>
        <p:nvPicPr>
          <p:cNvPr id="4" name="Picture 3">
            <a:extLst xmlns:a="http://schemas.openxmlformats.org/drawingml/2006/main">
              <a:ext uri="{FF2B5EF4-FFF2-40B4-BE49-F238E27FC236}">
                <a16:creationId xmlns:a16="http://schemas.microsoft.com/office/drawing/2014/main" id="{48479E31-147C-4866-AB31-A44ECB175828}"/>
              </a:ext>
            </a:extLst>
          </p:cNvPr>
          <p:cNvPicPr>
            <a:picLocks xmlns:a="http://schemas.openxmlformats.org/drawingml/2006/main" noChangeAspect="1"/>
          </p:cNvPicPr>
          <p:nvPr/>
        </p:nvPicPr>
        <p:blipFill>
          <a:blip xmlns:r="http://schemas.openxmlformats.org/officeDocument/2006/relationships" xmlns:a="http://schemas.openxmlformats.org/drawingml/2006/main" r:embed="Rd3505f1a51e04359"/>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f9ac0f5d2a1c4b87" /><Relationship Type="http://schemas.openxmlformats.org/officeDocument/2006/relationships/image" Target="/ppt/media/image.svg" Id="R3c5803c5c45d445f" /><Relationship Type="http://schemas.openxmlformats.org/officeDocument/2006/relationships/theme" Target="/ppt/slideMasters/theme/theme2.xml" Id="R996c08521a114ee6" /><Relationship Type="http://schemas.openxmlformats.org/officeDocument/2006/relationships/slideLayout" Target="/ppt/slideLayouts/slideLayout1.xml" Id="Ra6765dd8878e4a8d" /><Relationship Type="http://schemas.openxmlformats.org/officeDocument/2006/relationships/slideLayout" Target="/ppt/slideLayouts/slideLayout2.xml" Id="R5f2a2f8973ce4c62" /><Relationship Type="http://schemas.openxmlformats.org/officeDocument/2006/relationships/slideLayout" Target="/ppt/slideLayouts/slideLayout3.xml" Id="Rada1a73abeee4d85" /><Relationship Type="http://schemas.openxmlformats.org/officeDocument/2006/relationships/slideLayout" Target="/ppt/slideLayouts/slideLayout4.xml" Id="R10cd31f2cdaa46c9" /><Relationship Type="http://schemas.openxmlformats.org/officeDocument/2006/relationships/slideLayout" Target="/ppt/slideLayouts/slideLayout5.xml" Id="R2e918636d4a04f77" /><Relationship Type="http://schemas.openxmlformats.org/officeDocument/2006/relationships/slideLayout" Target="/ppt/slideLayouts/slideLayout6.xml" Id="R8c8bf9f910d04e5e" /><Relationship Type="http://schemas.openxmlformats.org/officeDocument/2006/relationships/slideLayout" Target="/ppt/slideLayouts/slideLayout7.xml" Id="Rf0c3551a19ea4cf8" /><Relationship Type="http://schemas.openxmlformats.org/officeDocument/2006/relationships/slideLayout" Target="/ppt/slideLayouts/slideLayout8.xml" Id="R4dfe257744e24350" /><Relationship Type="http://schemas.openxmlformats.org/officeDocument/2006/relationships/slideLayout" Target="/ppt/slideLayouts/slideLayout9.xml" Id="R244a57b0e4144c71" /><Relationship Type="http://schemas.openxmlformats.org/officeDocument/2006/relationships/slideLayout" Target="/ppt/slideLayouts/slideLayout10.xml" Id="Rc94ab9b4e64246b5" /><Relationship Type="http://schemas.openxmlformats.org/officeDocument/2006/relationships/slideLayout" Target="/ppt/slideLayouts/slideLayout11.xml" Id="R269aacc16fab4165" /><Relationship Type="http://schemas.openxmlformats.org/officeDocument/2006/relationships/slideLayout" Target="/ppt/slideLayouts/slideLayout12.xml" Id="Rf55420e5a8e64663" /><Relationship Type="http://schemas.openxmlformats.org/officeDocument/2006/relationships/slideLayout" Target="/ppt/slideLayouts/slideLayout13.xml" Id="R476c8f16a06d45db" /><Relationship Type="http://schemas.openxmlformats.org/officeDocument/2006/relationships/slideLayout" Target="/ppt/slideLayouts/slideLayout14.xml" Id="R76d0c0045c174868" /><Relationship Type="http://schemas.openxmlformats.org/officeDocument/2006/relationships/slideLayout" Target="/ppt/slideLayouts/slideLayout15.xml" Id="R89d8362aebe14fba" /><Relationship Type="http://schemas.openxmlformats.org/officeDocument/2006/relationships/slideLayout" Target="/ppt/slideLayouts/slideLayout16.xml" Id="Rdc050d9357574732" /><Relationship Type="http://schemas.openxmlformats.org/officeDocument/2006/relationships/slideLayout" Target="/ppt/slideLayouts/slideLayout17.xml" Id="R12f7ee581ae24cd2" /><Relationship Type="http://schemas.openxmlformats.org/officeDocument/2006/relationships/slideLayout" Target="/ppt/slideLayouts/slideLayout18.xml" Id="R0da72d4cdd1f4135" /><Relationship Type="http://schemas.openxmlformats.org/officeDocument/2006/relationships/slideLayout" Target="/ppt/slideLayouts/slideLayout19.xml" Id="Rb19b3c9aefb24b92" /><Relationship Type="http://schemas.openxmlformats.org/officeDocument/2006/relationships/slideLayout" Target="/ppt/slideLayouts/slideLayout20.xml" Id="R0efddab766bb4a2d" /><Relationship Type="http://schemas.openxmlformats.org/officeDocument/2006/relationships/slideLayout" Target="/ppt/slideLayouts/slideLayout21.xml" Id="R5cd9c37ca08a4c82" /><Relationship Type="http://schemas.openxmlformats.org/officeDocument/2006/relationships/slideLayout" Target="/ppt/slideLayouts/slideLayout22.xml" Id="Ra44343dd0ebb420c" /><Relationship Type="http://schemas.openxmlformats.org/officeDocument/2006/relationships/slideLayout" Target="/ppt/slideLayouts/slideLayout23.xml" Id="R1729b17ab01a422e" /><Relationship Type="http://schemas.openxmlformats.org/officeDocument/2006/relationships/slideLayout" Target="/ppt/slideLayouts/slideLayout24.xml" Id="R430f2f358f5b4a35" /><Relationship Type="http://schemas.openxmlformats.org/officeDocument/2006/relationships/slideLayout" Target="/ppt/slideLayouts/slideLayout25.xml" Id="R8c4a10580cf240e6" /><Relationship Type="http://schemas.openxmlformats.org/officeDocument/2006/relationships/slideLayout" Target="/ppt/slideLayouts/slideLayout26.xml" Id="R809240c2c0e64746" /><Relationship Type="http://schemas.openxmlformats.org/officeDocument/2006/relationships/slideLayout" Target="/ppt/slideLayouts/slideLayout27.xml" Id="R2ef2e6491ee04333" /><Relationship Type="http://schemas.openxmlformats.org/officeDocument/2006/relationships/slideLayout" Target="/ppt/slideLayouts/slideLayout28.xml" Id="Rd8d5b159c2644a21" /><Relationship Type="http://schemas.openxmlformats.org/officeDocument/2006/relationships/slideLayout" Target="/ppt/slideLayouts/slideLayout29.xml" Id="R8108972d1520491b" /><Relationship Type="http://schemas.openxmlformats.org/officeDocument/2006/relationships/slideLayout" Target="/ppt/slideLayouts/slideLayout30.xml" Id="R5621bff3ed0646a4" /><Relationship Type="http://schemas.openxmlformats.org/officeDocument/2006/relationships/slideLayout" Target="/ppt/slideLayouts/slideLayout31.xml" Id="R6cc442780ed145c8" /><Relationship Type="http://schemas.openxmlformats.org/officeDocument/2006/relationships/slideLayout" Target="/ppt/slideLayouts/slideLayout32.xml" Id="R47326e7814d24d9c" /><Relationship Type="http://schemas.openxmlformats.org/officeDocument/2006/relationships/slideLayout" Target="/ppt/slideLayouts/slideLayout33.xml" Id="R1c1b877e7a114826" /><Relationship Type="http://schemas.openxmlformats.org/officeDocument/2006/relationships/slideLayout" Target="/ppt/slideLayouts/slideLayout34.xml" Id="R08327e74399a4a6a" /><Relationship Type="http://schemas.openxmlformats.org/officeDocument/2006/relationships/slideLayout" Target="/ppt/slideLayouts/slideLayout35.xml" Id="Rf263c6bab23f49cb" /><Relationship Type="http://schemas.openxmlformats.org/officeDocument/2006/relationships/slideLayout" Target="/ppt/slideLayouts/slideLayout36.xml" Id="R9cbb8c11d5be44d7" /><Relationship Type="http://schemas.openxmlformats.org/officeDocument/2006/relationships/slideLayout" Target="/ppt/slideLayouts/slideLayout37.xml" Id="Rcebc847430e4435d" /><Relationship Type="http://schemas.openxmlformats.org/officeDocument/2006/relationships/slideLayout" Target="/ppt/slideLayouts/slideLayout38.xml" Id="R1fabe325460947e8" /><Relationship Type="http://schemas.openxmlformats.org/officeDocument/2006/relationships/slideLayout" Target="/ppt/slideLayouts/slideLayout39.xml" Id="R8de39646532c4c87" /><Relationship Type="http://schemas.openxmlformats.org/officeDocument/2006/relationships/slideLayout" Target="/ppt/slideLayouts/slideLayout40.xml" Id="R9adee12fab4b4e23" /><Relationship Type="http://schemas.openxmlformats.org/officeDocument/2006/relationships/slideLayout" Target="/ppt/slideLayouts/slideLayout41.xml" Id="R1f773393ab734514" /><Relationship Type="http://schemas.openxmlformats.org/officeDocument/2006/relationships/slideLayout" Target="/ppt/slideLayouts/slideLayout42.xml" Id="R0a6d99c4ad7043d8" /><Relationship Type="http://schemas.openxmlformats.org/officeDocument/2006/relationships/slideLayout" Target="/ppt/slideLayouts/slideLayout43.xml" Id="R4ae0f26d483e4771" /><Relationship Type="http://schemas.openxmlformats.org/officeDocument/2006/relationships/slideLayout" Target="/ppt/slideLayouts/slideLayout44.xml" Id="R0fa5951e97c84a20" /><Relationship Type="http://schemas.openxmlformats.org/officeDocument/2006/relationships/slideLayout" Target="/ppt/slideLayouts/slideLayout45.xml" Id="R7eb42cb528414e0b" /><Relationship Type="http://schemas.openxmlformats.org/officeDocument/2006/relationships/slideLayout" Target="/ppt/slideLayouts/slideLayout46.xml" Id="R72ab643902be4c2c" /><Relationship Type="http://schemas.openxmlformats.org/officeDocument/2006/relationships/slideLayout" Target="/ppt/slideLayouts/slideLayout47.xml" Id="R966e87720437403c" /><Relationship Type="http://schemas.openxmlformats.org/officeDocument/2006/relationships/slideLayout" Target="/ppt/slideLayouts/slideLayout48.xml" Id="R92034d21c51b4434" /><Relationship Type="http://schemas.openxmlformats.org/officeDocument/2006/relationships/slideLayout" Target="/ppt/slideLayouts/slideLayout49.xml" Id="R5eadfe6ab81440af" /><Relationship Type="http://schemas.openxmlformats.org/officeDocument/2006/relationships/slideLayout" Target="/ppt/slideLayouts/slideLayout50.xml" Id="Rd49b5cd4df6149c5" /><Relationship Type="http://schemas.openxmlformats.org/officeDocument/2006/relationships/slideLayout" Target="/ppt/slideLayouts/slideLayout51.xml" Id="R8a88ea87aca949e9" /><Relationship Type="http://schemas.openxmlformats.org/officeDocument/2006/relationships/slideLayout" Target="/ppt/slideLayouts/slideLayout52.xml" Id="R11ca69aaaa00427f" /><Relationship Type="http://schemas.openxmlformats.org/officeDocument/2006/relationships/slideLayout" Target="/ppt/slideLayouts/slideLayout53.xml" Id="R57a1379e4e8f4175" /><Relationship Type="http://schemas.openxmlformats.org/officeDocument/2006/relationships/slideLayout" Target="/ppt/slideLayouts/slideLayout54.xml" Id="Rd699b330457c4a0a" /></Relationships>
</file>

<file path=ppt/slideMasters/_rels/slideMaster2.xml.rels>&#65279;<?xml version="1.0" encoding="utf-8"?><Relationships xmlns="http://schemas.openxmlformats.org/package/2006/relationships"><Relationship Type="http://schemas.openxmlformats.org/officeDocument/2006/relationships/image" Target="/ppt/media/image.png" Id="R97908d938e7c4fe1" /><Relationship Type="http://schemas.openxmlformats.org/officeDocument/2006/relationships/image" Target="/ppt/media/image.svg" Id="Rd4f2c47984544203" /><Relationship Type="http://schemas.openxmlformats.org/officeDocument/2006/relationships/theme" Target="/ppt/slideMasters/theme/theme3.xml" Id="R5d9e4a676e9a4dc9" /><Relationship Type="http://schemas.openxmlformats.org/officeDocument/2006/relationships/slideLayout" Target="/ppt/slideLayouts/slideLayout55.xml" Id="Rbe3e2442aa054133" /><Relationship Type="http://schemas.openxmlformats.org/officeDocument/2006/relationships/slideLayout" Target="/ppt/slideLayouts/slideLayout56.xml" Id="R46b659f0d7864e1c" /><Relationship Type="http://schemas.openxmlformats.org/officeDocument/2006/relationships/slideLayout" Target="/ppt/slideLayouts/slideLayout57.xml" Id="Rd5a0e20474834618" /><Relationship Type="http://schemas.openxmlformats.org/officeDocument/2006/relationships/slideLayout" Target="/ppt/slideLayouts/slideLayout58.xml" Id="R1759fe25a54c4e3f" /><Relationship Type="http://schemas.openxmlformats.org/officeDocument/2006/relationships/slideLayout" Target="/ppt/slideLayouts/slideLayout59.xml" Id="Rf0001e1589364b30" /><Relationship Type="http://schemas.openxmlformats.org/officeDocument/2006/relationships/slideLayout" Target="/ppt/slideLayouts/slideLayout60.xml" Id="Re904f01ec45247fa" /><Relationship Type="http://schemas.openxmlformats.org/officeDocument/2006/relationships/slideLayout" Target="/ppt/slideLayouts/slideLayout61.xml" Id="Rc04e5d540b0b4851" /><Relationship Type="http://schemas.openxmlformats.org/officeDocument/2006/relationships/slideLayout" Target="/ppt/slideLayouts/slideLayout62.xml" Id="R3bd61ce07c3c4ba1" /><Relationship Type="http://schemas.openxmlformats.org/officeDocument/2006/relationships/slideLayout" Target="/ppt/slideLayouts/slideLayout63.xml" Id="Rb31b687c89ff4039" /><Relationship Type="http://schemas.openxmlformats.org/officeDocument/2006/relationships/slideLayout" Target="/ppt/slideLayouts/slideLayout64.xml" Id="R58516bb17f7d4230" /><Relationship Type="http://schemas.openxmlformats.org/officeDocument/2006/relationships/slideLayout" Target="/ppt/slideLayouts/slideLayout65.xml" Id="R9630cc9907c34010" /><Relationship Type="http://schemas.openxmlformats.org/officeDocument/2006/relationships/slideLayout" Target="/ppt/slideLayouts/slideLayout66.xml" Id="Rb0d70e7b1bf64222" /><Relationship Type="http://schemas.openxmlformats.org/officeDocument/2006/relationships/slideLayout" Target="/ppt/slideLayouts/slideLayout67.xml" Id="R521c8f26a95244b8" /><Relationship Type="http://schemas.openxmlformats.org/officeDocument/2006/relationships/slideLayout" Target="/ppt/slideLayouts/slideLayout68.xml" Id="Ra77d9179cedc4222" /><Relationship Type="http://schemas.openxmlformats.org/officeDocument/2006/relationships/slideLayout" Target="/ppt/slideLayouts/slideLayout69.xml" Id="R5b53abee6eb64f7f" /><Relationship Type="http://schemas.openxmlformats.org/officeDocument/2006/relationships/slideLayout" Target="/ppt/slideLayouts/slideLayout70.xml" Id="R9b71bcfc39c640ba" /></Relationships>
</file>

<file path=ppt/slideMasters/_rels/slideMaster3.xml.rels>&#65279;<?xml version="1.0" encoding="utf-8"?><Relationships xmlns="http://schemas.openxmlformats.org/package/2006/relationships"><Relationship Type="http://schemas.openxmlformats.org/officeDocument/2006/relationships/image" Target="/ppt/media/image.png" Id="R301eb54d01d64086" /><Relationship Type="http://schemas.openxmlformats.org/officeDocument/2006/relationships/image" Target="/ppt/media/image.svg" Id="R5c563e4d8e2445a8" /><Relationship Type="http://schemas.openxmlformats.org/officeDocument/2006/relationships/theme" Target="/ppt/slideMasters/theme/theme4.xml" Id="Rb4f21ca3650e49fd" /><Relationship Type="http://schemas.openxmlformats.org/officeDocument/2006/relationships/slideLayout" Target="/ppt/slideLayouts/slideLayout71.xml" Id="Rc9af010709304e8b" /><Relationship Type="http://schemas.openxmlformats.org/officeDocument/2006/relationships/slideLayout" Target="/ppt/slideLayouts/slideLayout72.xml" Id="R66fa249df67c4bae" /><Relationship Type="http://schemas.openxmlformats.org/officeDocument/2006/relationships/slideLayout" Target="/ppt/slideLayouts/slideLayout73.xml" Id="R887b93578e404a0d" /><Relationship Type="http://schemas.openxmlformats.org/officeDocument/2006/relationships/slideLayout" Target="/ppt/slideLayouts/slideLayout74.xml" Id="Rcd4ceafb604649c4" /><Relationship Type="http://schemas.openxmlformats.org/officeDocument/2006/relationships/slideLayout" Target="/ppt/slideLayouts/slideLayout75.xml" Id="R7142512c0d4b4ea9" /><Relationship Type="http://schemas.openxmlformats.org/officeDocument/2006/relationships/slideLayout" Target="/ppt/slideLayouts/slideLayout76.xml" Id="R1074e97fe64149f5" /><Relationship Type="http://schemas.openxmlformats.org/officeDocument/2006/relationships/slideLayout" Target="/ppt/slideLayouts/slideLayout77.xml" Id="R4165ddbce39249a8" /><Relationship Type="http://schemas.openxmlformats.org/officeDocument/2006/relationships/slideLayout" Target="/ppt/slideLayouts/slideLayout78.xml" Id="R7d9037471d0f48af" /><Relationship Type="http://schemas.openxmlformats.org/officeDocument/2006/relationships/slideLayout" Target="/ppt/slideLayouts/slideLayout79.xml" Id="Rcc53e2280689407c" /><Relationship Type="http://schemas.openxmlformats.org/officeDocument/2006/relationships/slideLayout" Target="/ppt/slideLayouts/slideLayout80.xml" Id="R500d095b2f4e4907" /><Relationship Type="http://schemas.openxmlformats.org/officeDocument/2006/relationships/slideLayout" Target="/ppt/slideLayouts/slideLayout81.xml" Id="R99f3d5a070014686" /><Relationship Type="http://schemas.openxmlformats.org/officeDocument/2006/relationships/slideLayout" Target="/ppt/slideLayouts/slideLayout82.xml" Id="Rc2f7dd9a5da14851" /><Relationship Type="http://schemas.openxmlformats.org/officeDocument/2006/relationships/slideLayout" Target="/ppt/slideLayouts/slideLayout83.xml" Id="Rdd53dcf951d54683" /><Relationship Type="http://schemas.openxmlformats.org/officeDocument/2006/relationships/slideLayout" Target="/ppt/slideLayouts/slideLayout84.xml" Id="Red799bef12e74a8a" /><Relationship Type="http://schemas.openxmlformats.org/officeDocument/2006/relationships/slideLayout" Target="/ppt/slideLayouts/slideLayout85.xml" Id="Rbec1364dd1254a6a" /><Relationship Type="http://schemas.openxmlformats.org/officeDocument/2006/relationships/slideLayout" Target="/ppt/slideLayouts/slideLayout86.xml" Id="R1acc9377c0ec4155" /><Relationship Type="http://schemas.openxmlformats.org/officeDocument/2006/relationships/slideLayout" Target="/ppt/slideLayouts/slideLayout87.xml" Id="R9521dc95d1704b03" /></Relationships>
</file>

<file path=ppt/slideMasters/_rels/slideMaster4.xml.rels>&#65279;<?xml version="1.0" encoding="utf-8"?><Relationships xmlns="http://schemas.openxmlformats.org/package/2006/relationships"><Relationship Type="http://schemas.openxmlformats.org/officeDocument/2006/relationships/image" Target="/ppt/media/image.png" Id="R6c4fe95083f04fac" /><Relationship Type="http://schemas.openxmlformats.org/officeDocument/2006/relationships/image" Target="/ppt/media/image.svg" Id="R731534b272a64fc6" /><Relationship Type="http://schemas.openxmlformats.org/officeDocument/2006/relationships/theme" Target="/ppt/slideMasters/theme/theme5.xml" Id="Rd1e93a98c9314f43" /><Relationship Type="http://schemas.openxmlformats.org/officeDocument/2006/relationships/slideLayout" Target="/ppt/slideLayouts/slideLayout88.xml" Id="Ra6921e13581e49d4" /><Relationship Type="http://schemas.openxmlformats.org/officeDocument/2006/relationships/slideLayout" Target="/ppt/slideLayouts/slideLayout89.xml" Id="R4742153323224853" /><Relationship Type="http://schemas.openxmlformats.org/officeDocument/2006/relationships/slideLayout" Target="/ppt/slideLayouts/slideLayout90.xml" Id="R7b7bc78715a94d89" /><Relationship Type="http://schemas.openxmlformats.org/officeDocument/2006/relationships/slideLayout" Target="/ppt/slideLayouts/slideLayout91.xml" Id="R430be8e6a38e4d32" /><Relationship Type="http://schemas.openxmlformats.org/officeDocument/2006/relationships/slideLayout" Target="/ppt/slideLayouts/slideLayout92.xml" Id="R14362bb21b614460" /><Relationship Type="http://schemas.openxmlformats.org/officeDocument/2006/relationships/slideLayout" Target="/ppt/slideLayouts/slideLayout93.xml" Id="Rb1ddda7321e74903" /><Relationship Type="http://schemas.openxmlformats.org/officeDocument/2006/relationships/slideLayout" Target="/ppt/slideLayouts/slideLayout94.xml" Id="R88585cb9137b4e22" /><Relationship Type="http://schemas.openxmlformats.org/officeDocument/2006/relationships/slideLayout" Target="/ppt/slideLayouts/slideLayout95.xml" Id="Rcb4d6cf744fd4632" /><Relationship Type="http://schemas.openxmlformats.org/officeDocument/2006/relationships/slideLayout" Target="/ppt/slideLayouts/slideLayout96.xml" Id="Ra42aeaf3e9b24a1e" /><Relationship Type="http://schemas.openxmlformats.org/officeDocument/2006/relationships/slideLayout" Target="/ppt/slideLayouts/slideLayout97.xml" Id="R15f8dabe954e48b6" /><Relationship Type="http://schemas.openxmlformats.org/officeDocument/2006/relationships/slideLayout" Target="/ppt/slideLayouts/slideLayout98.xml" Id="R3223ae692f284dfb" /><Relationship Type="http://schemas.openxmlformats.org/officeDocument/2006/relationships/slideLayout" Target="/ppt/slideLayouts/slideLayout99.xml" Id="R3a4313e2ae78470d" /><Relationship Type="http://schemas.openxmlformats.org/officeDocument/2006/relationships/slideLayout" Target="/ppt/slideLayouts/slideLayout100.xml" Id="R4f3d1bb0fd034c00" /><Relationship Type="http://schemas.openxmlformats.org/officeDocument/2006/relationships/slideLayout" Target="/ppt/slideLayouts/slideLayout101.xml" Id="R76f80201ea2141cf" /><Relationship Type="http://schemas.openxmlformats.org/officeDocument/2006/relationships/slideLayout" Target="/ppt/slideLayouts/slideLayout102.xml" Id="R3ec5e256ae97498e" /><Relationship Type="http://schemas.openxmlformats.org/officeDocument/2006/relationships/slideLayout" Target="/ppt/slideLayouts/slideLayout103.xml" Id="R52ae54e2e1a14259" /><Relationship Type="http://schemas.openxmlformats.org/officeDocument/2006/relationships/slideLayout" Target="/ppt/slideLayouts/slideLayout104.xml" Id="Rc28597bea9504868" /><Relationship Type="http://schemas.openxmlformats.org/officeDocument/2006/relationships/slideLayout" Target="/ppt/slideLayouts/slideLayout105.xml" Id="R0b898f5673ab4397" /><Relationship Type="http://schemas.openxmlformats.org/officeDocument/2006/relationships/slideLayout" Target="/ppt/slideLayouts/slideLayout106.xml" Id="Rb664abfd13e54508" /><Relationship Type="http://schemas.openxmlformats.org/officeDocument/2006/relationships/slideLayout" Target="/ppt/slideLayouts/slideLayout107.xml" Id="R22277016551d43d1" /><Relationship Type="http://schemas.openxmlformats.org/officeDocument/2006/relationships/slideLayout" Target="/ppt/slideLayouts/slideLayout108.xml" Id="R3eec78a5d9134d51" /><Relationship Type="http://schemas.openxmlformats.org/officeDocument/2006/relationships/slideLayout" Target="/ppt/slideLayouts/slideLayout109.xml" Id="Rbbcc205068054457" /><Relationship Type="http://schemas.openxmlformats.org/officeDocument/2006/relationships/slideLayout" Target="/ppt/slideLayouts/slideLayout110.xml" Id="Rf1cf83665eb14554" /><Relationship Type="http://schemas.openxmlformats.org/officeDocument/2006/relationships/slideLayout" Target="/ppt/slideLayouts/slideLayout111.xml" Id="R383344aee5a2402b" /><Relationship Type="http://schemas.openxmlformats.org/officeDocument/2006/relationships/slideLayout" Target="/ppt/slideLayouts/slideLayout112.xml" Id="R0a6b5594ca044982" /><Relationship Type="http://schemas.openxmlformats.org/officeDocument/2006/relationships/slideLayout" Target="/ppt/slideLayouts/slideLayout113.xml" Id="R2ac516d6d10b4b95" /><Relationship Type="http://schemas.openxmlformats.org/officeDocument/2006/relationships/slideLayout" Target="/ppt/slideLayouts/slideLayout114.xml" Id="Red7a9dcae8684c85" /><Relationship Type="http://schemas.openxmlformats.org/officeDocument/2006/relationships/slideLayout" Target="/ppt/slideLayouts/slideLayout115.xml" Id="R26e4e02fb16c462e" /><Relationship Type="http://schemas.openxmlformats.org/officeDocument/2006/relationships/slideLayout" Target="/ppt/slideLayouts/slideLayout116.xml" Id="Ra53e7a12e5c749d1" /><Relationship Type="http://schemas.openxmlformats.org/officeDocument/2006/relationships/slideLayout" Target="/ppt/slideLayouts/slideLayout117.xml" Id="Rfed6c7138a2242c3" /><Relationship Type="http://schemas.openxmlformats.org/officeDocument/2006/relationships/slideLayout" Target="/ppt/slideLayouts/slideLayout118.xml" Id="Rb25813bb1c21460d" /><Relationship Type="http://schemas.openxmlformats.org/officeDocument/2006/relationships/slideLayout" Target="/ppt/slideLayouts/slideLayout119.xml" Id="R88b2ea9c07494250" /><Relationship Type="http://schemas.openxmlformats.org/officeDocument/2006/relationships/slideLayout" Target="/ppt/slideLayouts/slideLayout120.xml" Id="R253c57a98ced4f22" /><Relationship Type="http://schemas.openxmlformats.org/officeDocument/2006/relationships/slideLayout" Target="/ppt/slideLayouts/slideLayout121.xml" Id="R262340d77f144adf" /><Relationship Type="http://schemas.openxmlformats.org/officeDocument/2006/relationships/slideLayout" Target="/ppt/slideLayouts/slideLayout122.xml" Id="Rdb1e684bad1442bb" /><Relationship Type="http://schemas.openxmlformats.org/officeDocument/2006/relationships/slideLayout" Target="/ppt/slideLayouts/slideLayout123.xml" Id="R20835fbe36514af9" /><Relationship Type="http://schemas.openxmlformats.org/officeDocument/2006/relationships/slideLayout" Target="/ppt/slideLayouts/slideLayout124.xml" Id="R6903addc1ece4100" /><Relationship Type="http://schemas.openxmlformats.org/officeDocument/2006/relationships/slideLayout" Target="/ppt/slideLayouts/slideLayout125.xml" Id="R002dc9ff46b742aa" /><Relationship Type="http://schemas.openxmlformats.org/officeDocument/2006/relationships/slideLayout" Target="/ppt/slideLayouts/slideLayout126.xml" Id="R693e81fa6d734841" /><Relationship Type="http://schemas.openxmlformats.org/officeDocument/2006/relationships/slideLayout" Target="/ppt/slideLayouts/slideLayout127.xml" Id="R0b0806867f654175" /><Relationship Type="http://schemas.openxmlformats.org/officeDocument/2006/relationships/slideLayout" Target="/ppt/slideLayouts/slideLayout128.xml" Id="R31f72cc0af194692" /><Relationship Type="http://schemas.openxmlformats.org/officeDocument/2006/relationships/slideLayout" Target="/ppt/slideLayouts/slideLayout129.xml" Id="R74b7cfd958814a2f" /><Relationship Type="http://schemas.openxmlformats.org/officeDocument/2006/relationships/slideLayout" Target="/ppt/slideLayouts/slideLayout130.xml" Id="R1844186a6f054d74" /><Relationship Type="http://schemas.openxmlformats.org/officeDocument/2006/relationships/slideLayout" Target="/ppt/slideLayouts/slideLayout131.xml" Id="R8542aa5daa8c4c8d" /><Relationship Type="http://schemas.openxmlformats.org/officeDocument/2006/relationships/slideLayout" Target="/ppt/slideLayouts/slideLayout132.xml" Id="Rbfa21620731a439c" /><Relationship Type="http://schemas.openxmlformats.org/officeDocument/2006/relationships/slideLayout" Target="/ppt/slideLayouts/slideLayout133.xml" Id="Rdeb0a0b57f294060" /><Relationship Type="http://schemas.openxmlformats.org/officeDocument/2006/relationships/slideLayout" Target="/ppt/slideLayouts/slideLayout134.xml" Id="Ref6335993dcc4efd" /><Relationship Type="http://schemas.openxmlformats.org/officeDocument/2006/relationships/slideLayout" Target="/ppt/slideLayouts/slideLayout135.xml" Id="R86b09a426d134bbf" /><Relationship Type="http://schemas.openxmlformats.org/officeDocument/2006/relationships/slideLayout" Target="/ppt/slideLayouts/slideLayout136.xml" Id="R3200a5e49640491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55FF7C52-FD56-480C-80CC-D238A963D6BE}"/>
              </a:ext>
            </a:extLst>
          </p:cNvPr>
          <p:cNvSpPr>
            <a:spLocks xmlns:a="http://schemas.openxmlformats.org/drawingml/2006/main" noGrp="1"/>
          </p:cNvSpPr>
          <p:nvPr>
            <p:ph type="title" idx="0"/>
          </p:nvPr>
        </p:nvSpPr>
        <p:spPr>
          <a:xfrm xmlns:a="http://schemas.openxmlformats.org/drawingml/2006/main">
            <a:off x="441197" y="342900"/>
            <a:ext cx="8263890" cy="553998"/>
          </a:xfrm>
          <a:prstGeom xmlns:a="http://schemas.openxmlformats.org/drawingml/2006/main" prst="rect">
            <a:avLst/>
          </a:prstGeom>
        </p:spPr>
        <p:txBody>
          <a:bodyPr xmlns:a="http://schemas.openxmlformats.org/drawingml/2006/main" vert="horz" wrap="square" lIns="0" tIns="0" rIns="0" bIns="0" anchor="t">
            <a:spAutoFit/>
          </a:bodyPr>
          <a:lstStyle xmlns:a="http://schemas.openxmlformats.org/drawingml/2006/main"/>
          <a:p xmlns:a="http://schemas.openxmlformats.org/drawingml/2006/main">
            <a:r>
              <a:t>Click to edit Master title style</a:t>
            </a:r>
          </a:p>
        </p:txBody>
      </p:sp>
      <p:sp>
        <p:nvSpPr>
          <p:cNvPr id="4" name="Text Placeholder 3">
            <a:extLst xmlns:a="http://schemas.openxmlformats.org/drawingml/2006/main">
              <a:ext uri="{FF2B5EF4-FFF2-40B4-BE49-F238E27FC236}">
                <a16:creationId xmlns:a16="http://schemas.microsoft.com/office/drawing/2014/main" id="{C55DBBD1-AFA6-4576-89EF-DCBDA7B3C18D}"/>
              </a:ext>
            </a:extLst>
          </p:cNvPr>
          <p:cNvSpPr>
            <a:spLocks xmlns:a="http://schemas.openxmlformats.org/drawingml/2006/main" noGrp="1"/>
          </p:cNvSpPr>
          <p:nvPr>
            <p:ph type="body" idx="1"/>
          </p:nvPr>
        </p:nvSpPr>
        <p:spPr>
          <a:xfrm xmlns:a="http://schemas.openxmlformats.org/drawingml/2006/main">
            <a:off x="438150" y="1076628"/>
            <a:ext cx="8263890" cy="1612749"/>
          </a:xfrm>
          <a:prstGeom xmlns:a="http://schemas.openxmlformats.org/drawingml/2006/main" prst="rect">
            <a:avLst/>
          </a:prstGeom>
        </p:spPr>
        <p:txBody>
          <a:bodyPr xmlns:a="http://schemas.openxmlformats.org/drawingml/2006/main" vert="horz" wrap="square" lIns="0" tIns="0" rIns="0" bIns="0">
            <a:spAutoFit/>
          </a:bodyPr>
          <a:lstStyle xmlns:a="http://schemas.openxmlformats.org/drawingml/2006/main"/>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pic>
        <p:nvPicPr>
          <p:cNvPr id="144" name="Graphic 143">
            <a:extLst xmlns:a="http://schemas.openxmlformats.org/drawingml/2006/main">
              <a:ext uri="{FF2B5EF4-FFF2-40B4-BE49-F238E27FC236}">
                <a16:creationId xmlns:a16="http://schemas.microsoft.com/office/drawing/2014/main" id="{C8841962-3B0D-4277-B541-47522F446039}"/>
              </a:ext>
            </a:extLst>
          </p:cNvPr>
          <p:cNvPicPr>
            <a:picLocks xmlns:a="http://schemas.openxmlformats.org/drawingml/2006/main" noChangeAspect="1"/>
          </p:cNvPicPr>
          <p:nvPr/>
        </p:nvPicPr>
        <p:blipFill>
          <a:blip xmlns:r="http://schemas.openxmlformats.org/officeDocument/2006/relationships" xmlns:a="http://schemas.openxmlformats.org/drawingml/2006/main" r:embed="Rf9ac0f5d2a1c4b87">
            <a:extLst>
              <a:ext uri="{96DAC541-7B7A-43D3-8B79-37D633B846F1}">
                <asvg:svgBlip xmlns:asvg="http://schemas.microsoft.com/office/drawing/2016/SVG/main" r:embed="R3c5803c5c45d445f"/>
              </a:ext>
            </a:extLst>
          </a:blip>
          <a:srcRect xmlns:a="http://schemas.openxmlformats.org/drawingml/2006/main" l="0" t="0" r="0" b="0"/>
          <a:stretch xmlns:a="http://schemas.openxmlformats.org/drawingml/2006/main"/>
        </p:blipFill>
        <p:spPr>
          <a:xfrm xmlns:a="http://schemas.openxmlformats.org/drawingml/2006/main" rot="5400000">
            <a:off x="7132439" y="2057400"/>
            <a:ext cx="5143500" cy="1028700"/>
          </a:xfrm>
          <a:prstGeom xmlns:a="http://schemas.openxmlformats.org/drawingml/2006/main" prst="rect">
            <a:avLst/>
          </a:prstGeom>
        </p:spPr>
      </p:pic>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a6765dd8878e4a8d"/>
    <p:sldLayoutId xmlns:r="http://schemas.openxmlformats.org/officeDocument/2006/relationships" id="2147483650" r:id="R5f2a2f8973ce4c62"/>
    <p:sldLayoutId xmlns:r="http://schemas.openxmlformats.org/officeDocument/2006/relationships" id="2147483651" r:id="Rada1a73abeee4d85"/>
    <p:sldLayoutId xmlns:r="http://schemas.openxmlformats.org/officeDocument/2006/relationships" id="2147483652" r:id="R10cd31f2cdaa46c9"/>
    <p:sldLayoutId xmlns:r="http://schemas.openxmlformats.org/officeDocument/2006/relationships" id="2147483653" r:id="R2e918636d4a04f77"/>
    <p:sldLayoutId xmlns:r="http://schemas.openxmlformats.org/officeDocument/2006/relationships" id="2147483654" r:id="R8c8bf9f910d04e5e"/>
    <p:sldLayoutId xmlns:r="http://schemas.openxmlformats.org/officeDocument/2006/relationships" id="2147483655" r:id="Rf0c3551a19ea4cf8"/>
    <p:sldLayoutId xmlns:r="http://schemas.openxmlformats.org/officeDocument/2006/relationships" id="2147483656" r:id="R4dfe257744e24350"/>
    <p:sldLayoutId xmlns:r="http://schemas.openxmlformats.org/officeDocument/2006/relationships" id="2147483657" r:id="R244a57b0e4144c71"/>
    <p:sldLayoutId xmlns:r="http://schemas.openxmlformats.org/officeDocument/2006/relationships" id="2147483658" r:id="Rc94ab9b4e64246b5"/>
    <p:sldLayoutId xmlns:r="http://schemas.openxmlformats.org/officeDocument/2006/relationships" id="2147483659" r:id="R269aacc16fab4165"/>
    <p:sldLayoutId xmlns:r="http://schemas.openxmlformats.org/officeDocument/2006/relationships" id="2147483660" r:id="Rf55420e5a8e64663"/>
    <p:sldLayoutId xmlns:r="http://schemas.openxmlformats.org/officeDocument/2006/relationships" id="2147483661" r:id="R476c8f16a06d45db"/>
    <p:sldLayoutId xmlns:r="http://schemas.openxmlformats.org/officeDocument/2006/relationships" id="2147483662" r:id="R76d0c0045c174868"/>
    <p:sldLayoutId xmlns:r="http://schemas.openxmlformats.org/officeDocument/2006/relationships" id="2147483663" r:id="R89d8362aebe14fba"/>
    <p:sldLayoutId xmlns:r="http://schemas.openxmlformats.org/officeDocument/2006/relationships" id="2147483664" r:id="Rdc050d9357574732"/>
    <p:sldLayoutId xmlns:r="http://schemas.openxmlformats.org/officeDocument/2006/relationships" id="2147483665" r:id="R12f7ee581ae24cd2"/>
    <p:sldLayoutId xmlns:r="http://schemas.openxmlformats.org/officeDocument/2006/relationships" id="2147483666" r:id="R0da72d4cdd1f4135"/>
    <p:sldLayoutId xmlns:r="http://schemas.openxmlformats.org/officeDocument/2006/relationships" id="2147483667" r:id="Rb19b3c9aefb24b92"/>
    <p:sldLayoutId xmlns:r="http://schemas.openxmlformats.org/officeDocument/2006/relationships" id="2147483668" r:id="R0efddab766bb4a2d"/>
    <p:sldLayoutId xmlns:r="http://schemas.openxmlformats.org/officeDocument/2006/relationships" id="2147483669" r:id="R5cd9c37ca08a4c82"/>
    <p:sldLayoutId xmlns:r="http://schemas.openxmlformats.org/officeDocument/2006/relationships" id="2147483670" r:id="Ra44343dd0ebb420c"/>
    <p:sldLayoutId xmlns:r="http://schemas.openxmlformats.org/officeDocument/2006/relationships" id="2147483671" r:id="R1729b17ab01a422e"/>
    <p:sldLayoutId xmlns:r="http://schemas.openxmlformats.org/officeDocument/2006/relationships" id="2147483672" r:id="R430f2f358f5b4a35"/>
    <p:sldLayoutId xmlns:r="http://schemas.openxmlformats.org/officeDocument/2006/relationships" id="2147483673" r:id="R8c4a10580cf240e6"/>
    <p:sldLayoutId xmlns:r="http://schemas.openxmlformats.org/officeDocument/2006/relationships" id="2147483674" r:id="R809240c2c0e64746"/>
    <p:sldLayoutId xmlns:r="http://schemas.openxmlformats.org/officeDocument/2006/relationships" id="2147483675" r:id="R2ef2e6491ee04333"/>
    <p:sldLayoutId xmlns:r="http://schemas.openxmlformats.org/officeDocument/2006/relationships" id="2147483676" r:id="Rd8d5b159c2644a21"/>
    <p:sldLayoutId xmlns:r="http://schemas.openxmlformats.org/officeDocument/2006/relationships" id="2147483677" r:id="R8108972d1520491b"/>
    <p:sldLayoutId xmlns:r="http://schemas.openxmlformats.org/officeDocument/2006/relationships" id="2147483678" r:id="R5621bff3ed0646a4"/>
    <p:sldLayoutId xmlns:r="http://schemas.openxmlformats.org/officeDocument/2006/relationships" id="2147483679" r:id="R6cc442780ed145c8"/>
    <p:sldLayoutId xmlns:r="http://schemas.openxmlformats.org/officeDocument/2006/relationships" id="2147483680" r:id="R47326e7814d24d9c"/>
    <p:sldLayoutId xmlns:r="http://schemas.openxmlformats.org/officeDocument/2006/relationships" id="2147483681" r:id="R1c1b877e7a114826"/>
    <p:sldLayoutId xmlns:r="http://schemas.openxmlformats.org/officeDocument/2006/relationships" id="2147483682" r:id="R08327e74399a4a6a"/>
    <p:sldLayoutId xmlns:r="http://schemas.openxmlformats.org/officeDocument/2006/relationships" id="2147483683" r:id="Rf263c6bab23f49cb"/>
    <p:sldLayoutId xmlns:r="http://schemas.openxmlformats.org/officeDocument/2006/relationships" id="2147483684" r:id="R9cbb8c11d5be44d7"/>
    <p:sldLayoutId xmlns:r="http://schemas.openxmlformats.org/officeDocument/2006/relationships" id="2147483685" r:id="Rcebc847430e4435d"/>
    <p:sldLayoutId xmlns:r="http://schemas.openxmlformats.org/officeDocument/2006/relationships" id="2147483686" r:id="R1fabe325460947e8"/>
    <p:sldLayoutId xmlns:r="http://schemas.openxmlformats.org/officeDocument/2006/relationships" id="2147483687" r:id="R8de39646532c4c87"/>
    <p:sldLayoutId xmlns:r="http://schemas.openxmlformats.org/officeDocument/2006/relationships" id="2147483688" r:id="R9adee12fab4b4e23"/>
    <p:sldLayoutId xmlns:r="http://schemas.openxmlformats.org/officeDocument/2006/relationships" id="2147483689" r:id="R1f773393ab734514"/>
    <p:sldLayoutId xmlns:r="http://schemas.openxmlformats.org/officeDocument/2006/relationships" id="2147483690" r:id="R0a6d99c4ad7043d8"/>
    <p:sldLayoutId xmlns:r="http://schemas.openxmlformats.org/officeDocument/2006/relationships" id="2147483691" r:id="R4ae0f26d483e4771"/>
    <p:sldLayoutId xmlns:r="http://schemas.openxmlformats.org/officeDocument/2006/relationships" id="2147483692" r:id="R0fa5951e97c84a20"/>
    <p:sldLayoutId xmlns:r="http://schemas.openxmlformats.org/officeDocument/2006/relationships" id="2147483693" r:id="R7eb42cb528414e0b"/>
    <p:sldLayoutId xmlns:r="http://schemas.openxmlformats.org/officeDocument/2006/relationships" id="2147483694" r:id="R72ab643902be4c2c"/>
    <p:sldLayoutId xmlns:r="http://schemas.openxmlformats.org/officeDocument/2006/relationships" id="2147483695" r:id="R966e87720437403c"/>
    <p:sldLayoutId xmlns:r="http://schemas.openxmlformats.org/officeDocument/2006/relationships" id="2147483696" r:id="R92034d21c51b4434"/>
    <p:sldLayoutId xmlns:r="http://schemas.openxmlformats.org/officeDocument/2006/relationships" id="2147483697" r:id="R5eadfe6ab81440af"/>
    <p:sldLayoutId xmlns:r="http://schemas.openxmlformats.org/officeDocument/2006/relationships" id="2147483698" r:id="Rd49b5cd4df6149c5"/>
    <p:sldLayoutId xmlns:r="http://schemas.openxmlformats.org/officeDocument/2006/relationships" id="2147483699" r:id="R8a88ea87aca949e9"/>
    <p:sldLayoutId xmlns:r="http://schemas.openxmlformats.org/officeDocument/2006/relationships" id="2147483700" r:id="R11ca69aaaa00427f"/>
    <p:sldLayoutId xmlns:r="http://schemas.openxmlformats.org/officeDocument/2006/relationships" id="2147483701" r:id="R57a1379e4e8f4175"/>
    <p:sldLayoutId xmlns:r="http://schemas.openxmlformats.org/officeDocument/2006/relationships" id="2147483702" r:id="Rd699b330457c4a0a"/>
  </p:sldLayoutIdLst>
  <p:hf sldNum="0" hdr="0" ftr="0" dt="0"/>
  <p:txStyles>
    <p:titleStyle>
      <a:lvl1pPr xmlns:a="http://schemas.openxmlformats.org/drawingml/2006/main" marL="0" indent="0" algn="l" defTabSz="932742">
        <a:lnSpc>
          <a:spcPct val="100000"/>
        </a:lnSpc>
        <a:spcBef>
          <a:spcPct val="0"/>
        </a:spcBef>
        <a:buNone/>
        <a:defRPr sz="3600" b="0" kern="1200" cap="none" spc="-50" baseline="0">
          <a:ln w="3175">
            <a:noFill/>
          </a:ln>
          <a:solidFill>
            <a:schemeClr val="tx1"/>
          </a:solidFill>
          <a:latin typeface="+mj-lt"/>
          <a:ea typeface="+mj-lt"/>
          <a:cs typeface="+mj-lt"/>
        </a:defRPr>
      </a:lvl1pPr>
    </p:titleStyle>
    <p:bodyStyle>
      <a:lvl1pPr xmlns:a="http://schemas.openxmlformats.org/drawingml/2006/main" marL="0" marR="0" indent="0" algn="l" defTabSz="932742">
        <a:lnSpc>
          <a:spcPct val="100000"/>
        </a:lnSpc>
        <a:spcBef>
          <a:spcPct val="20000"/>
        </a:spcBef>
        <a:spcAft>
          <a:spcPts val="0"/>
        </a:spcAft>
        <a:buClrTx/>
        <a:buSzPct val="90000"/>
        <a:buFont typeface="Wingdings"/>
        <a:buNone/>
        <a:defRPr sz="2800" kern="1200" spc="0" baseline="0">
          <a:solidFill>
            <a:schemeClr val="tx1"/>
          </a:solidFill>
          <a:latin typeface="+mn-lt"/>
          <a:ea typeface="+mn-lt"/>
          <a:cs typeface="+mn-lt"/>
        </a:defRPr>
      </a:lvl1pPr>
      <a:lvl2pPr xmlns:a="http://schemas.openxmlformats.org/drawingml/2006/main" marL="0" marR="0" indent="0" algn="l" defTabSz="932742">
        <a:lnSpc>
          <a:spcPct val="100000"/>
        </a:lnSpc>
        <a:spcBef>
          <a:spcPct val="20000"/>
        </a:spcBef>
        <a:spcAft>
          <a:spcPts val="0"/>
        </a:spcAft>
        <a:buClrTx/>
        <a:buSzPct val="90000"/>
        <a:buFont typeface="Wingdings"/>
        <a:buNone/>
        <a:defRPr sz="2000" kern="1200" spc="0" baseline="0">
          <a:solidFill>
            <a:schemeClr val="tx1"/>
          </a:solidFill>
          <a:latin typeface="+mn-lt"/>
          <a:ea typeface="+mn-lt"/>
          <a:cs typeface="+mn-lt"/>
        </a:defRPr>
      </a:lvl2pPr>
      <a:lvl3pPr xmlns:a="http://schemas.openxmlformats.org/drawingml/2006/main" marL="0" marR="0" indent="0" algn="l" defTabSz="932742">
        <a:lnSpc>
          <a:spcPct val="100000"/>
        </a:lnSpc>
        <a:spcBef>
          <a:spcPct val="20000"/>
        </a:spcBef>
        <a:spcAft>
          <a:spcPts val="0"/>
        </a:spcAft>
        <a:buClrTx/>
        <a:buSzPct val="90000"/>
        <a:buFont typeface="Wingdings"/>
        <a:buNone/>
        <a:defRPr sz="1600" kern="1200" spc="0" baseline="0">
          <a:solidFill>
            <a:schemeClr val="tx1"/>
          </a:solidFill>
          <a:latin typeface="+mn-lt"/>
          <a:ea typeface="+mn-lt"/>
          <a:cs typeface="+mn-lt"/>
        </a:defRPr>
      </a:lvl3pPr>
      <a:lvl4pPr xmlns:a="http://schemas.openxmlformats.org/drawingml/2006/main" marL="0" marR="0" indent="0" algn="l" defTabSz="932742">
        <a:lnSpc>
          <a:spcPct val="100000"/>
        </a:lnSpc>
        <a:spcBef>
          <a:spcPct val="20000"/>
        </a:spcBef>
        <a:spcAft>
          <a:spcPts val="0"/>
        </a:spcAft>
        <a:buClrTx/>
        <a:buSzPct val="90000"/>
        <a:buFont typeface="Wingdings"/>
        <a:buNone/>
        <a:defRPr sz="1400" kern="1200" spc="0" baseline="0">
          <a:solidFill>
            <a:schemeClr val="tx1"/>
          </a:solidFill>
          <a:latin typeface="+mn-lt"/>
          <a:ea typeface="+mn-lt"/>
          <a:cs typeface="+mn-lt"/>
        </a:defRPr>
      </a:lvl4pPr>
      <a:lvl5pPr xmlns:a="http://schemas.openxmlformats.org/drawingml/2006/main" marL="0" marR="0" indent="0" algn="l" defTabSz="932742">
        <a:lnSpc>
          <a:spcPct val="100000"/>
        </a:lnSpc>
        <a:spcBef>
          <a:spcPct val="20000"/>
        </a:spcBef>
        <a:spcAft>
          <a:spcPts val="0"/>
        </a:spcAft>
        <a:buClrTx/>
        <a:buSzPct val="90000"/>
        <a:buFont typeface="Wingdings"/>
        <a:buNone/>
        <a:defRPr sz="1400" kern="1200" spc="0" baseline="0">
          <a:solidFill>
            <a:schemeClr val="tx1"/>
          </a:solidFill>
          <a:latin typeface="+mn-lt"/>
          <a:ea typeface="+mn-lt"/>
          <a:cs typeface="+mn-lt"/>
        </a:defRPr>
      </a:lvl5pPr>
      <a:lvl6pPr xmlns:a="http://schemas.openxmlformats.org/drawingml/2006/main" marL="0" indent="0" algn="l" defTabSz="932742">
        <a:spcBef>
          <a:spcPct val="20000"/>
        </a:spcBef>
        <a:buFont typeface="Arial"/>
        <a:buNone/>
        <a:defRPr sz="2000" kern="1200">
          <a:solidFill>
            <a:schemeClr val="tx1"/>
          </a:solidFill>
          <a:latin typeface="+mn-lt"/>
          <a:ea typeface="+mn-lt"/>
          <a:cs typeface="+mn-lt"/>
        </a:defRPr>
      </a:lvl6pPr>
      <a:lvl7pPr xmlns:a="http://schemas.openxmlformats.org/drawingml/2006/main" marL="0" indent="0" algn="l" defTabSz="932742">
        <a:spcBef>
          <a:spcPct val="20000"/>
        </a:spcBef>
        <a:buFont typeface="Arial"/>
        <a:buNone/>
        <a:defRPr sz="2000" kern="1200">
          <a:solidFill>
            <a:schemeClr val="tx1"/>
          </a:solidFill>
          <a:latin typeface="+mn-lt"/>
          <a:ea typeface="+mn-lt"/>
          <a:cs typeface="+mn-lt"/>
        </a:defRPr>
      </a:lvl7pPr>
      <a:lvl8pPr xmlns:a="http://schemas.openxmlformats.org/drawingml/2006/main" marL="0" indent="0" algn="l" defTabSz="932742">
        <a:spcBef>
          <a:spcPct val="20000"/>
        </a:spcBef>
        <a:buFont typeface="Arial"/>
        <a:buNone/>
        <a:defRPr sz="2000" kern="1200">
          <a:solidFill>
            <a:schemeClr val="tx1"/>
          </a:solidFill>
          <a:latin typeface="+mn-lt"/>
          <a:ea typeface="+mn-lt"/>
          <a:cs typeface="+mn-lt"/>
        </a:defRPr>
      </a:lvl8pPr>
      <a:lvl9pPr xmlns:a="http://schemas.openxmlformats.org/drawingml/2006/main" marL="0" indent="0" algn="l" defTabSz="932742">
        <a:spcBef>
          <a:spcPct val="20000"/>
        </a:spcBef>
        <a:buFont typeface="Arial"/>
        <a:buNone/>
        <a:defRPr sz="2000" kern="1200">
          <a:solidFill>
            <a:schemeClr val="tx1"/>
          </a:solidFill>
          <a:latin typeface="+mn-lt"/>
          <a:ea typeface="+mn-lt"/>
          <a:cs typeface="+mn-lt"/>
        </a:defRPr>
      </a:lvl9pPr>
    </p:bodyStyle>
    <p:otherStyle>
      <a:lvl1pPr xmlns:a="http://schemas.openxmlformats.org/drawingml/2006/main" marL="0" indent="0" algn="l" defTabSz="932742">
        <a:buNone/>
        <a:defRPr sz="1800" kern="1200">
          <a:solidFill>
            <a:schemeClr val="tx1"/>
          </a:solidFill>
          <a:latin typeface="+mn-lt"/>
          <a:ea typeface="+mn-lt"/>
          <a:cs typeface="+mn-lt"/>
        </a:defRPr>
      </a:lvl1pPr>
      <a:lvl2pPr xmlns:a="http://schemas.openxmlformats.org/drawingml/2006/main" marL="0" indent="0" algn="l" defTabSz="932742">
        <a:buNone/>
        <a:defRPr sz="1800" kern="1200">
          <a:solidFill>
            <a:schemeClr val="tx1"/>
          </a:solidFill>
          <a:latin typeface="+mn-lt"/>
          <a:ea typeface="+mn-lt"/>
          <a:cs typeface="+mn-lt"/>
        </a:defRPr>
      </a:lvl2pPr>
      <a:lvl3pPr xmlns:a="http://schemas.openxmlformats.org/drawingml/2006/main" marL="0" indent="0" algn="l" defTabSz="932742">
        <a:buNone/>
        <a:defRPr sz="1800" kern="1200">
          <a:solidFill>
            <a:schemeClr val="tx1"/>
          </a:solidFill>
          <a:latin typeface="+mn-lt"/>
          <a:ea typeface="+mn-lt"/>
          <a:cs typeface="+mn-lt"/>
        </a:defRPr>
      </a:lvl3pPr>
      <a:lvl4pPr xmlns:a="http://schemas.openxmlformats.org/drawingml/2006/main" marL="0" indent="0" algn="l" defTabSz="932742">
        <a:buNone/>
        <a:defRPr sz="1800" kern="1200">
          <a:solidFill>
            <a:schemeClr val="tx1"/>
          </a:solidFill>
          <a:latin typeface="+mn-lt"/>
          <a:ea typeface="+mn-lt"/>
          <a:cs typeface="+mn-lt"/>
        </a:defRPr>
      </a:lvl4pPr>
      <a:lvl5pPr xmlns:a="http://schemas.openxmlformats.org/drawingml/2006/main" marL="0" indent="0" algn="l" defTabSz="932742">
        <a:buNone/>
        <a:defRPr sz="1800" kern="1200">
          <a:solidFill>
            <a:schemeClr val="tx1"/>
          </a:solidFill>
          <a:latin typeface="+mn-lt"/>
          <a:ea typeface="+mn-lt"/>
          <a:cs typeface="+mn-lt"/>
        </a:defRPr>
      </a:lvl5pPr>
      <a:lvl6pPr xmlns:a="http://schemas.openxmlformats.org/drawingml/2006/main" marL="0" indent="0" algn="l" defTabSz="932742">
        <a:buNone/>
        <a:defRPr sz="1800" kern="1200">
          <a:solidFill>
            <a:schemeClr val="tx1"/>
          </a:solidFill>
          <a:latin typeface="+mn-lt"/>
          <a:ea typeface="+mn-lt"/>
          <a:cs typeface="+mn-lt"/>
        </a:defRPr>
      </a:lvl6pPr>
      <a:lvl7pPr xmlns:a="http://schemas.openxmlformats.org/drawingml/2006/main" marL="0" indent="0" algn="l" defTabSz="932742">
        <a:buNone/>
        <a:defRPr sz="1800" kern="1200">
          <a:solidFill>
            <a:schemeClr val="tx1"/>
          </a:solidFill>
          <a:latin typeface="+mn-lt"/>
          <a:ea typeface="+mn-lt"/>
          <a:cs typeface="+mn-lt"/>
        </a:defRPr>
      </a:lvl7pPr>
      <a:lvl8pPr xmlns:a="http://schemas.openxmlformats.org/drawingml/2006/main" marL="0" indent="0" algn="l" defTabSz="932742">
        <a:buNone/>
        <a:defRPr sz="1800" kern="1200">
          <a:solidFill>
            <a:schemeClr val="tx1"/>
          </a:solidFill>
          <a:latin typeface="+mn-lt"/>
          <a:ea typeface="+mn-lt"/>
          <a:cs typeface="+mn-lt"/>
        </a:defRPr>
      </a:lvl8pPr>
      <a:lvl9pPr xmlns:a="http://schemas.openxmlformats.org/drawingml/2006/main" marL="0" indent="0" algn="l" defTabSz="932742">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6" pos="276" userDrawn="1">
          <p15:clr>
            <a:srgbClr xmlns:a="http://schemas.openxmlformats.org/drawingml/2006/main" val="C35EA4"/>
          </p15:clr>
        </p15:guide>
        <p15:guide id="17" pos="5485" userDrawn="1">
          <p15:clr>
            <a:srgbClr xmlns:a="http://schemas.openxmlformats.org/drawingml/2006/main" val="C35EA4"/>
          </p15:clr>
        </p15:guide>
        <p15:guide id="25" orient="horz" pos="277" userDrawn="1">
          <p15:clr>
            <a:srgbClr xmlns:a="http://schemas.openxmlformats.org/drawingml/2006/main" val="C35EA4"/>
          </p15:clr>
        </p15:guide>
        <p15:guide id="26" orient="horz" pos="2962" userDrawn="1">
          <p15:clr>
            <a:srgbClr xmlns:a="http://schemas.openxmlformats.org/drawingml/2006/main" val="C35EA4"/>
          </p15:clr>
        </p15:guide>
        <p15:guide id="27" orient="horz" pos="138" userDrawn="1">
          <p15:clr>
            <a:srgbClr xmlns:a="http://schemas.openxmlformats.org/drawingml/2006/main" val="A4A3A4"/>
          </p15:clr>
        </p15:guide>
        <p15:guide id="28" pos="139" userDrawn="1">
          <p15:clr>
            <a:srgbClr xmlns:a="http://schemas.openxmlformats.org/drawingml/2006/main" val="A4A3A4"/>
          </p15:clr>
        </p15:guide>
        <p15:guide id="29" orient="horz" pos="3101" userDrawn="1">
          <p15:clr>
            <a:srgbClr xmlns:a="http://schemas.openxmlformats.org/drawingml/2006/main" val="A4A3A4"/>
          </p15:clr>
        </p15:guide>
        <p15:guide id="30" pos="5621" userDrawn="1">
          <p15:clr>
            <a:srgbClr xmlns:a="http://schemas.openxmlformats.org/drawingml/2006/main" val="A4A3A4"/>
          </p15:clr>
        </p15:guide>
        <p15:guide id="31" orient="horz" pos="3006" userDrawn="1">
          <p15:clr>
            <a:srgbClr xmlns:a="http://schemas.openxmlformats.org/drawingml/2006/main" val="F26B43"/>
          </p15:clr>
        </p15:guide>
      </p15:sldGuideLst>
    </p:ext>
  </p:extLst>
</p:sldMaster>
</file>

<file path=ppt/slideMasters/slideMaster2.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72287DCF-6969-4A49-8B48-2788E7E92623}"/>
              </a:ext>
            </a:extLst>
          </p:cNvPr>
          <p:cNvSpPr>
            <a:spLocks xmlns:a="http://schemas.openxmlformats.org/drawingml/2006/main" noGrp="1"/>
          </p:cNvSpPr>
          <p:nvPr>
            <p:ph type="title" idx="0"/>
          </p:nvPr>
        </p:nvSpPr>
        <p:spPr>
          <a:xfrm xmlns:a="http://schemas.openxmlformats.org/drawingml/2006/main">
            <a:off x="441197" y="342900"/>
            <a:ext cx="8263890" cy="415499"/>
          </a:xfrm>
          <a:prstGeom xmlns:a="http://schemas.openxmlformats.org/drawingml/2006/main" prst="rect">
            <a:avLst/>
          </a:prstGeom>
        </p:spPr>
        <p:txBody>
          <a:bodyPr xmlns:a="http://schemas.openxmlformats.org/drawingml/2006/main" vert="horz" wrap="square" lIns="0" tIns="0" rIns="0" bIns="0" anchor="t">
            <a:spAutoFit/>
          </a:bodyPr>
          <a:lstStyle xmlns:a="http://schemas.openxmlformats.org/drawingml/2006/main"/>
          <a:p xmlns:a="http://schemas.openxmlformats.org/drawingml/2006/main">
            <a:r>
              <a:t>Click to edit Master title style</a:t>
            </a:r>
          </a:p>
        </p:txBody>
      </p:sp>
      <p:sp>
        <p:nvSpPr>
          <p:cNvPr id="4" name="Text Placeholder 3">
            <a:extLst xmlns:a="http://schemas.openxmlformats.org/drawingml/2006/main">
              <a:ext uri="{FF2B5EF4-FFF2-40B4-BE49-F238E27FC236}">
                <a16:creationId xmlns:a16="http://schemas.microsoft.com/office/drawing/2014/main" id="{2502B849-D966-46F8-A4BE-06023E645624}"/>
              </a:ext>
            </a:extLst>
          </p:cNvPr>
          <p:cNvSpPr>
            <a:spLocks xmlns:a="http://schemas.openxmlformats.org/drawingml/2006/main" noGrp="1"/>
          </p:cNvSpPr>
          <p:nvPr>
            <p:ph type="body" idx="1"/>
          </p:nvPr>
        </p:nvSpPr>
        <p:spPr>
          <a:xfrm xmlns:a="http://schemas.openxmlformats.org/drawingml/2006/main">
            <a:off x="438150" y="1076628"/>
            <a:ext cx="8263890" cy="1209562"/>
          </a:xfrm>
          <a:prstGeom xmlns:a="http://schemas.openxmlformats.org/drawingml/2006/main" prst="rect">
            <a:avLst/>
          </a:prstGeom>
        </p:spPr>
        <p:txBody>
          <a:bodyPr xmlns:a="http://schemas.openxmlformats.org/drawingml/2006/main" vert="horz" wrap="square" lIns="0" tIns="0" rIns="0" bIns="0">
            <a:spAutoFit/>
          </a:bodyPr>
          <a:lstStyle xmlns:a="http://schemas.openxmlformats.org/drawingml/2006/main"/>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pic>
        <p:nvPicPr>
          <p:cNvPr id="144" name="Graphic 143">
            <a:extLst xmlns:a="http://schemas.openxmlformats.org/drawingml/2006/main">
              <a:ext uri="{FF2B5EF4-FFF2-40B4-BE49-F238E27FC236}">
                <a16:creationId xmlns:a16="http://schemas.microsoft.com/office/drawing/2014/main" id="{7D931D70-3AFF-42C8-A7F9-60E8C2433F19}"/>
              </a:ext>
            </a:extLst>
          </p:cNvPr>
          <p:cNvPicPr>
            <a:picLocks xmlns:a="http://schemas.openxmlformats.org/drawingml/2006/main" noChangeAspect="1"/>
          </p:cNvPicPr>
          <p:nvPr/>
        </p:nvPicPr>
        <p:blipFill>
          <a:blip xmlns:r="http://schemas.openxmlformats.org/officeDocument/2006/relationships" xmlns:a="http://schemas.openxmlformats.org/drawingml/2006/main" r:embed="R97908d938e7c4fe1">
            <a:extLst>
              <a:ext uri="{96DAC541-7B7A-43D3-8B79-37D633B846F1}">
                <asvg:svgBlip xmlns:asvg="http://schemas.microsoft.com/office/drawing/2016/SVG/main" r:embed="Rd4f2c47984544203"/>
              </a:ext>
            </a:extLst>
          </a:blip>
          <a:srcRect xmlns:a="http://schemas.openxmlformats.org/drawingml/2006/main" l="0" t="0" r="0" b="0"/>
          <a:stretch xmlns:a="http://schemas.openxmlformats.org/drawingml/2006/main"/>
        </p:blipFill>
        <p:spPr>
          <a:xfrm xmlns:a="http://schemas.openxmlformats.org/drawingml/2006/main" rot="5400000">
            <a:off x="7132439" y="2057400"/>
            <a:ext cx="5143500" cy="1028700"/>
          </a:xfrm>
          <a:prstGeom xmlns:a="http://schemas.openxmlformats.org/drawingml/2006/main" prst="rect">
            <a:avLst/>
          </a:prstGeom>
        </p:spPr>
      </p:pic>
    </p:spTree>
  </p:cSld>
  <p:clrMap bg1="dk1" tx1="lt1" bg2="dk2" tx2="lt2" accent1="accent1" accent2="accent2" accent3="accent3" accent4="accent4" accent5="accent5" accent6="accent6" hlink="hlink" folHlink="folHlink"/>
  <p:sldLayoutIdLst>
    <p:sldLayoutId xmlns:r="http://schemas.openxmlformats.org/officeDocument/2006/relationships" id="2147483704" r:id="Rbe3e2442aa054133"/>
    <p:sldLayoutId xmlns:r="http://schemas.openxmlformats.org/officeDocument/2006/relationships" id="2147483705" r:id="R46b659f0d7864e1c"/>
    <p:sldLayoutId xmlns:r="http://schemas.openxmlformats.org/officeDocument/2006/relationships" id="2147483706" r:id="Rd5a0e20474834618"/>
    <p:sldLayoutId xmlns:r="http://schemas.openxmlformats.org/officeDocument/2006/relationships" id="2147483707" r:id="R1759fe25a54c4e3f"/>
    <p:sldLayoutId xmlns:r="http://schemas.openxmlformats.org/officeDocument/2006/relationships" id="2147483708" r:id="Rf0001e1589364b30"/>
    <p:sldLayoutId xmlns:r="http://schemas.openxmlformats.org/officeDocument/2006/relationships" id="2147483709" r:id="Re904f01ec45247fa"/>
    <p:sldLayoutId xmlns:r="http://schemas.openxmlformats.org/officeDocument/2006/relationships" id="2147483710" r:id="Rc04e5d540b0b4851"/>
    <p:sldLayoutId xmlns:r="http://schemas.openxmlformats.org/officeDocument/2006/relationships" id="2147483711" r:id="R3bd61ce07c3c4ba1"/>
    <p:sldLayoutId xmlns:r="http://schemas.openxmlformats.org/officeDocument/2006/relationships" id="2147483712" r:id="Rb31b687c89ff4039"/>
    <p:sldLayoutId xmlns:r="http://schemas.openxmlformats.org/officeDocument/2006/relationships" id="2147483713" r:id="R58516bb17f7d4230"/>
    <p:sldLayoutId xmlns:r="http://schemas.openxmlformats.org/officeDocument/2006/relationships" id="2147483714" r:id="R9630cc9907c34010"/>
    <p:sldLayoutId xmlns:r="http://schemas.openxmlformats.org/officeDocument/2006/relationships" id="2147483715" r:id="Rb0d70e7b1bf64222"/>
    <p:sldLayoutId xmlns:r="http://schemas.openxmlformats.org/officeDocument/2006/relationships" id="2147483716" r:id="R521c8f26a95244b8"/>
    <p:sldLayoutId xmlns:r="http://schemas.openxmlformats.org/officeDocument/2006/relationships" id="2147483717" r:id="Ra77d9179cedc4222"/>
    <p:sldLayoutId xmlns:r="http://schemas.openxmlformats.org/officeDocument/2006/relationships" id="2147483718" r:id="R5b53abee6eb64f7f"/>
    <p:sldLayoutId xmlns:r="http://schemas.openxmlformats.org/officeDocument/2006/relationships" id="2147483719" r:id="R9b71bcfc39c640ba"/>
  </p:sldLayoutIdLst>
  <p:hf sldNum="0" hdr="0" ftr="0" dt="0"/>
  <p:txStyles>
    <p:titleStyle>
      <a:lvl1pPr xmlns:a="http://schemas.openxmlformats.org/drawingml/2006/main" marL="0" indent="0" algn="l" defTabSz="699557">
        <a:lnSpc>
          <a:spcPct val="100000"/>
        </a:lnSpc>
        <a:spcBef>
          <a:spcPct val="0"/>
        </a:spcBef>
        <a:buNone/>
        <a:defRPr sz="2700" b="1" kern="1200" cap="none" spc="-38" baseline="0">
          <a:ln w="3175">
            <a:noFill/>
          </a:ln>
          <a:solidFill>
            <a:schemeClr val="tx1"/>
          </a:solidFill>
          <a:latin typeface="+mj-lt"/>
          <a:ea typeface="+mj-lt"/>
          <a:cs typeface="+mj-lt"/>
        </a:defRPr>
      </a:lvl1pPr>
    </p:titleStyle>
    <p:bodyStyle>
      <a:lvl1pPr xmlns:a="http://schemas.openxmlformats.org/drawingml/2006/main" marL="0" marR="0" indent="0" algn="l" defTabSz="699557">
        <a:lnSpc>
          <a:spcPct val="100000"/>
        </a:lnSpc>
        <a:spcBef>
          <a:spcPct val="20000"/>
        </a:spcBef>
        <a:spcAft>
          <a:spcPts val="0"/>
        </a:spcAft>
        <a:buClrTx/>
        <a:buSzPct val="90000"/>
        <a:buFont typeface="Wingdings"/>
        <a:buNone/>
        <a:defRPr sz="2100" kern="1200" spc="0" baseline="0">
          <a:solidFill>
            <a:schemeClr val="tx1"/>
          </a:solidFill>
          <a:latin typeface="+mn-lt"/>
          <a:ea typeface="+mn-lt"/>
          <a:cs typeface="+mn-lt"/>
        </a:defRPr>
      </a:lvl1pPr>
      <a:lvl2pPr xmlns:a="http://schemas.openxmlformats.org/drawingml/2006/main" marL="0" marR="0" indent="0" algn="l" defTabSz="699557">
        <a:lnSpc>
          <a:spcPct val="100000"/>
        </a:lnSpc>
        <a:spcBef>
          <a:spcPct val="20000"/>
        </a:spcBef>
        <a:spcAft>
          <a:spcPts val="0"/>
        </a:spcAft>
        <a:buClrTx/>
        <a:buSzPct val="90000"/>
        <a:buFont typeface="Wingdings"/>
        <a:buNone/>
        <a:defRPr sz="1500" kern="1200" spc="0" baseline="0">
          <a:solidFill>
            <a:schemeClr val="tx1"/>
          </a:solidFill>
          <a:latin typeface="+mn-lt"/>
          <a:ea typeface="+mn-lt"/>
          <a:cs typeface="+mn-lt"/>
        </a:defRPr>
      </a:lvl2pPr>
      <a:lvl3pPr xmlns:a="http://schemas.openxmlformats.org/drawingml/2006/main" marL="0" marR="0" indent="0" algn="l" defTabSz="699557">
        <a:lnSpc>
          <a:spcPct val="100000"/>
        </a:lnSpc>
        <a:spcBef>
          <a:spcPct val="20000"/>
        </a:spcBef>
        <a:spcAft>
          <a:spcPts val="0"/>
        </a:spcAft>
        <a:buClrTx/>
        <a:buSzPct val="90000"/>
        <a:buFont typeface="Wingdings"/>
        <a:buNone/>
        <a:defRPr sz="1200" kern="1200" spc="0" baseline="0">
          <a:solidFill>
            <a:schemeClr val="tx1"/>
          </a:solidFill>
          <a:latin typeface="+mn-lt"/>
          <a:ea typeface="+mn-lt"/>
          <a:cs typeface="+mn-lt"/>
        </a:defRPr>
      </a:lvl3pPr>
      <a:lvl4pPr xmlns:a="http://schemas.openxmlformats.org/drawingml/2006/main" marL="0" marR="0" indent="0" algn="l" defTabSz="699557">
        <a:lnSpc>
          <a:spcPct val="100000"/>
        </a:lnSpc>
        <a:spcBef>
          <a:spcPct val="20000"/>
        </a:spcBef>
        <a:spcAft>
          <a:spcPts val="0"/>
        </a:spcAft>
        <a:buClrTx/>
        <a:buSzPct val="90000"/>
        <a:buFont typeface="Wingdings"/>
        <a:buNone/>
        <a:defRPr sz="1050" kern="1200" spc="0" baseline="0">
          <a:solidFill>
            <a:schemeClr val="tx1"/>
          </a:solidFill>
          <a:latin typeface="+mn-lt"/>
          <a:ea typeface="+mn-lt"/>
          <a:cs typeface="+mn-lt"/>
        </a:defRPr>
      </a:lvl4pPr>
      <a:lvl5pPr xmlns:a="http://schemas.openxmlformats.org/drawingml/2006/main" marL="0" marR="0" indent="0" algn="l" defTabSz="699557">
        <a:lnSpc>
          <a:spcPct val="100000"/>
        </a:lnSpc>
        <a:spcBef>
          <a:spcPct val="20000"/>
        </a:spcBef>
        <a:spcAft>
          <a:spcPts val="0"/>
        </a:spcAft>
        <a:buClrTx/>
        <a:buSzPct val="90000"/>
        <a:buFont typeface="Wingdings"/>
        <a:buNone/>
        <a:defRPr sz="1050" kern="1200" spc="0" baseline="0">
          <a:solidFill>
            <a:schemeClr val="tx1"/>
          </a:solidFill>
          <a:latin typeface="+mn-lt"/>
          <a:ea typeface="+mn-lt"/>
          <a:cs typeface="+mn-lt"/>
        </a:defRPr>
      </a:lvl5pPr>
      <a:lvl6pPr xmlns:a="http://schemas.openxmlformats.org/drawingml/2006/main" marL="0" indent="0" algn="l" defTabSz="699557">
        <a:spcBef>
          <a:spcPct val="20000"/>
        </a:spcBef>
        <a:buFont typeface="Arial"/>
        <a:buNone/>
        <a:defRPr sz="1500" kern="1200">
          <a:solidFill>
            <a:schemeClr val="tx1"/>
          </a:solidFill>
          <a:latin typeface="+mn-lt"/>
          <a:ea typeface="+mn-lt"/>
          <a:cs typeface="+mn-lt"/>
        </a:defRPr>
      </a:lvl6pPr>
      <a:lvl7pPr xmlns:a="http://schemas.openxmlformats.org/drawingml/2006/main" marL="0" indent="0" algn="l" defTabSz="699557">
        <a:spcBef>
          <a:spcPct val="20000"/>
        </a:spcBef>
        <a:buFont typeface="Arial"/>
        <a:buNone/>
        <a:defRPr sz="1500" kern="1200">
          <a:solidFill>
            <a:schemeClr val="tx1"/>
          </a:solidFill>
          <a:latin typeface="+mn-lt"/>
          <a:ea typeface="+mn-lt"/>
          <a:cs typeface="+mn-lt"/>
        </a:defRPr>
      </a:lvl7pPr>
      <a:lvl8pPr xmlns:a="http://schemas.openxmlformats.org/drawingml/2006/main" marL="0" indent="0" algn="l" defTabSz="699557">
        <a:spcBef>
          <a:spcPct val="20000"/>
        </a:spcBef>
        <a:buFont typeface="Arial"/>
        <a:buNone/>
        <a:defRPr sz="1500" kern="1200">
          <a:solidFill>
            <a:schemeClr val="tx1"/>
          </a:solidFill>
          <a:latin typeface="+mn-lt"/>
          <a:ea typeface="+mn-lt"/>
          <a:cs typeface="+mn-lt"/>
        </a:defRPr>
      </a:lvl8pPr>
      <a:lvl9pPr xmlns:a="http://schemas.openxmlformats.org/drawingml/2006/main" marL="0" indent="0" algn="l" defTabSz="699557">
        <a:spcBef>
          <a:spcPct val="20000"/>
        </a:spcBef>
        <a:buFont typeface="Arial"/>
        <a:buNone/>
        <a:defRPr sz="1500" kern="1200">
          <a:solidFill>
            <a:schemeClr val="tx1"/>
          </a:solidFill>
          <a:latin typeface="+mn-lt"/>
          <a:ea typeface="+mn-lt"/>
          <a:cs typeface="+mn-lt"/>
        </a:defRPr>
      </a:lvl9pPr>
    </p:bodyStyle>
    <p:otherStyle>
      <a:lvl1pPr xmlns:a="http://schemas.openxmlformats.org/drawingml/2006/main" marL="0" indent="0" algn="l" defTabSz="699557">
        <a:buNone/>
        <a:defRPr sz="1350" kern="1200">
          <a:solidFill>
            <a:schemeClr val="tx1"/>
          </a:solidFill>
          <a:latin typeface="+mn-lt"/>
          <a:ea typeface="+mn-lt"/>
          <a:cs typeface="+mn-lt"/>
        </a:defRPr>
      </a:lvl1pPr>
      <a:lvl2pPr xmlns:a="http://schemas.openxmlformats.org/drawingml/2006/main" marL="0" indent="0" algn="l" defTabSz="699557">
        <a:buNone/>
        <a:defRPr sz="1350" kern="1200">
          <a:solidFill>
            <a:schemeClr val="tx1"/>
          </a:solidFill>
          <a:latin typeface="+mn-lt"/>
          <a:ea typeface="+mn-lt"/>
          <a:cs typeface="+mn-lt"/>
        </a:defRPr>
      </a:lvl2pPr>
      <a:lvl3pPr xmlns:a="http://schemas.openxmlformats.org/drawingml/2006/main" marL="0" indent="0" algn="l" defTabSz="699557">
        <a:buNone/>
        <a:defRPr sz="1350" kern="1200">
          <a:solidFill>
            <a:schemeClr val="tx1"/>
          </a:solidFill>
          <a:latin typeface="+mn-lt"/>
          <a:ea typeface="+mn-lt"/>
          <a:cs typeface="+mn-lt"/>
        </a:defRPr>
      </a:lvl3pPr>
      <a:lvl4pPr xmlns:a="http://schemas.openxmlformats.org/drawingml/2006/main" marL="0" indent="0" algn="l" defTabSz="699557">
        <a:buNone/>
        <a:defRPr sz="1350" kern="1200">
          <a:solidFill>
            <a:schemeClr val="tx1"/>
          </a:solidFill>
          <a:latin typeface="+mn-lt"/>
          <a:ea typeface="+mn-lt"/>
          <a:cs typeface="+mn-lt"/>
        </a:defRPr>
      </a:lvl4pPr>
      <a:lvl5pPr xmlns:a="http://schemas.openxmlformats.org/drawingml/2006/main" marL="0" indent="0" algn="l" defTabSz="699557">
        <a:buNone/>
        <a:defRPr sz="1350" kern="1200">
          <a:solidFill>
            <a:schemeClr val="tx1"/>
          </a:solidFill>
          <a:latin typeface="+mn-lt"/>
          <a:ea typeface="+mn-lt"/>
          <a:cs typeface="+mn-lt"/>
        </a:defRPr>
      </a:lvl5pPr>
      <a:lvl6pPr xmlns:a="http://schemas.openxmlformats.org/drawingml/2006/main" marL="0" indent="0" algn="l" defTabSz="699557">
        <a:buNone/>
        <a:defRPr sz="1350" kern="1200">
          <a:solidFill>
            <a:schemeClr val="tx1"/>
          </a:solidFill>
          <a:latin typeface="+mn-lt"/>
          <a:ea typeface="+mn-lt"/>
          <a:cs typeface="+mn-lt"/>
        </a:defRPr>
      </a:lvl6pPr>
      <a:lvl7pPr xmlns:a="http://schemas.openxmlformats.org/drawingml/2006/main" marL="0" indent="0" algn="l" defTabSz="699557">
        <a:buNone/>
        <a:defRPr sz="1350" kern="1200">
          <a:solidFill>
            <a:schemeClr val="tx1"/>
          </a:solidFill>
          <a:latin typeface="+mn-lt"/>
          <a:ea typeface="+mn-lt"/>
          <a:cs typeface="+mn-lt"/>
        </a:defRPr>
      </a:lvl7pPr>
      <a:lvl8pPr xmlns:a="http://schemas.openxmlformats.org/drawingml/2006/main" marL="0" indent="0" algn="l" defTabSz="699557">
        <a:buNone/>
        <a:defRPr sz="1350" kern="1200">
          <a:solidFill>
            <a:schemeClr val="tx1"/>
          </a:solidFill>
          <a:latin typeface="+mn-lt"/>
          <a:ea typeface="+mn-lt"/>
          <a:cs typeface="+mn-lt"/>
        </a:defRPr>
      </a:lvl8pPr>
      <a:lvl9pPr xmlns:a="http://schemas.openxmlformats.org/drawingml/2006/main" marL="0" indent="0" algn="l" defTabSz="699557">
        <a:buNone/>
        <a:defRPr sz="1350" kern="1200">
          <a:solidFill>
            <a:schemeClr val="tx1"/>
          </a:solidFill>
          <a:latin typeface="+mn-lt"/>
          <a:ea typeface="+mn-lt"/>
          <a:cs typeface="+mn-lt"/>
        </a:defRPr>
      </a:lvl9pPr>
    </p:otherStyle>
  </p:txStyles>
  <p:extLst>
    <p:ext uri="{27BBF7A9-308A-43DC-89C8-2F10F3537804}">
      <p15:sldGuideLst xmlns:p15="http://schemas.microsoft.com/office/powerpoint/2012/main">
        <p15:guide id="16" pos="368">
          <p15:clr>
            <a:srgbClr xmlns:a="http://schemas.openxmlformats.org/drawingml/2006/main" val="C35EA4"/>
          </p15:clr>
        </p15:guide>
        <p15:guide id="17" pos="7313">
          <p15:clr>
            <a:srgbClr xmlns:a="http://schemas.openxmlformats.org/drawingml/2006/main" val="C35EA4"/>
          </p15:clr>
        </p15:guide>
        <p15:guide id="25" orient="horz" pos="369">
          <p15:clr>
            <a:srgbClr xmlns:a="http://schemas.openxmlformats.org/drawingml/2006/main" val="C35EA4"/>
          </p15:clr>
        </p15:guide>
        <p15:guide id="26" orient="horz" pos="3949">
          <p15:clr>
            <a:srgbClr xmlns:a="http://schemas.openxmlformats.org/drawingml/2006/main" val="C35EA4"/>
          </p15:clr>
        </p15:guide>
        <p15:guide id="27" orient="horz" pos="184">
          <p15:clr>
            <a:srgbClr xmlns:a="http://schemas.openxmlformats.org/drawingml/2006/main" val="A4A3A4"/>
          </p15:clr>
        </p15:guide>
        <p15:guide id="28" pos="185">
          <p15:clr>
            <a:srgbClr xmlns:a="http://schemas.openxmlformats.org/drawingml/2006/main" val="A4A3A4"/>
          </p15:clr>
        </p15:guide>
        <p15:guide id="29" orient="horz" pos="4135">
          <p15:clr>
            <a:srgbClr xmlns:a="http://schemas.openxmlformats.org/drawingml/2006/main" val="A4A3A4"/>
          </p15:clr>
        </p15:guide>
        <p15:guide id="30" pos="7495">
          <p15:clr>
            <a:srgbClr xmlns:a="http://schemas.openxmlformats.org/drawingml/2006/main" val="A4A3A4"/>
          </p15:clr>
        </p15:guide>
        <p15:guide id="31" orient="horz" pos="4008">
          <p15:clr>
            <a:srgbClr xmlns:a="http://schemas.openxmlformats.org/drawingml/2006/main" val="F26B43"/>
          </p15:clr>
        </p15:guide>
      </p15:sldGuideLst>
    </p:ext>
  </p:extLst>
</p:sldMaster>
</file>

<file path=ppt/slideMasters/slideMaster3.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F8570C0F-9DAC-4BC2-8336-A36B7EAACE1F}"/>
              </a:ext>
            </a:extLst>
          </p:cNvPr>
          <p:cNvSpPr>
            <a:spLocks xmlns:a="http://schemas.openxmlformats.org/drawingml/2006/main" noGrp="1"/>
          </p:cNvSpPr>
          <p:nvPr>
            <p:ph type="title" idx="0"/>
          </p:nvPr>
        </p:nvSpPr>
        <p:spPr>
          <a:xfrm xmlns:a="http://schemas.openxmlformats.org/drawingml/2006/main">
            <a:off x="441197" y="342901"/>
            <a:ext cx="8263890" cy="415499"/>
          </a:xfrm>
          <a:prstGeom xmlns:a="http://schemas.openxmlformats.org/drawingml/2006/main" prst="rect">
            <a:avLst/>
          </a:prstGeom>
        </p:spPr>
        <p:txBody>
          <a:bodyPr xmlns:a="http://schemas.openxmlformats.org/drawingml/2006/main" vert="horz" wrap="square" lIns="0" tIns="0" rIns="0" bIns="0" anchor="t">
            <a:spAutoFit/>
          </a:bodyPr>
          <a:lstStyle xmlns:a="http://schemas.openxmlformats.org/drawingml/2006/main"/>
          <a:p xmlns:a="http://schemas.openxmlformats.org/drawingml/2006/main">
            <a:r>
              <a:t>Click to edit Master title style</a:t>
            </a:r>
          </a:p>
        </p:txBody>
      </p:sp>
      <p:sp>
        <p:nvSpPr>
          <p:cNvPr id="4" name="Text Placeholder 3">
            <a:extLst xmlns:a="http://schemas.openxmlformats.org/drawingml/2006/main">
              <a:ext uri="{FF2B5EF4-FFF2-40B4-BE49-F238E27FC236}">
                <a16:creationId xmlns:a16="http://schemas.microsoft.com/office/drawing/2014/main" id="{427F312E-CC68-455C-BFFD-9D2E33189549}"/>
              </a:ext>
            </a:extLst>
          </p:cNvPr>
          <p:cNvSpPr>
            <a:spLocks xmlns:a="http://schemas.openxmlformats.org/drawingml/2006/main" noGrp="1"/>
          </p:cNvSpPr>
          <p:nvPr>
            <p:ph type="body" idx="1"/>
          </p:nvPr>
        </p:nvSpPr>
        <p:spPr>
          <a:xfrm xmlns:a="http://schemas.openxmlformats.org/drawingml/2006/main">
            <a:off x="438150" y="1076628"/>
            <a:ext cx="8263890" cy="1209562"/>
          </a:xfrm>
          <a:prstGeom xmlns:a="http://schemas.openxmlformats.org/drawingml/2006/main" prst="rect">
            <a:avLst/>
          </a:prstGeom>
        </p:spPr>
        <p:txBody>
          <a:bodyPr xmlns:a="http://schemas.openxmlformats.org/drawingml/2006/main" vert="horz" wrap="square" lIns="0" tIns="0" rIns="0" bIns="0">
            <a:spAutoFit/>
          </a:bodyPr>
          <a:lstStyle xmlns:a="http://schemas.openxmlformats.org/drawingml/2006/main"/>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pic>
        <p:nvPicPr>
          <p:cNvPr id="144" name="Graphic 143">
            <a:extLst xmlns:a="http://schemas.openxmlformats.org/drawingml/2006/main">
              <a:ext uri="{FF2B5EF4-FFF2-40B4-BE49-F238E27FC236}">
                <a16:creationId xmlns:a16="http://schemas.microsoft.com/office/drawing/2014/main" id="{07DAC2BD-7F6B-4CF2-B31E-05BC851BC866}"/>
              </a:ext>
            </a:extLst>
          </p:cNvPr>
          <p:cNvPicPr>
            <a:picLocks xmlns:a="http://schemas.openxmlformats.org/drawingml/2006/main" noChangeAspect="1"/>
          </p:cNvPicPr>
          <p:nvPr/>
        </p:nvPicPr>
        <p:blipFill>
          <a:blip xmlns:r="http://schemas.openxmlformats.org/officeDocument/2006/relationships" xmlns:a="http://schemas.openxmlformats.org/drawingml/2006/main" r:embed="R301eb54d01d64086">
            <a:extLst>
              <a:ext uri="{96DAC541-7B7A-43D3-8B79-37D633B846F1}">
                <asvg:svgBlip xmlns:asvg="http://schemas.microsoft.com/office/drawing/2016/SVG/main" r:embed="R5c563e4d8e2445a8"/>
              </a:ext>
            </a:extLst>
          </a:blip>
          <a:srcRect xmlns:a="http://schemas.openxmlformats.org/drawingml/2006/main" l="0" t="0" r="0" b="0"/>
          <a:stretch xmlns:a="http://schemas.openxmlformats.org/drawingml/2006/main"/>
        </p:blipFill>
        <p:spPr>
          <a:xfrm xmlns:a="http://schemas.openxmlformats.org/drawingml/2006/main" rot="5400000">
            <a:off x="7132439" y="2057400"/>
            <a:ext cx="5143500" cy="1028700"/>
          </a:xfrm>
          <a:prstGeom xmlns:a="http://schemas.openxmlformats.org/drawingml/2006/main" prst="rect">
            <a:avLst/>
          </a:prstGeom>
        </p:spPr>
      </p:pic>
    </p:spTree>
  </p:cSld>
  <p:clrMap bg1="dk1" tx1="lt1" bg2="dk2" tx2="lt2" accent1="accent1" accent2="accent2" accent3="accent3" accent4="accent4" accent5="accent5" accent6="accent6" hlink="hlink" folHlink="folHlink"/>
  <p:sldLayoutIdLst>
    <p:sldLayoutId xmlns:r="http://schemas.openxmlformats.org/officeDocument/2006/relationships" id="2147483721" r:id="Rc9af010709304e8b"/>
    <p:sldLayoutId xmlns:r="http://schemas.openxmlformats.org/officeDocument/2006/relationships" id="2147483722" r:id="R66fa249df67c4bae"/>
    <p:sldLayoutId xmlns:r="http://schemas.openxmlformats.org/officeDocument/2006/relationships" id="2147483723" r:id="R887b93578e404a0d"/>
    <p:sldLayoutId xmlns:r="http://schemas.openxmlformats.org/officeDocument/2006/relationships" id="2147483724" r:id="Rcd4ceafb604649c4"/>
    <p:sldLayoutId xmlns:r="http://schemas.openxmlformats.org/officeDocument/2006/relationships" id="2147483725" r:id="R7142512c0d4b4ea9"/>
    <p:sldLayoutId xmlns:r="http://schemas.openxmlformats.org/officeDocument/2006/relationships" id="2147483726" r:id="R1074e97fe64149f5"/>
    <p:sldLayoutId xmlns:r="http://schemas.openxmlformats.org/officeDocument/2006/relationships" id="2147483727" r:id="R4165ddbce39249a8"/>
    <p:sldLayoutId xmlns:r="http://schemas.openxmlformats.org/officeDocument/2006/relationships" id="2147483728" r:id="R7d9037471d0f48af"/>
    <p:sldLayoutId xmlns:r="http://schemas.openxmlformats.org/officeDocument/2006/relationships" id="2147483729" r:id="Rcc53e2280689407c"/>
    <p:sldLayoutId xmlns:r="http://schemas.openxmlformats.org/officeDocument/2006/relationships" id="2147483730" r:id="R500d095b2f4e4907"/>
    <p:sldLayoutId xmlns:r="http://schemas.openxmlformats.org/officeDocument/2006/relationships" id="2147483731" r:id="R99f3d5a070014686"/>
    <p:sldLayoutId xmlns:r="http://schemas.openxmlformats.org/officeDocument/2006/relationships" id="2147483732" r:id="Rc2f7dd9a5da14851"/>
    <p:sldLayoutId xmlns:r="http://schemas.openxmlformats.org/officeDocument/2006/relationships" id="2147483733" r:id="Rdd53dcf951d54683"/>
    <p:sldLayoutId xmlns:r="http://schemas.openxmlformats.org/officeDocument/2006/relationships" id="2147483734" r:id="Red799bef12e74a8a"/>
    <p:sldLayoutId xmlns:r="http://schemas.openxmlformats.org/officeDocument/2006/relationships" id="2147483735" r:id="Rbec1364dd1254a6a"/>
    <p:sldLayoutId xmlns:r="http://schemas.openxmlformats.org/officeDocument/2006/relationships" id="2147483736" r:id="R1acc9377c0ec4155"/>
    <p:sldLayoutId xmlns:r="http://schemas.openxmlformats.org/officeDocument/2006/relationships" id="2147483737" r:id="R9521dc95d1704b03"/>
  </p:sldLayoutIdLst>
  <p:hf sldNum="0" hdr="0" ftr="0" dt="0"/>
  <p:txStyles>
    <p:titleStyle>
      <a:lvl1pPr xmlns:a="http://schemas.openxmlformats.org/drawingml/2006/main" marL="0" indent="0" algn="l" defTabSz="699539">
        <a:lnSpc>
          <a:spcPct val="100000"/>
        </a:lnSpc>
        <a:spcBef>
          <a:spcPct val="0"/>
        </a:spcBef>
        <a:buNone/>
        <a:defRPr sz="2700" b="1" kern="1200" cap="none" spc="-38" baseline="0">
          <a:ln w="3175">
            <a:noFill/>
          </a:ln>
          <a:solidFill>
            <a:schemeClr val="tx1"/>
          </a:solidFill>
          <a:latin typeface="+mj-lt"/>
          <a:ea typeface="+mj-lt"/>
          <a:cs typeface="+mj-lt"/>
        </a:defRPr>
      </a:lvl1pPr>
    </p:titleStyle>
    <p:bodyStyle>
      <a:lvl1pPr xmlns:a="http://schemas.openxmlformats.org/drawingml/2006/main" marL="0" marR="0" indent="0" algn="l" defTabSz="699539">
        <a:lnSpc>
          <a:spcPct val="100000"/>
        </a:lnSpc>
        <a:spcBef>
          <a:spcPct val="20000"/>
        </a:spcBef>
        <a:spcAft>
          <a:spcPts val="0"/>
        </a:spcAft>
        <a:buClrTx/>
        <a:buSzPct val="90000"/>
        <a:buFont typeface="Wingdings"/>
        <a:buNone/>
        <a:defRPr sz="2100" kern="1200" spc="0" baseline="0">
          <a:solidFill>
            <a:schemeClr val="tx1"/>
          </a:solidFill>
          <a:latin typeface="+mn-lt"/>
          <a:ea typeface="+mn-lt"/>
          <a:cs typeface="+mn-lt"/>
        </a:defRPr>
      </a:lvl1pPr>
      <a:lvl2pPr xmlns:a="http://schemas.openxmlformats.org/drawingml/2006/main" marL="0" marR="0" indent="0" algn="l" defTabSz="699539">
        <a:lnSpc>
          <a:spcPct val="100000"/>
        </a:lnSpc>
        <a:spcBef>
          <a:spcPct val="20000"/>
        </a:spcBef>
        <a:spcAft>
          <a:spcPts val="0"/>
        </a:spcAft>
        <a:buClrTx/>
        <a:buSzPct val="90000"/>
        <a:buFont typeface="Wingdings"/>
        <a:buNone/>
        <a:defRPr sz="1500" kern="1200" spc="0" baseline="0">
          <a:solidFill>
            <a:schemeClr val="tx1"/>
          </a:solidFill>
          <a:latin typeface="+mn-lt"/>
          <a:ea typeface="+mn-lt"/>
          <a:cs typeface="+mn-lt"/>
        </a:defRPr>
      </a:lvl2pPr>
      <a:lvl3pPr xmlns:a="http://schemas.openxmlformats.org/drawingml/2006/main" marL="0" marR="0" indent="0" algn="l" defTabSz="699539">
        <a:lnSpc>
          <a:spcPct val="100000"/>
        </a:lnSpc>
        <a:spcBef>
          <a:spcPct val="20000"/>
        </a:spcBef>
        <a:spcAft>
          <a:spcPts val="0"/>
        </a:spcAft>
        <a:buClrTx/>
        <a:buSzPct val="90000"/>
        <a:buFont typeface="Wingdings"/>
        <a:buNone/>
        <a:defRPr sz="1200" kern="1200" spc="0" baseline="0">
          <a:solidFill>
            <a:schemeClr val="tx1"/>
          </a:solidFill>
          <a:latin typeface="+mn-lt"/>
          <a:ea typeface="+mn-lt"/>
          <a:cs typeface="+mn-lt"/>
        </a:defRPr>
      </a:lvl3pPr>
      <a:lvl4pPr xmlns:a="http://schemas.openxmlformats.org/drawingml/2006/main" marL="0" marR="0" indent="0" algn="l" defTabSz="699539">
        <a:lnSpc>
          <a:spcPct val="100000"/>
        </a:lnSpc>
        <a:spcBef>
          <a:spcPct val="20000"/>
        </a:spcBef>
        <a:spcAft>
          <a:spcPts val="0"/>
        </a:spcAft>
        <a:buClrTx/>
        <a:buSzPct val="90000"/>
        <a:buFont typeface="Wingdings"/>
        <a:buNone/>
        <a:defRPr sz="1050" kern="1200" spc="0" baseline="0">
          <a:solidFill>
            <a:schemeClr val="tx1"/>
          </a:solidFill>
          <a:latin typeface="+mn-lt"/>
          <a:ea typeface="+mn-lt"/>
          <a:cs typeface="+mn-lt"/>
        </a:defRPr>
      </a:lvl4pPr>
      <a:lvl5pPr xmlns:a="http://schemas.openxmlformats.org/drawingml/2006/main" marL="0" marR="0" indent="0" algn="l" defTabSz="699539">
        <a:lnSpc>
          <a:spcPct val="100000"/>
        </a:lnSpc>
        <a:spcBef>
          <a:spcPct val="20000"/>
        </a:spcBef>
        <a:spcAft>
          <a:spcPts val="0"/>
        </a:spcAft>
        <a:buClrTx/>
        <a:buSzPct val="90000"/>
        <a:buFont typeface="Wingdings"/>
        <a:buNone/>
        <a:defRPr sz="1050" kern="1200" spc="0" baseline="0">
          <a:solidFill>
            <a:schemeClr val="tx1"/>
          </a:solidFill>
          <a:latin typeface="+mn-lt"/>
          <a:ea typeface="+mn-lt"/>
          <a:cs typeface="+mn-lt"/>
        </a:defRPr>
      </a:lvl5pPr>
      <a:lvl6pPr xmlns:a="http://schemas.openxmlformats.org/drawingml/2006/main" marL="0" indent="0" algn="l" defTabSz="699539">
        <a:spcBef>
          <a:spcPct val="20000"/>
        </a:spcBef>
        <a:buFont typeface="Arial"/>
        <a:buNone/>
        <a:defRPr sz="1500" kern="1200">
          <a:solidFill>
            <a:schemeClr val="tx1"/>
          </a:solidFill>
          <a:latin typeface="+mn-lt"/>
          <a:ea typeface="+mn-lt"/>
          <a:cs typeface="+mn-lt"/>
        </a:defRPr>
      </a:lvl6pPr>
      <a:lvl7pPr xmlns:a="http://schemas.openxmlformats.org/drawingml/2006/main" marL="0" indent="0" algn="l" defTabSz="699539">
        <a:spcBef>
          <a:spcPct val="20000"/>
        </a:spcBef>
        <a:buFont typeface="Arial"/>
        <a:buNone/>
        <a:defRPr sz="1500" kern="1200">
          <a:solidFill>
            <a:schemeClr val="tx1"/>
          </a:solidFill>
          <a:latin typeface="+mn-lt"/>
          <a:ea typeface="+mn-lt"/>
          <a:cs typeface="+mn-lt"/>
        </a:defRPr>
      </a:lvl7pPr>
      <a:lvl8pPr xmlns:a="http://schemas.openxmlformats.org/drawingml/2006/main" marL="0" indent="0" algn="l" defTabSz="699539">
        <a:spcBef>
          <a:spcPct val="20000"/>
        </a:spcBef>
        <a:buFont typeface="Arial"/>
        <a:buNone/>
        <a:defRPr sz="1500" kern="1200">
          <a:solidFill>
            <a:schemeClr val="tx1"/>
          </a:solidFill>
          <a:latin typeface="+mn-lt"/>
          <a:ea typeface="+mn-lt"/>
          <a:cs typeface="+mn-lt"/>
        </a:defRPr>
      </a:lvl8pPr>
      <a:lvl9pPr xmlns:a="http://schemas.openxmlformats.org/drawingml/2006/main" marL="0" indent="0" algn="l" defTabSz="699539">
        <a:spcBef>
          <a:spcPct val="20000"/>
        </a:spcBef>
        <a:buFont typeface="Arial"/>
        <a:buNone/>
        <a:defRPr sz="1500" kern="1200">
          <a:solidFill>
            <a:schemeClr val="tx1"/>
          </a:solidFill>
          <a:latin typeface="+mn-lt"/>
          <a:ea typeface="+mn-lt"/>
          <a:cs typeface="+mn-lt"/>
        </a:defRPr>
      </a:lvl9pPr>
    </p:bodyStyle>
    <p:otherStyle>
      <a:lvl1pPr xmlns:a="http://schemas.openxmlformats.org/drawingml/2006/main" marL="0" indent="0" algn="l" defTabSz="699539">
        <a:buNone/>
        <a:defRPr sz="1350" kern="1200">
          <a:solidFill>
            <a:schemeClr val="tx1"/>
          </a:solidFill>
          <a:latin typeface="+mn-lt"/>
          <a:ea typeface="+mn-lt"/>
          <a:cs typeface="+mn-lt"/>
        </a:defRPr>
      </a:lvl1pPr>
      <a:lvl2pPr xmlns:a="http://schemas.openxmlformats.org/drawingml/2006/main" marL="0" indent="0" algn="l" defTabSz="699539">
        <a:buNone/>
        <a:defRPr sz="1350" kern="1200">
          <a:solidFill>
            <a:schemeClr val="tx1"/>
          </a:solidFill>
          <a:latin typeface="+mn-lt"/>
          <a:ea typeface="+mn-lt"/>
          <a:cs typeface="+mn-lt"/>
        </a:defRPr>
      </a:lvl2pPr>
      <a:lvl3pPr xmlns:a="http://schemas.openxmlformats.org/drawingml/2006/main" marL="0" indent="0" algn="l" defTabSz="699539">
        <a:buNone/>
        <a:defRPr sz="1350" kern="1200">
          <a:solidFill>
            <a:schemeClr val="tx1"/>
          </a:solidFill>
          <a:latin typeface="+mn-lt"/>
          <a:ea typeface="+mn-lt"/>
          <a:cs typeface="+mn-lt"/>
        </a:defRPr>
      </a:lvl3pPr>
      <a:lvl4pPr xmlns:a="http://schemas.openxmlformats.org/drawingml/2006/main" marL="0" indent="0" algn="l" defTabSz="699539">
        <a:buNone/>
        <a:defRPr sz="1350" kern="1200">
          <a:solidFill>
            <a:schemeClr val="tx1"/>
          </a:solidFill>
          <a:latin typeface="+mn-lt"/>
          <a:ea typeface="+mn-lt"/>
          <a:cs typeface="+mn-lt"/>
        </a:defRPr>
      </a:lvl4pPr>
      <a:lvl5pPr xmlns:a="http://schemas.openxmlformats.org/drawingml/2006/main" marL="0" indent="0" algn="l" defTabSz="699539">
        <a:buNone/>
        <a:defRPr sz="1350" kern="1200">
          <a:solidFill>
            <a:schemeClr val="tx1"/>
          </a:solidFill>
          <a:latin typeface="+mn-lt"/>
          <a:ea typeface="+mn-lt"/>
          <a:cs typeface="+mn-lt"/>
        </a:defRPr>
      </a:lvl5pPr>
      <a:lvl6pPr xmlns:a="http://schemas.openxmlformats.org/drawingml/2006/main" marL="0" indent="0" algn="l" defTabSz="699539">
        <a:buNone/>
        <a:defRPr sz="1350" kern="1200">
          <a:solidFill>
            <a:schemeClr val="tx1"/>
          </a:solidFill>
          <a:latin typeface="+mn-lt"/>
          <a:ea typeface="+mn-lt"/>
          <a:cs typeface="+mn-lt"/>
        </a:defRPr>
      </a:lvl6pPr>
      <a:lvl7pPr xmlns:a="http://schemas.openxmlformats.org/drawingml/2006/main" marL="0" indent="0" algn="l" defTabSz="699539">
        <a:buNone/>
        <a:defRPr sz="1350" kern="1200">
          <a:solidFill>
            <a:schemeClr val="tx1"/>
          </a:solidFill>
          <a:latin typeface="+mn-lt"/>
          <a:ea typeface="+mn-lt"/>
          <a:cs typeface="+mn-lt"/>
        </a:defRPr>
      </a:lvl7pPr>
      <a:lvl8pPr xmlns:a="http://schemas.openxmlformats.org/drawingml/2006/main" marL="0" indent="0" algn="l" defTabSz="699539">
        <a:buNone/>
        <a:defRPr sz="1350" kern="1200">
          <a:solidFill>
            <a:schemeClr val="tx1"/>
          </a:solidFill>
          <a:latin typeface="+mn-lt"/>
          <a:ea typeface="+mn-lt"/>
          <a:cs typeface="+mn-lt"/>
        </a:defRPr>
      </a:lvl8pPr>
      <a:lvl9pPr xmlns:a="http://schemas.openxmlformats.org/drawingml/2006/main" marL="0" indent="0" algn="l" defTabSz="699539">
        <a:buNone/>
        <a:defRPr sz="1350" kern="1200">
          <a:solidFill>
            <a:schemeClr val="tx1"/>
          </a:solidFill>
          <a:latin typeface="+mn-lt"/>
          <a:ea typeface="+mn-lt"/>
          <a:cs typeface="+mn-lt"/>
        </a:defRPr>
      </a:lvl9pPr>
    </p:otherStyle>
  </p:txStyles>
  <p:extLst>
    <p:ext uri="{27BBF7A9-308A-43DC-89C8-2F10F3537804}">
      <p15:sldGuideLst xmlns:p15="http://schemas.microsoft.com/office/powerpoint/2012/main">
        <p15:guide id="16" pos="368">
          <p15:clr>
            <a:srgbClr xmlns:a="http://schemas.openxmlformats.org/drawingml/2006/main" val="C35EA4"/>
          </p15:clr>
        </p15:guide>
        <p15:guide id="17" pos="7313">
          <p15:clr>
            <a:srgbClr xmlns:a="http://schemas.openxmlformats.org/drawingml/2006/main" val="C35EA4"/>
          </p15:clr>
        </p15:guide>
        <p15:guide id="25" orient="horz" pos="369">
          <p15:clr>
            <a:srgbClr xmlns:a="http://schemas.openxmlformats.org/drawingml/2006/main" val="C35EA4"/>
          </p15:clr>
        </p15:guide>
        <p15:guide id="26" orient="horz" pos="3951">
          <p15:clr>
            <a:srgbClr xmlns:a="http://schemas.openxmlformats.org/drawingml/2006/main" val="C35EA4"/>
          </p15:clr>
        </p15:guide>
        <p15:guide id="27" orient="horz" pos="185">
          <p15:clr>
            <a:srgbClr xmlns:a="http://schemas.openxmlformats.org/drawingml/2006/main" val="A4A3A4"/>
          </p15:clr>
        </p15:guide>
        <p15:guide id="28" pos="185">
          <p15:clr>
            <a:srgbClr xmlns:a="http://schemas.openxmlformats.org/drawingml/2006/main" val="A4A3A4"/>
          </p15:clr>
        </p15:guide>
        <p15:guide id="29" orient="horz" pos="4135">
          <p15:clr>
            <a:srgbClr xmlns:a="http://schemas.openxmlformats.org/drawingml/2006/main" val="A4A3A4"/>
          </p15:clr>
        </p15:guide>
        <p15:guide id="30" pos="7495">
          <p15:clr>
            <a:srgbClr xmlns:a="http://schemas.openxmlformats.org/drawingml/2006/main" val="A4A3A4"/>
          </p15:clr>
        </p15:guide>
        <p15:guide id="31" orient="horz" pos="4009">
          <p15:clr>
            <a:srgbClr xmlns:a="http://schemas.openxmlformats.org/drawingml/2006/main" val="F26B43"/>
          </p15:clr>
        </p15:guide>
      </p15:sldGuideLst>
    </p:ext>
  </p:extLst>
</p:sldMaster>
</file>

<file path=ppt/slideMasters/slideMaster4.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70A3DB8-CEC2-42AA-A1FA-4750BAE68844}"/>
              </a:ext>
            </a:extLst>
          </p:cNvPr>
          <p:cNvSpPr>
            <a:spLocks xmlns:a="http://schemas.openxmlformats.org/drawingml/2006/main" noGrp="1"/>
          </p:cNvSpPr>
          <p:nvPr>
            <p:ph type="title" idx="0"/>
          </p:nvPr>
        </p:nvSpPr>
        <p:spPr>
          <a:xfrm xmlns:a="http://schemas.openxmlformats.org/drawingml/2006/main">
            <a:off x="441197" y="342900"/>
            <a:ext cx="8263890" cy="415499"/>
          </a:xfrm>
          <a:prstGeom xmlns:a="http://schemas.openxmlformats.org/drawingml/2006/main" prst="rect">
            <a:avLst/>
          </a:prstGeom>
        </p:spPr>
        <p:txBody>
          <a:bodyPr xmlns:a="http://schemas.openxmlformats.org/drawingml/2006/main" vert="horz" wrap="square" lIns="0" tIns="0" rIns="0" bIns="0" anchor="t">
            <a:spAutoFit/>
          </a:bodyPr>
          <a:lstStyle xmlns:a="http://schemas.openxmlformats.org/drawingml/2006/main"/>
          <a:p xmlns:a="http://schemas.openxmlformats.org/drawingml/2006/main">
            <a:r>
              <a:t>Click to edit Master title style</a:t>
            </a:r>
          </a:p>
        </p:txBody>
      </p:sp>
      <p:sp>
        <p:nvSpPr>
          <p:cNvPr id="4" name="Text Placeholder 3">
            <a:extLst xmlns:a="http://schemas.openxmlformats.org/drawingml/2006/main">
              <a:ext uri="{FF2B5EF4-FFF2-40B4-BE49-F238E27FC236}">
                <a16:creationId xmlns:a16="http://schemas.microsoft.com/office/drawing/2014/main" id="{EF9771C0-4B0F-4D79-8A46-8973294DB2DA}"/>
              </a:ext>
            </a:extLst>
          </p:cNvPr>
          <p:cNvSpPr>
            <a:spLocks xmlns:a="http://schemas.openxmlformats.org/drawingml/2006/main" noGrp="1"/>
          </p:cNvSpPr>
          <p:nvPr>
            <p:ph type="body" idx="1"/>
          </p:nvPr>
        </p:nvSpPr>
        <p:spPr>
          <a:xfrm xmlns:a="http://schemas.openxmlformats.org/drawingml/2006/main">
            <a:off x="438150" y="1076628"/>
            <a:ext cx="8263890" cy="1209562"/>
          </a:xfrm>
          <a:prstGeom xmlns:a="http://schemas.openxmlformats.org/drawingml/2006/main" prst="rect">
            <a:avLst/>
          </a:prstGeom>
        </p:spPr>
        <p:txBody>
          <a:bodyPr xmlns:a="http://schemas.openxmlformats.org/drawingml/2006/main" vert="horz" wrap="square" lIns="0" tIns="0" rIns="0" bIns="0">
            <a:spAutoFit/>
          </a:bodyPr>
          <a:lstStyle xmlns:a="http://schemas.openxmlformats.org/drawingml/2006/main"/>
          <a:p xmlns:a="http://schemas.openxmlformats.org/drawingml/2006/main">
            <a:pPr marL="0" lvl="0" indent="0">
              <a:buNone/>
            </a:pPr>
            <a:r>
              <a:t>Click to edit Master text styles</a:t>
            </a:r>
          </a:p>
          <a:p xmlns:a="http://schemas.openxmlformats.org/drawingml/2006/main">
            <a:pPr marL="0" lvl="1" indent="0">
              <a:buNone/>
            </a:pPr>
            <a:r>
              <a:t>Second level</a:t>
            </a:r>
          </a:p>
          <a:p xmlns:a="http://schemas.openxmlformats.org/drawingml/2006/main">
            <a:pPr marL="0" lvl="2" indent="0">
              <a:buNone/>
            </a:pPr>
            <a:r>
              <a:t>Third level</a:t>
            </a:r>
          </a:p>
          <a:p xmlns:a="http://schemas.openxmlformats.org/drawingml/2006/main">
            <a:pPr marL="0" lvl="3" indent="0">
              <a:buNone/>
            </a:pPr>
            <a:r>
              <a:t>Fourth level</a:t>
            </a:r>
          </a:p>
          <a:p xmlns:a="http://schemas.openxmlformats.org/drawingml/2006/main">
            <a:pPr marL="0" lvl="4" indent="0">
              <a:buNone/>
            </a:pPr>
            <a:r>
              <a:t>Fifth level</a:t>
            </a:r>
          </a:p>
        </p:txBody>
      </p:sp>
      <p:pic>
        <p:nvPicPr>
          <p:cNvPr id="144" name="Graphic 143">
            <a:extLst xmlns:a="http://schemas.openxmlformats.org/drawingml/2006/main">
              <a:ext uri="{FF2B5EF4-FFF2-40B4-BE49-F238E27FC236}">
                <a16:creationId xmlns:a16="http://schemas.microsoft.com/office/drawing/2014/main" id="{ED0EABE3-9614-4BFD-B6FD-DB94B9C04E66}"/>
              </a:ext>
            </a:extLst>
          </p:cNvPr>
          <p:cNvPicPr>
            <a:picLocks xmlns:a="http://schemas.openxmlformats.org/drawingml/2006/main" noChangeAspect="1"/>
          </p:cNvPicPr>
          <p:nvPr/>
        </p:nvPicPr>
        <p:blipFill>
          <a:blip xmlns:r="http://schemas.openxmlformats.org/officeDocument/2006/relationships" xmlns:a="http://schemas.openxmlformats.org/drawingml/2006/main" r:embed="R6c4fe95083f04fac">
            <a:extLst>
              <a:ext uri="{96DAC541-7B7A-43D3-8B79-37D633B846F1}">
                <asvg:svgBlip xmlns:asvg="http://schemas.microsoft.com/office/drawing/2016/SVG/main" r:embed="R731534b272a64fc6"/>
              </a:ext>
            </a:extLst>
          </a:blip>
          <a:srcRect xmlns:a="http://schemas.openxmlformats.org/drawingml/2006/main" l="0" t="0" r="0" b="0"/>
          <a:stretch xmlns:a="http://schemas.openxmlformats.org/drawingml/2006/main"/>
        </p:blipFill>
        <p:spPr>
          <a:xfrm xmlns:a="http://schemas.openxmlformats.org/drawingml/2006/main" rot="5400000">
            <a:off x="7132439" y="2057400"/>
            <a:ext cx="5143500" cy="1028700"/>
          </a:xfrm>
          <a:prstGeom xmlns:a="http://schemas.openxmlformats.org/drawingml/2006/main" prst="rect">
            <a:avLst/>
          </a:prstGeom>
        </p:spPr>
      </p:pic>
    </p:spTree>
  </p:cSld>
  <p:clrMap bg1="dk1" tx1="lt1" bg2="dk2" tx2="lt2" accent1="accent1" accent2="accent2" accent3="accent3" accent4="accent4" accent5="accent5" accent6="accent6" hlink="hlink" folHlink="folHlink"/>
  <p:sldLayoutIdLst>
    <p:sldLayoutId xmlns:r="http://schemas.openxmlformats.org/officeDocument/2006/relationships" id="2147483739" r:id="Ra6921e13581e49d4"/>
    <p:sldLayoutId xmlns:r="http://schemas.openxmlformats.org/officeDocument/2006/relationships" id="2147483740" r:id="R4742153323224853"/>
    <p:sldLayoutId xmlns:r="http://schemas.openxmlformats.org/officeDocument/2006/relationships" id="2147483741" r:id="R7b7bc78715a94d89"/>
    <p:sldLayoutId xmlns:r="http://schemas.openxmlformats.org/officeDocument/2006/relationships" id="2147483742" r:id="R430be8e6a38e4d32"/>
    <p:sldLayoutId xmlns:r="http://schemas.openxmlformats.org/officeDocument/2006/relationships" id="2147483743" r:id="R14362bb21b614460"/>
    <p:sldLayoutId xmlns:r="http://schemas.openxmlformats.org/officeDocument/2006/relationships" id="2147483744" r:id="Rb1ddda7321e74903"/>
    <p:sldLayoutId xmlns:r="http://schemas.openxmlformats.org/officeDocument/2006/relationships" id="2147483745" r:id="R88585cb9137b4e22"/>
    <p:sldLayoutId xmlns:r="http://schemas.openxmlformats.org/officeDocument/2006/relationships" id="2147483746" r:id="Rcb4d6cf744fd4632"/>
    <p:sldLayoutId xmlns:r="http://schemas.openxmlformats.org/officeDocument/2006/relationships" id="2147483747" r:id="Ra42aeaf3e9b24a1e"/>
    <p:sldLayoutId xmlns:r="http://schemas.openxmlformats.org/officeDocument/2006/relationships" id="2147483748" r:id="R15f8dabe954e48b6"/>
    <p:sldLayoutId xmlns:r="http://schemas.openxmlformats.org/officeDocument/2006/relationships" id="2147483749" r:id="R3223ae692f284dfb"/>
    <p:sldLayoutId xmlns:r="http://schemas.openxmlformats.org/officeDocument/2006/relationships" id="2147483750" r:id="R3a4313e2ae78470d"/>
    <p:sldLayoutId xmlns:r="http://schemas.openxmlformats.org/officeDocument/2006/relationships" id="2147483751" r:id="R4f3d1bb0fd034c00"/>
    <p:sldLayoutId xmlns:r="http://schemas.openxmlformats.org/officeDocument/2006/relationships" id="2147483752" r:id="R76f80201ea2141cf"/>
    <p:sldLayoutId xmlns:r="http://schemas.openxmlformats.org/officeDocument/2006/relationships" id="2147483753" r:id="R3ec5e256ae97498e"/>
    <p:sldLayoutId xmlns:r="http://schemas.openxmlformats.org/officeDocument/2006/relationships" id="2147483754" r:id="R52ae54e2e1a14259"/>
    <p:sldLayoutId xmlns:r="http://schemas.openxmlformats.org/officeDocument/2006/relationships" id="2147483755" r:id="Rc28597bea9504868"/>
    <p:sldLayoutId xmlns:r="http://schemas.openxmlformats.org/officeDocument/2006/relationships" id="2147483756" r:id="R0b898f5673ab4397"/>
    <p:sldLayoutId xmlns:r="http://schemas.openxmlformats.org/officeDocument/2006/relationships" id="2147483757" r:id="Rb664abfd13e54508"/>
    <p:sldLayoutId xmlns:r="http://schemas.openxmlformats.org/officeDocument/2006/relationships" id="2147483758" r:id="R22277016551d43d1"/>
    <p:sldLayoutId xmlns:r="http://schemas.openxmlformats.org/officeDocument/2006/relationships" id="2147483759" r:id="R3eec78a5d9134d51"/>
    <p:sldLayoutId xmlns:r="http://schemas.openxmlformats.org/officeDocument/2006/relationships" id="2147483760" r:id="Rbbcc205068054457"/>
    <p:sldLayoutId xmlns:r="http://schemas.openxmlformats.org/officeDocument/2006/relationships" id="2147483761" r:id="Rf1cf83665eb14554"/>
    <p:sldLayoutId xmlns:r="http://schemas.openxmlformats.org/officeDocument/2006/relationships" id="2147483762" r:id="R383344aee5a2402b"/>
    <p:sldLayoutId xmlns:r="http://schemas.openxmlformats.org/officeDocument/2006/relationships" id="2147483763" r:id="R0a6b5594ca044982"/>
    <p:sldLayoutId xmlns:r="http://schemas.openxmlformats.org/officeDocument/2006/relationships" id="2147483764" r:id="R2ac516d6d10b4b95"/>
    <p:sldLayoutId xmlns:r="http://schemas.openxmlformats.org/officeDocument/2006/relationships" id="2147483765" r:id="Red7a9dcae8684c85"/>
    <p:sldLayoutId xmlns:r="http://schemas.openxmlformats.org/officeDocument/2006/relationships" id="2147483766" r:id="R26e4e02fb16c462e"/>
    <p:sldLayoutId xmlns:r="http://schemas.openxmlformats.org/officeDocument/2006/relationships" id="2147483767" r:id="Ra53e7a12e5c749d1"/>
    <p:sldLayoutId xmlns:r="http://schemas.openxmlformats.org/officeDocument/2006/relationships" id="2147483768" r:id="Rfed6c7138a2242c3"/>
    <p:sldLayoutId xmlns:r="http://schemas.openxmlformats.org/officeDocument/2006/relationships" id="2147483769" r:id="Rb25813bb1c21460d"/>
    <p:sldLayoutId xmlns:r="http://schemas.openxmlformats.org/officeDocument/2006/relationships" id="2147483770" r:id="R88b2ea9c07494250"/>
    <p:sldLayoutId xmlns:r="http://schemas.openxmlformats.org/officeDocument/2006/relationships" id="2147483771" r:id="R253c57a98ced4f22"/>
    <p:sldLayoutId xmlns:r="http://schemas.openxmlformats.org/officeDocument/2006/relationships" id="2147483772" r:id="R262340d77f144adf"/>
    <p:sldLayoutId xmlns:r="http://schemas.openxmlformats.org/officeDocument/2006/relationships" id="2147483773" r:id="Rdb1e684bad1442bb"/>
    <p:sldLayoutId xmlns:r="http://schemas.openxmlformats.org/officeDocument/2006/relationships" id="2147483774" r:id="R20835fbe36514af9"/>
    <p:sldLayoutId xmlns:r="http://schemas.openxmlformats.org/officeDocument/2006/relationships" id="2147483775" r:id="R6903addc1ece4100"/>
    <p:sldLayoutId xmlns:r="http://schemas.openxmlformats.org/officeDocument/2006/relationships" id="2147483776" r:id="R002dc9ff46b742aa"/>
    <p:sldLayoutId xmlns:r="http://schemas.openxmlformats.org/officeDocument/2006/relationships" id="2147483777" r:id="R693e81fa6d734841"/>
    <p:sldLayoutId xmlns:r="http://schemas.openxmlformats.org/officeDocument/2006/relationships" id="2147483778" r:id="R0b0806867f654175"/>
    <p:sldLayoutId xmlns:r="http://schemas.openxmlformats.org/officeDocument/2006/relationships" id="2147483779" r:id="R31f72cc0af194692"/>
    <p:sldLayoutId xmlns:r="http://schemas.openxmlformats.org/officeDocument/2006/relationships" id="2147483780" r:id="R74b7cfd958814a2f"/>
    <p:sldLayoutId xmlns:r="http://schemas.openxmlformats.org/officeDocument/2006/relationships" id="2147483781" r:id="R1844186a6f054d74"/>
    <p:sldLayoutId xmlns:r="http://schemas.openxmlformats.org/officeDocument/2006/relationships" id="2147483782" r:id="R8542aa5daa8c4c8d"/>
    <p:sldLayoutId xmlns:r="http://schemas.openxmlformats.org/officeDocument/2006/relationships" id="2147483783" r:id="Rbfa21620731a439c"/>
    <p:sldLayoutId xmlns:r="http://schemas.openxmlformats.org/officeDocument/2006/relationships" id="2147483784" r:id="Rdeb0a0b57f294060"/>
    <p:sldLayoutId xmlns:r="http://schemas.openxmlformats.org/officeDocument/2006/relationships" id="2147483785" r:id="Ref6335993dcc4efd"/>
    <p:sldLayoutId xmlns:r="http://schemas.openxmlformats.org/officeDocument/2006/relationships" id="2147483786" r:id="R86b09a426d134bbf"/>
    <p:sldLayoutId xmlns:r="http://schemas.openxmlformats.org/officeDocument/2006/relationships" id="2147483787" r:id="R3200a5e496404917"/>
  </p:sldLayoutIdLst>
  <p:hf sldNum="0" hdr="0" ftr="0" dt="0"/>
  <p:txStyles>
    <p:titleStyle>
      <a:lvl1pPr xmlns:a="http://schemas.openxmlformats.org/drawingml/2006/main" marL="0" indent="0" algn="l" defTabSz="699557">
        <a:lnSpc>
          <a:spcPct val="100000"/>
        </a:lnSpc>
        <a:spcBef>
          <a:spcPct val="0"/>
        </a:spcBef>
        <a:buNone/>
        <a:defRPr sz="2700" b="0" kern="1200" cap="none" spc="-38" baseline="0">
          <a:ln w="3175">
            <a:noFill/>
          </a:ln>
          <a:solidFill>
            <a:schemeClr val="tx1"/>
          </a:solidFill>
          <a:latin typeface="+mj-lt"/>
          <a:ea typeface="+mj-lt"/>
          <a:cs typeface="+mj-lt"/>
        </a:defRPr>
      </a:lvl1pPr>
    </p:titleStyle>
    <p:bodyStyle>
      <a:lvl1pPr xmlns:a="http://schemas.openxmlformats.org/drawingml/2006/main" marL="0" marR="0" indent="0" algn="l" defTabSz="699557">
        <a:lnSpc>
          <a:spcPct val="100000"/>
        </a:lnSpc>
        <a:spcBef>
          <a:spcPct val="20000"/>
        </a:spcBef>
        <a:spcAft>
          <a:spcPts val="0"/>
        </a:spcAft>
        <a:buClrTx/>
        <a:buSzPct val="90000"/>
        <a:buFont typeface="Wingdings"/>
        <a:buNone/>
        <a:defRPr sz="2100" kern="1200" spc="0" baseline="0">
          <a:solidFill>
            <a:schemeClr val="tx1"/>
          </a:solidFill>
          <a:latin typeface="+mn-lt"/>
          <a:ea typeface="+mn-lt"/>
          <a:cs typeface="+mn-lt"/>
        </a:defRPr>
      </a:lvl1pPr>
      <a:lvl2pPr xmlns:a="http://schemas.openxmlformats.org/drawingml/2006/main" marL="0" marR="0" indent="0" algn="l" defTabSz="699557">
        <a:lnSpc>
          <a:spcPct val="100000"/>
        </a:lnSpc>
        <a:spcBef>
          <a:spcPct val="20000"/>
        </a:spcBef>
        <a:spcAft>
          <a:spcPts val="0"/>
        </a:spcAft>
        <a:buClrTx/>
        <a:buSzPct val="90000"/>
        <a:buFont typeface="Wingdings"/>
        <a:buNone/>
        <a:defRPr sz="1500" kern="1200" spc="0" baseline="0">
          <a:solidFill>
            <a:schemeClr val="tx1"/>
          </a:solidFill>
          <a:latin typeface="+mn-lt"/>
          <a:ea typeface="+mn-lt"/>
          <a:cs typeface="+mn-lt"/>
        </a:defRPr>
      </a:lvl2pPr>
      <a:lvl3pPr xmlns:a="http://schemas.openxmlformats.org/drawingml/2006/main" marL="0" marR="0" indent="0" algn="l" defTabSz="699557">
        <a:lnSpc>
          <a:spcPct val="100000"/>
        </a:lnSpc>
        <a:spcBef>
          <a:spcPct val="20000"/>
        </a:spcBef>
        <a:spcAft>
          <a:spcPts val="0"/>
        </a:spcAft>
        <a:buClrTx/>
        <a:buSzPct val="90000"/>
        <a:buFont typeface="Wingdings"/>
        <a:buNone/>
        <a:defRPr sz="1200" kern="1200" spc="0" baseline="0">
          <a:solidFill>
            <a:schemeClr val="tx1"/>
          </a:solidFill>
          <a:latin typeface="+mn-lt"/>
          <a:ea typeface="+mn-lt"/>
          <a:cs typeface="+mn-lt"/>
        </a:defRPr>
      </a:lvl3pPr>
      <a:lvl4pPr xmlns:a="http://schemas.openxmlformats.org/drawingml/2006/main" marL="0" marR="0" indent="0" algn="l" defTabSz="699557">
        <a:lnSpc>
          <a:spcPct val="100000"/>
        </a:lnSpc>
        <a:spcBef>
          <a:spcPct val="20000"/>
        </a:spcBef>
        <a:spcAft>
          <a:spcPts val="0"/>
        </a:spcAft>
        <a:buClrTx/>
        <a:buSzPct val="90000"/>
        <a:buFont typeface="Wingdings"/>
        <a:buNone/>
        <a:defRPr sz="1050" kern="1200" spc="0" baseline="0">
          <a:solidFill>
            <a:schemeClr val="tx1"/>
          </a:solidFill>
          <a:latin typeface="+mn-lt"/>
          <a:ea typeface="+mn-lt"/>
          <a:cs typeface="+mn-lt"/>
        </a:defRPr>
      </a:lvl4pPr>
      <a:lvl5pPr xmlns:a="http://schemas.openxmlformats.org/drawingml/2006/main" marL="0" marR="0" indent="0" algn="l" defTabSz="699557">
        <a:lnSpc>
          <a:spcPct val="100000"/>
        </a:lnSpc>
        <a:spcBef>
          <a:spcPct val="20000"/>
        </a:spcBef>
        <a:spcAft>
          <a:spcPts val="0"/>
        </a:spcAft>
        <a:buClrTx/>
        <a:buSzPct val="90000"/>
        <a:buFont typeface="Wingdings"/>
        <a:buNone/>
        <a:defRPr sz="1050" kern="1200" spc="0" baseline="0">
          <a:solidFill>
            <a:schemeClr val="tx1"/>
          </a:solidFill>
          <a:latin typeface="+mn-lt"/>
          <a:ea typeface="+mn-lt"/>
          <a:cs typeface="+mn-lt"/>
        </a:defRPr>
      </a:lvl5pPr>
      <a:lvl6pPr xmlns:a="http://schemas.openxmlformats.org/drawingml/2006/main" marL="0" indent="0" algn="l" defTabSz="699557">
        <a:spcBef>
          <a:spcPct val="20000"/>
        </a:spcBef>
        <a:buFont typeface="Arial"/>
        <a:buNone/>
        <a:defRPr sz="1500" kern="1200">
          <a:solidFill>
            <a:schemeClr val="tx1"/>
          </a:solidFill>
          <a:latin typeface="+mn-lt"/>
          <a:ea typeface="+mn-lt"/>
          <a:cs typeface="+mn-lt"/>
        </a:defRPr>
      </a:lvl6pPr>
      <a:lvl7pPr xmlns:a="http://schemas.openxmlformats.org/drawingml/2006/main" marL="0" indent="0" algn="l" defTabSz="699557">
        <a:spcBef>
          <a:spcPct val="20000"/>
        </a:spcBef>
        <a:buFont typeface="Arial"/>
        <a:buNone/>
        <a:defRPr sz="1500" kern="1200">
          <a:solidFill>
            <a:schemeClr val="tx1"/>
          </a:solidFill>
          <a:latin typeface="+mn-lt"/>
          <a:ea typeface="+mn-lt"/>
          <a:cs typeface="+mn-lt"/>
        </a:defRPr>
      </a:lvl7pPr>
      <a:lvl8pPr xmlns:a="http://schemas.openxmlformats.org/drawingml/2006/main" marL="0" indent="0" algn="l" defTabSz="699557">
        <a:spcBef>
          <a:spcPct val="20000"/>
        </a:spcBef>
        <a:buFont typeface="Arial"/>
        <a:buNone/>
        <a:defRPr sz="1500" kern="1200">
          <a:solidFill>
            <a:schemeClr val="tx1"/>
          </a:solidFill>
          <a:latin typeface="+mn-lt"/>
          <a:ea typeface="+mn-lt"/>
          <a:cs typeface="+mn-lt"/>
        </a:defRPr>
      </a:lvl8pPr>
      <a:lvl9pPr xmlns:a="http://schemas.openxmlformats.org/drawingml/2006/main" marL="0" indent="0" algn="l" defTabSz="699557">
        <a:spcBef>
          <a:spcPct val="20000"/>
        </a:spcBef>
        <a:buFont typeface="Arial"/>
        <a:buNone/>
        <a:defRPr sz="1500" kern="1200">
          <a:solidFill>
            <a:schemeClr val="tx1"/>
          </a:solidFill>
          <a:latin typeface="+mn-lt"/>
          <a:ea typeface="+mn-lt"/>
          <a:cs typeface="+mn-lt"/>
        </a:defRPr>
      </a:lvl9pPr>
    </p:bodyStyle>
    <p:otherStyle>
      <a:lvl1pPr xmlns:a="http://schemas.openxmlformats.org/drawingml/2006/main" marL="0" indent="0" algn="l" defTabSz="699557">
        <a:buNone/>
        <a:defRPr sz="1350" kern="1200">
          <a:solidFill>
            <a:schemeClr val="tx1"/>
          </a:solidFill>
          <a:latin typeface="+mn-lt"/>
          <a:ea typeface="+mn-lt"/>
          <a:cs typeface="+mn-lt"/>
        </a:defRPr>
      </a:lvl1pPr>
      <a:lvl2pPr xmlns:a="http://schemas.openxmlformats.org/drawingml/2006/main" marL="0" indent="0" algn="l" defTabSz="699557">
        <a:buNone/>
        <a:defRPr sz="1350" kern="1200">
          <a:solidFill>
            <a:schemeClr val="tx1"/>
          </a:solidFill>
          <a:latin typeface="+mn-lt"/>
          <a:ea typeface="+mn-lt"/>
          <a:cs typeface="+mn-lt"/>
        </a:defRPr>
      </a:lvl2pPr>
      <a:lvl3pPr xmlns:a="http://schemas.openxmlformats.org/drawingml/2006/main" marL="0" indent="0" algn="l" defTabSz="699557">
        <a:buNone/>
        <a:defRPr sz="1350" kern="1200">
          <a:solidFill>
            <a:schemeClr val="tx1"/>
          </a:solidFill>
          <a:latin typeface="+mn-lt"/>
          <a:ea typeface="+mn-lt"/>
          <a:cs typeface="+mn-lt"/>
        </a:defRPr>
      </a:lvl3pPr>
      <a:lvl4pPr xmlns:a="http://schemas.openxmlformats.org/drawingml/2006/main" marL="0" indent="0" algn="l" defTabSz="699557">
        <a:buNone/>
        <a:defRPr sz="1350" kern="1200">
          <a:solidFill>
            <a:schemeClr val="tx1"/>
          </a:solidFill>
          <a:latin typeface="+mn-lt"/>
          <a:ea typeface="+mn-lt"/>
          <a:cs typeface="+mn-lt"/>
        </a:defRPr>
      </a:lvl4pPr>
      <a:lvl5pPr xmlns:a="http://schemas.openxmlformats.org/drawingml/2006/main" marL="0" indent="0" algn="l" defTabSz="699557">
        <a:buNone/>
        <a:defRPr sz="1350" kern="1200">
          <a:solidFill>
            <a:schemeClr val="tx1"/>
          </a:solidFill>
          <a:latin typeface="+mn-lt"/>
          <a:ea typeface="+mn-lt"/>
          <a:cs typeface="+mn-lt"/>
        </a:defRPr>
      </a:lvl5pPr>
      <a:lvl6pPr xmlns:a="http://schemas.openxmlformats.org/drawingml/2006/main" marL="0" indent="0" algn="l" defTabSz="699557">
        <a:buNone/>
        <a:defRPr sz="1350" kern="1200">
          <a:solidFill>
            <a:schemeClr val="tx1"/>
          </a:solidFill>
          <a:latin typeface="+mn-lt"/>
          <a:ea typeface="+mn-lt"/>
          <a:cs typeface="+mn-lt"/>
        </a:defRPr>
      </a:lvl6pPr>
      <a:lvl7pPr xmlns:a="http://schemas.openxmlformats.org/drawingml/2006/main" marL="0" indent="0" algn="l" defTabSz="699557">
        <a:buNone/>
        <a:defRPr sz="1350" kern="1200">
          <a:solidFill>
            <a:schemeClr val="tx1"/>
          </a:solidFill>
          <a:latin typeface="+mn-lt"/>
          <a:ea typeface="+mn-lt"/>
          <a:cs typeface="+mn-lt"/>
        </a:defRPr>
      </a:lvl7pPr>
      <a:lvl8pPr xmlns:a="http://schemas.openxmlformats.org/drawingml/2006/main" marL="0" indent="0" algn="l" defTabSz="699557">
        <a:buNone/>
        <a:defRPr sz="1350" kern="1200">
          <a:solidFill>
            <a:schemeClr val="tx1"/>
          </a:solidFill>
          <a:latin typeface="+mn-lt"/>
          <a:ea typeface="+mn-lt"/>
          <a:cs typeface="+mn-lt"/>
        </a:defRPr>
      </a:lvl8pPr>
      <a:lvl9pPr xmlns:a="http://schemas.openxmlformats.org/drawingml/2006/main" marL="0" indent="0" algn="l" defTabSz="699557">
        <a:buNone/>
        <a:defRPr sz="1350" kern="1200">
          <a:solidFill>
            <a:schemeClr val="tx1"/>
          </a:solidFill>
          <a:latin typeface="+mn-lt"/>
          <a:ea typeface="+mn-lt"/>
          <a:cs typeface="+mn-lt"/>
        </a:defRPr>
      </a:lvl9pPr>
    </p:otherStyle>
  </p:txStyles>
  <p:extLst>
    <p:ext uri="{27BBF7A9-308A-43DC-89C8-2F10F3537804}">
      <p15:sldGuideLst xmlns:p15="http://schemas.microsoft.com/office/powerpoint/2012/main">
        <p15:guide id="16" pos="368">
          <p15:clr>
            <a:srgbClr xmlns:a="http://schemas.openxmlformats.org/drawingml/2006/main" val="C35EA4"/>
          </p15:clr>
        </p15:guide>
        <p15:guide id="17" pos="7313">
          <p15:clr>
            <a:srgbClr xmlns:a="http://schemas.openxmlformats.org/drawingml/2006/main" val="C35EA4"/>
          </p15:clr>
        </p15:guide>
        <p15:guide id="25" orient="horz" pos="369">
          <p15:clr>
            <a:srgbClr xmlns:a="http://schemas.openxmlformats.org/drawingml/2006/main" val="C35EA4"/>
          </p15:clr>
        </p15:guide>
        <p15:guide id="26" orient="horz" pos="3949">
          <p15:clr>
            <a:srgbClr xmlns:a="http://schemas.openxmlformats.org/drawingml/2006/main" val="C35EA4"/>
          </p15:clr>
        </p15:guide>
        <p15:guide id="27" orient="horz" pos="184">
          <p15:clr>
            <a:srgbClr xmlns:a="http://schemas.openxmlformats.org/drawingml/2006/main" val="A4A3A4"/>
          </p15:clr>
        </p15:guide>
        <p15:guide id="28" pos="185">
          <p15:clr>
            <a:srgbClr xmlns:a="http://schemas.openxmlformats.org/drawingml/2006/main" val="A4A3A4"/>
          </p15:clr>
        </p15:guide>
        <p15:guide id="29" orient="horz" pos="4135">
          <p15:clr>
            <a:srgbClr xmlns:a="http://schemas.openxmlformats.org/drawingml/2006/main" val="A4A3A4"/>
          </p15:clr>
        </p15:guide>
        <p15:guide id="30" pos="7495">
          <p15:clr>
            <a:srgbClr xmlns:a="http://schemas.openxmlformats.org/drawingml/2006/main" val="A4A3A4"/>
          </p15:clr>
        </p15:guide>
        <p15:guide id="31" orient="horz" pos="4008">
          <p15:clr>
            <a:srgbClr xmlns:a="http://schemas.openxmlformats.org/drawingml/2006/main" val="F26B43"/>
          </p15:clr>
        </p15:guide>
      </p15:sldGuideLst>
    </p:ext>
  </p:extLst>
</p:sldMaster>
</file>

<file path=ppt/slideMasters/theme/theme2.xml><?xml version="1.0" encoding="utf-8"?>
<a:theme xmlns:a="http://schemas.openxmlformats.org/drawingml/2006/main" name="Microsoft Ignite 16:9 Template Dark">
  <a:themeElements>
    <a:clrScheme name="Custom 59">
      <a:dk1>
        <a:srgbClr val="000000"/>
      </a:dk1>
      <a:lt1>
        <a:srgbClr val="FFFFFF"/>
      </a:lt1>
      <a:dk2>
        <a:srgbClr val="091F2C"/>
      </a:dk2>
      <a:lt2>
        <a:srgbClr val="E8E6DF"/>
      </a:lt2>
      <a:accent1>
        <a:srgbClr val="8DC8E8"/>
      </a:accent1>
      <a:accent2>
        <a:srgbClr val="C03BC4"/>
      </a:accent2>
      <a:accent3>
        <a:srgbClr val="0078D4"/>
      </a:accent3>
      <a:accent4>
        <a:srgbClr val="D9D9D6"/>
      </a:accent4>
      <a:accent5>
        <a:srgbClr val="C5B4E3"/>
      </a:accent5>
      <a:accent6>
        <a:srgbClr val="E1D3C7"/>
      </a:accent6>
      <a:hlink>
        <a:srgbClr val="8DC8E8"/>
      </a:hlink>
      <a:folHlink>
        <a:srgbClr val="C5B4E3"/>
      </a:folHlink>
    </a:clrScheme>
    <a:fontScheme name="Microsoft 2019 Brand Templates">
      <a:majorFont>
        <a:latin typeface="Segoe UI Semibold"/>
        <a:ea typeface=""/>
        <a:cs typeface=""/>
      </a:majorFont>
      <a:minorFont>
        <a:latin typeface="Segoe UI"/>
        <a:ea typeface=""/>
        <a:cs typeface=""/>
      </a:minorFont>
    </a:fontScheme>
    <a:fmtScheme name="Custom 59">
      <a:fillStyleLst>
        <a:solidFill>
          <a:schemeClr val="phClr"/>
        </a:solidFill>
        <a:solidFill>
          <a:schemeClr val="phClr">
            <a:tint val="65000"/>
          </a:schemeClr>
        </a:solidFill>
        <a:solidFill>
          <a:schemeClr val="phClr">
            <a:shade val="80000"/>
            <a:satMod val="180000"/>
          </a:schemeClr>
        </a:solidFill>
      </a:fillStyleLst>
      <a:lnStyleLst>
        <a:ln w="9525">
          <a:solidFill>
            <a:schemeClr val="phClr"/>
          </a:solidFill>
          <a:prstDash val="solid"/>
        </a:ln>
        <a:ln w="10795">
          <a:solidFill>
            <a:schemeClr val="phClr"/>
          </a:solidFill>
          <a:prstDash val="solid"/>
        </a:ln>
        <a:ln w="17145">
          <a:solidFill>
            <a:schemeClr val="phClr">
              <a:shade val="95000"/>
              <a:satMod val="150000"/>
              <a:alpha val="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1_Microsoft Build 16:9 Template Dark">
  <a:themeElements>
    <a:clrScheme name="Custom 79">
      <a:dk1>
        <a:srgbClr val="000000"/>
      </a:dk1>
      <a:lt1>
        <a:srgbClr val="FFFFFF"/>
      </a:lt1>
      <a:dk2>
        <a:srgbClr val="091F2C"/>
      </a:dk2>
      <a:lt2>
        <a:srgbClr val="E8E6DF"/>
      </a:lt2>
      <a:accent1>
        <a:srgbClr val="00A4EF"/>
      </a:accent1>
      <a:accent2>
        <a:srgbClr val="7FBA00"/>
      </a:accent2>
      <a:accent3>
        <a:srgbClr val="F25022"/>
      </a:accent3>
      <a:accent4>
        <a:srgbClr val="E1D3C7"/>
      </a:accent4>
      <a:accent5>
        <a:srgbClr val="FFB900"/>
      </a:accent5>
      <a:accent6>
        <a:srgbClr val="D9D9D6"/>
      </a:accent6>
      <a:hlink>
        <a:srgbClr val="8DC8E8"/>
      </a:hlink>
      <a:folHlink>
        <a:srgbClr val="C5B4E3"/>
      </a:folHlink>
    </a:clrScheme>
    <a:fontScheme name="Custom 3">
      <a:majorFont>
        <a:latin typeface="Segoe UI"/>
        <a:ea typeface=""/>
        <a:cs typeface=""/>
      </a:majorFont>
      <a:minorFont>
        <a:latin typeface="Segoe UI"/>
        <a:ea typeface=""/>
        <a:cs typeface=""/>
      </a:minorFont>
    </a:fontScheme>
    <a:fmtScheme name="Custom 79">
      <a:fillStyleLst>
        <a:solidFill>
          <a:schemeClr val="phClr"/>
        </a:solidFill>
        <a:solidFill>
          <a:schemeClr val="phClr">
            <a:tint val="65000"/>
          </a:schemeClr>
        </a:solidFill>
        <a:solidFill>
          <a:schemeClr val="phClr">
            <a:shade val="80000"/>
            <a:satMod val="180000"/>
          </a:schemeClr>
        </a:solidFill>
      </a:fillStyleLst>
      <a:lnStyleLst>
        <a:ln w="9525">
          <a:solidFill>
            <a:schemeClr val="phClr"/>
          </a:solidFill>
          <a:prstDash val="solid"/>
        </a:ln>
        <a:ln w="10795">
          <a:solidFill>
            <a:schemeClr val="phClr"/>
          </a:solidFill>
          <a:prstDash val="solid"/>
        </a:ln>
        <a:ln w="17145">
          <a:solidFill>
            <a:schemeClr val="phClr">
              <a:shade val="95000"/>
              <a:satMod val="150000"/>
              <a:alpha val="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4.xml><?xml version="1.0" encoding="utf-8"?>
<a:theme xmlns:a="http://schemas.openxmlformats.org/drawingml/2006/main" name="3_Microsoft Build 16:9 Template Dark">
  <a:themeElements>
    <a:clrScheme name="Custom 79">
      <a:dk1>
        <a:srgbClr val="000000"/>
      </a:dk1>
      <a:lt1>
        <a:srgbClr val="FFFFFF"/>
      </a:lt1>
      <a:dk2>
        <a:srgbClr val="091F2C"/>
      </a:dk2>
      <a:lt2>
        <a:srgbClr val="E8E6DF"/>
      </a:lt2>
      <a:accent1>
        <a:srgbClr val="00A4EF"/>
      </a:accent1>
      <a:accent2>
        <a:srgbClr val="7FBA00"/>
      </a:accent2>
      <a:accent3>
        <a:srgbClr val="F25022"/>
      </a:accent3>
      <a:accent4>
        <a:srgbClr val="E1D3C7"/>
      </a:accent4>
      <a:accent5>
        <a:srgbClr val="FFB900"/>
      </a:accent5>
      <a:accent6>
        <a:srgbClr val="D9D9D6"/>
      </a:accent6>
      <a:hlink>
        <a:srgbClr val="8DC8E8"/>
      </a:hlink>
      <a:folHlink>
        <a:srgbClr val="C5B4E3"/>
      </a:folHlink>
    </a:clrScheme>
    <a:fontScheme name="Custom 3">
      <a:majorFont>
        <a:latin typeface="Segoe UI"/>
        <a:ea typeface=""/>
        <a:cs typeface=""/>
      </a:majorFont>
      <a:minorFont>
        <a:latin typeface="Segoe UI"/>
        <a:ea typeface=""/>
        <a:cs typeface=""/>
      </a:minorFont>
    </a:fontScheme>
    <a:fmtScheme name="Custom 79">
      <a:fillStyleLst>
        <a:solidFill>
          <a:schemeClr val="phClr"/>
        </a:solidFill>
        <a:solidFill>
          <a:schemeClr val="phClr">
            <a:tint val="65000"/>
          </a:schemeClr>
        </a:solidFill>
        <a:solidFill>
          <a:schemeClr val="phClr">
            <a:shade val="80000"/>
            <a:satMod val="180000"/>
          </a:schemeClr>
        </a:solidFill>
      </a:fillStyleLst>
      <a:lnStyleLst>
        <a:ln w="9525">
          <a:solidFill>
            <a:schemeClr val="phClr"/>
          </a:solidFill>
          <a:prstDash val="solid"/>
        </a:ln>
        <a:ln w="10795">
          <a:solidFill>
            <a:schemeClr val="phClr"/>
          </a:solidFill>
          <a:prstDash val="solid"/>
        </a:ln>
        <a:ln w="17145">
          <a:solidFill>
            <a:schemeClr val="phClr">
              <a:shade val="95000"/>
              <a:satMod val="150000"/>
              <a:alpha val="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5.xml><?xml version="1.0" encoding="utf-8"?>
<a:theme xmlns:a="http://schemas.openxmlformats.org/drawingml/2006/main" name="2_Microsoft Build 16:9 Template Dark">
  <a:themeElements>
    <a:clrScheme name="Custom 79">
      <a:dk1>
        <a:srgbClr val="000000"/>
      </a:dk1>
      <a:lt1>
        <a:srgbClr val="FFFFFF"/>
      </a:lt1>
      <a:dk2>
        <a:srgbClr val="091F2C"/>
      </a:dk2>
      <a:lt2>
        <a:srgbClr val="E8E6DF"/>
      </a:lt2>
      <a:accent1>
        <a:srgbClr val="00A4EF"/>
      </a:accent1>
      <a:accent2>
        <a:srgbClr val="7FBA00"/>
      </a:accent2>
      <a:accent3>
        <a:srgbClr val="F25022"/>
      </a:accent3>
      <a:accent4>
        <a:srgbClr val="E1D3C7"/>
      </a:accent4>
      <a:accent5>
        <a:srgbClr val="FFB900"/>
      </a:accent5>
      <a:accent6>
        <a:srgbClr val="D9D9D6"/>
      </a:accent6>
      <a:hlink>
        <a:srgbClr val="8DC8E8"/>
      </a:hlink>
      <a:folHlink>
        <a:srgbClr val="C5B4E3"/>
      </a:folHlink>
    </a:clrScheme>
    <a:fontScheme name="Microsoft 2019 Brand Templates">
      <a:majorFont>
        <a:latin typeface="Segoe UI Semibold"/>
        <a:ea typeface=""/>
        <a:cs typeface=""/>
      </a:majorFont>
      <a:minorFont>
        <a:latin typeface="Segoe UI"/>
        <a:ea typeface=""/>
        <a:cs typeface=""/>
      </a:minorFont>
    </a:fontScheme>
    <a:fmtScheme name="Custom 79">
      <a:fillStyleLst>
        <a:solidFill>
          <a:schemeClr val="phClr"/>
        </a:solidFill>
        <a:solidFill>
          <a:schemeClr val="phClr">
            <a:tint val="65000"/>
          </a:schemeClr>
        </a:solidFill>
        <a:solidFill>
          <a:schemeClr val="phClr">
            <a:shade val="80000"/>
            <a:satMod val="180000"/>
          </a:schemeClr>
        </a:solidFill>
      </a:fillStyleLst>
      <a:lnStyleLst>
        <a:ln w="9525">
          <a:solidFill>
            <a:schemeClr val="phClr"/>
          </a:solidFill>
          <a:prstDash val="solid"/>
        </a:ln>
        <a:ln w="10795">
          <a:solidFill>
            <a:schemeClr val="phClr"/>
          </a:solidFill>
          <a:prstDash val="solid"/>
        </a:ln>
        <a:ln w="17145">
          <a:solidFill>
            <a:schemeClr val="phClr">
              <a:shade val="95000"/>
              <a:satMod val="150000"/>
              <a:alpha val="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56.xml" Id="R7c241e4be80c4a81" /><Relationship Type="http://schemas.openxmlformats.org/officeDocument/2006/relationships/notesSlide" Target="/ppt/notesSlides/notesSlide1.xml" Id="R30a14779147a4b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3.xml" Id="R677fd3863d9e4838" /><Relationship Type="http://schemas.openxmlformats.org/officeDocument/2006/relationships/notesSlide" Target="/ppt/notesSlides/notesSlide2.xml" Id="R9a26e537ce0c41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5.xml" Id="Rd299d48e88864d69" /><Relationship Type="http://schemas.openxmlformats.org/officeDocument/2006/relationships/notesSlide" Target="/ppt/notesSlides/notesSlide3.xml" Id="Rbfc82b8d92874b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7.xml" Id="R8a11ca1ed7964f3c" /><Relationship Type="http://schemas.openxmlformats.org/officeDocument/2006/relationships/image" Target="/ppt/media/image7.png" Id="R55e0e26cd9854b36" /><Relationship Type="http://schemas.openxmlformats.org/officeDocument/2006/relationships/notesSlide" Target="/ppt/notesSlides/notesSlide4.xml" Id="R1a061506bb0b405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4.xml" Id="Rffb4dc74be8a47f0" /><Relationship Type="http://schemas.openxmlformats.org/officeDocument/2006/relationships/notesSlide" Target="/ppt/notesSlides/notesSlide5.xml" Id="R67081ae9aa2f468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3.xml" Id="R0ef0f7a89bad4915" /><Relationship Type="http://schemas.openxmlformats.org/officeDocument/2006/relationships/notesSlide" Target="/ppt/notesSlides/notesSlide6.xml" Id="R1db080a23bdd4e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4.xml" Id="R4263aecf40994b65" /><Relationship Type="http://schemas.openxmlformats.org/officeDocument/2006/relationships/notesSlide" Target="/ppt/notesSlides/notesSlide7.xml" Id="R32aeab9e740745a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23.xml" Id="R9e02fc3715914c60" /><Relationship Type="http://schemas.openxmlformats.org/officeDocument/2006/relationships/notesSlide" Target="/ppt/notesSlides/notesSlide8.xml" Id="Rd606c94f86d6472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3.xml" Id="R78d5e1d1fa3041e2" /><Relationship Type="http://schemas.openxmlformats.org/officeDocument/2006/relationships/notesSlide" Target="/ppt/notesSlides/notesSlide9.xml" Id="Rb05e7c856b7d454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4.xml" Id="R35b6062be0f546d7" /><Relationship Type="http://schemas.openxmlformats.org/officeDocument/2006/relationships/notesSlide" Target="/ppt/notesSlides/notesSlide10.xml" Id="Re67aebc63584429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3.xml" Id="R6aa97593c05e4387" /><Relationship Type="http://schemas.openxmlformats.org/officeDocument/2006/relationships/notesSlide" Target="/ppt/notesSlides/notesSlide11.xml" Id="R8f8dabbd684d49d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3.xml" Id="Rb0a49ba3cb1a43be" /><Relationship Type="http://schemas.openxmlformats.org/officeDocument/2006/relationships/notesSlide" Target="/ppt/notesSlides/notesSlide12.xml" Id="R939ac2887a8b42b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7.xml" Id="Reef8056c92374a9e" /><Relationship Type="http://schemas.openxmlformats.org/officeDocument/2006/relationships/image" Target="/ppt/media/image8.png" Id="R81da1638f9a642dc" /><Relationship Type="http://schemas.openxmlformats.org/officeDocument/2006/relationships/notesSlide" Target="/ppt/notesSlides/notesSlide13.xml" Id="Rcf7fa6d070dc483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4.xml" Id="Rcb84ce00dffb481f" /><Relationship Type="http://schemas.openxmlformats.org/officeDocument/2006/relationships/notesSlide" Target="/ppt/notesSlides/notesSlide14.xml" Id="Re8e9fdd0ea7b4e1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28.xml" Id="R2e8b96e323ef4587" /><Relationship Type="http://schemas.openxmlformats.org/officeDocument/2006/relationships/hyperlink" Target="https://github.com/msftse-org/apim-apiops-workshop" TargetMode="External" Id="Ra2c4e95965c841aa" /><Relationship Type="http://schemas.openxmlformats.org/officeDocument/2006/relationships/notesSlide" Target="/ppt/notesSlides/notesSlide15.xml" Id="Rec10e3596d9343a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23.xml" Id="R01d778e60da64db5" /><Relationship Type="http://schemas.openxmlformats.org/officeDocument/2006/relationships/hyperlink" Target="https://github.com/msftse-org/apim-apiops-workshop/tree/main/docs/labs" TargetMode="External" Id="R1275fd01dcef44fe" /><Relationship Type="http://schemas.openxmlformats.org/officeDocument/2006/relationships/notesSlide" Target="/ppt/notesSlides/notesSlide16.xml" Id="R8eddeb8e6d824cf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23.xml" Id="Rde349383e4214c15" /><Relationship Type="http://schemas.openxmlformats.org/officeDocument/2006/relationships/hyperlink" Target="https://github.com/msftse-org/apim-apiops-workshop/tree/main/docs/labs" TargetMode="External" Id="R4ad49195e35a4af3" /><Relationship Type="http://schemas.openxmlformats.org/officeDocument/2006/relationships/notesSlide" Target="/ppt/notesSlides/notesSlide17.xml" Id="R54b5355f6d1740f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23.xml" Id="R60e42c51d9fb47a2" /><Relationship Type="http://schemas.openxmlformats.org/officeDocument/2006/relationships/hyperlink" Target="https://github.com/msftse-org/apim-apiops-workshop/tree/main/docs/labs" TargetMode="External" Id="R64bdda1dbcc946bd" /><Relationship Type="http://schemas.openxmlformats.org/officeDocument/2006/relationships/notesSlide" Target="/ppt/notesSlides/notesSlide18.xml" Id="R6207cb8e114947a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23.xml" Id="Rb7c3634688e54424" /><Relationship Type="http://schemas.openxmlformats.org/officeDocument/2006/relationships/hyperlink" Target="https://github.com/msftse-org/apim-apiops-workshop/tree/main/docs/labs" TargetMode="External" Id="Rfde1b1eef4084f22" /><Relationship Type="http://schemas.openxmlformats.org/officeDocument/2006/relationships/notesSlide" Target="/ppt/notesSlides/notesSlide19.xml" Id="Rb2424b8782ea4fd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3.xml" Id="Red13c419aa7444e9" /><Relationship Type="http://schemas.openxmlformats.org/officeDocument/2006/relationships/hyperlink" Target="https://github.com/msftse-org/apim-apiops-workshop/tree/main/validation" TargetMode="External" Id="R48d07972975e44a9" /><Relationship Type="http://schemas.openxmlformats.org/officeDocument/2006/relationships/notesSlide" Target="/ppt/notesSlides/notesSlide20.xml" Id="R4187b99aa058410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9EBDD70-77BA-419A-AACF-406C5B836713}"/>
              </a:ext>
            </a:extLst>
          </p:cNvPr>
          <p:cNvSpPr>
            <a:spLocks xmlns:a="http://schemas.openxmlformats.org/drawingml/2006/main" noGrp="1"/>
          </p:cNvSpPr>
          <p:nvPr>
            <p:ph type="title" idx="0" hasCustomPrompt="1"/>
          </p:nvPr>
        </p:nvSpPr>
        <p:spPr>
          <a:xfrm xmlns:a="http://schemas.openxmlformats.org/drawingml/2006/main">
            <a:off x="438150" y="1390650"/>
            <a:ext cx="6191250" cy="1316736"/>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spAutoFit/>
          </a:bodyPr>
          <a:lstStyle xmlns:a="http://schemas.openxmlformats.org/drawingml/2006/main">
            <a:defPPr>
              <a:defRPr sz="4800" b="1">
                <a:solidFill>
                  <a:srgbClr val="FFFFFF"/>
                </a:solidFill>
                <a:latin typeface="Segoe UI"/>
                <a:ea typeface="Segoe UI"/>
                <a:cs typeface="Segoe UI"/>
              </a:defRPr>
            </a:defPPr>
            <a:lvl1pPr marL="0" indent="0">
              <a:buNone/>
              <a:defRPr sz="3000" b="1" kern="1200" cap="none" spc="-38" baseline="0">
                <a:ln w="3175">
                  <a:noFill/>
                </a:ln>
                <a:solidFill>
                  <a:schemeClr val="tx1"/>
                </a:solidFill>
                <a:latin typeface="+mj-lt"/>
                <a:ea typeface="+mj-lt"/>
                <a:cs typeface="+mj-lt"/>
              </a:defRPr>
            </a:lvl1pPr>
            <a:lvl2pPr>
              <a:defRPr sz="4800" b="1">
                <a:solidFill>
                  <a:srgbClr val="FFFFFF"/>
                </a:solidFill>
                <a:latin typeface="Segoe UI"/>
                <a:ea typeface="Segoe UI"/>
                <a:cs typeface="Segoe UI"/>
              </a:defRPr>
            </a:lvl2pPr>
            <a:lvl3pPr>
              <a:defRPr sz="4800" b="1">
                <a:solidFill>
                  <a:srgbClr val="FFFFFF"/>
                </a:solidFill>
                <a:latin typeface="Segoe UI"/>
                <a:ea typeface="Segoe UI"/>
                <a:cs typeface="Segoe UI"/>
              </a:defRPr>
            </a:lvl3pPr>
            <a:lvl4pPr>
              <a:defRPr sz="4800" b="1">
                <a:solidFill>
                  <a:srgbClr val="FFFFFF"/>
                </a:solidFill>
                <a:latin typeface="Segoe UI"/>
                <a:ea typeface="Segoe UI"/>
                <a:cs typeface="Segoe UI"/>
              </a:defRPr>
            </a:lvl4pPr>
            <a:lvl5pPr>
              <a:defRPr sz="4800" b="1">
                <a:solidFill>
                  <a:srgbClr val="FFFFFF"/>
                </a:solidFill>
                <a:latin typeface="Segoe UI"/>
                <a:ea typeface="Segoe UI"/>
                <a:cs typeface="Segoe UI"/>
              </a:defRPr>
            </a:lvl5pPr>
            <a:lvl6pPr>
              <a:defRPr sz="4800" b="1">
                <a:solidFill>
                  <a:srgbClr val="FFFFFF"/>
                </a:solidFill>
                <a:latin typeface="Segoe UI"/>
                <a:ea typeface="Segoe UI"/>
                <a:cs typeface="Segoe UI"/>
              </a:defRPr>
            </a:lvl6pPr>
            <a:lvl7pPr>
              <a:defRPr sz="4800" b="1">
                <a:solidFill>
                  <a:srgbClr val="FFFFFF"/>
                </a:solidFill>
                <a:latin typeface="Segoe UI"/>
                <a:ea typeface="Segoe UI"/>
                <a:cs typeface="Segoe UI"/>
              </a:defRPr>
            </a:lvl7pPr>
            <a:lvl8pPr>
              <a:defRPr sz="4800" b="1">
                <a:solidFill>
                  <a:srgbClr val="FFFFFF"/>
                </a:solidFill>
                <a:latin typeface="Segoe UI"/>
                <a:ea typeface="Segoe UI"/>
                <a:cs typeface="Segoe UI"/>
              </a:defRPr>
            </a:lvl8pPr>
            <a:lvl9pPr>
              <a:defRPr sz="4800" b="1">
                <a:solidFill>
                  <a:srgbClr val="FFFFFF"/>
                </a:solidFill>
                <a:latin typeface="Segoe UI"/>
                <a:ea typeface="Segoe UI"/>
                <a:cs typeface="Segoe UI"/>
              </a:defRPr>
            </a:lvl9pPr>
          </a:lstStyle>
          <a:p xmlns:a="http://schemas.openxmlformats.org/drawingml/2006/main">
            <a:pPr marL="0" marR="0" lvl="0" indent="0" algn="l" defTabSz="699557">
              <a:lnSpc>
                <a:spcPct val="90000"/>
              </a:lnSpc>
              <a:spcBef>
                <a:spcPct val="0"/>
              </a:spcBef>
              <a:spcAft>
                <a:spcPts val="0"/>
              </a:spcAft>
              <a:buClrTx/>
              <a:buSzPct val="90000"/>
              <a:buFont typeface="Wingdings"/>
              <a:buNone/>
              <a:defRPr sz="4800" b="1">
                <a:solidFill>
                  <a:srgbClr val="FFFFFF"/>
                </a:solidFill>
                <a:latin typeface="Segoe UI"/>
                <a:ea typeface="Segoe UI"/>
                <a:cs typeface="Segoe UI"/>
              </a:defRPr>
            </a:pPr>
            <a:r>
              <a:rPr sz="4800" b="1">
                <a:solidFill>
                  <a:srgbClr val="FFFFFF"/>
                </a:solidFill>
                <a:latin typeface="Segoe UI"/>
                <a:ea typeface="Segoe UI"/>
                <a:cs typeface="Segoe UI"/>
              </a:rPr>
              <a:t>APIM</a:t>
            </a:r>
          </a:p>
          <a:p xmlns:a="http://schemas.openxmlformats.org/drawingml/2006/main">
            <a:pPr marL="0" marR="0" lvl="0" indent="0" algn="l" defTabSz="699557">
              <a:lnSpc>
                <a:spcPct val="90000"/>
              </a:lnSpc>
              <a:spcBef>
                <a:spcPct val="0"/>
              </a:spcBef>
              <a:spcAft>
                <a:spcPts val="0"/>
              </a:spcAft>
              <a:buClrTx/>
              <a:buSzPct val="90000"/>
              <a:buFont typeface="Wingdings"/>
              <a:buNone/>
              <a:defRPr sz="4800" b="1">
                <a:solidFill>
                  <a:srgbClr val="FFFFFF"/>
                </a:solidFill>
                <a:latin typeface="Segoe UI"/>
                <a:ea typeface="Segoe UI"/>
                <a:cs typeface="Segoe UI"/>
              </a:defRPr>
            </a:pPr>
            <a:r>
              <a:rPr sz="4800" b="1">
                <a:solidFill>
                  <a:srgbClr val="FFFFFF"/>
                </a:solidFill>
                <a:latin typeface="Segoe UI"/>
                <a:ea typeface="Segoe UI"/>
                <a:cs typeface="Segoe UI"/>
              </a:rPr>
              <a:t>in action</a:t>
            </a:r>
          </a:p>
        </p:txBody>
      </p:sp>
      <p:sp>
        <p:nvSpPr>
          <p:cNvPr id="3" name="Text Placeholder 4">
            <a:extLst xmlns:a="http://schemas.openxmlformats.org/drawingml/2006/main">
              <a:ext uri="{FF2B5EF4-FFF2-40B4-BE49-F238E27FC236}">
                <a16:creationId xmlns:a16="http://schemas.microsoft.com/office/drawing/2014/main" id="{69FEDD2E-1301-4534-8276-CF9F6B4FCFD1}"/>
              </a:ext>
            </a:extLst>
          </p:cNvPr>
          <p:cNvSpPr>
            <a:spLocks xmlns:a="http://schemas.openxmlformats.org/drawingml/2006/main" noGrp="1"/>
          </p:cNvSpPr>
          <p:nvPr>
            <p:ph type="body" idx="12" hasCustomPrompt="1"/>
          </p:nvPr>
        </p:nvSpPr>
        <p:spPr>
          <a:xfrm xmlns:a="http://schemas.openxmlformats.org/drawingml/2006/main">
            <a:off x="438150" y="3133725"/>
            <a:ext cx="619125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defPPr>
              <a:defRPr sz="2100" b="0">
                <a:solidFill>
                  <a:srgbClr val="FFFFFF"/>
                </a:solidFill>
                <a:latin typeface="Segoe UI"/>
                <a:ea typeface="Segoe UI"/>
                <a:cs typeface="Segoe UI"/>
              </a:defRPr>
            </a:defPPr>
            <a:lvl1pPr marL="0" indent="0">
              <a:spcBef>
                <a:spcPts val="0"/>
              </a:spcBef>
              <a:buNone/>
              <a:defRPr sz="1350" b="0" kern="1200" spc="0" baseline="0">
                <a:solidFill>
                  <a:schemeClr val="tx1"/>
                </a:solidFill>
                <a:latin typeface="+mn-lt"/>
                <a:ea typeface="+mn-lt"/>
                <a:cs typeface="+mn-lt"/>
              </a:defRPr>
            </a:lvl1pPr>
            <a:lvl2pPr>
              <a:defRPr sz="2100" b="0">
                <a:solidFill>
                  <a:srgbClr val="FFFFFF"/>
                </a:solidFill>
                <a:latin typeface="Segoe UI"/>
                <a:ea typeface="Segoe UI"/>
                <a:cs typeface="Segoe UI"/>
              </a:defRPr>
            </a:lvl2pPr>
            <a:lvl3pPr>
              <a:defRPr sz="2100" b="0">
                <a:solidFill>
                  <a:srgbClr val="FFFFFF"/>
                </a:solidFill>
                <a:latin typeface="Segoe UI"/>
                <a:ea typeface="Segoe UI"/>
                <a:cs typeface="Segoe UI"/>
              </a:defRPr>
            </a:lvl3pPr>
            <a:lvl4pPr>
              <a:defRPr sz="2100" b="0">
                <a:solidFill>
                  <a:srgbClr val="FFFFFF"/>
                </a:solidFill>
                <a:latin typeface="Segoe UI"/>
                <a:ea typeface="Segoe UI"/>
                <a:cs typeface="Segoe UI"/>
              </a:defRPr>
            </a:lvl4pPr>
            <a:lvl5pPr>
              <a:defRPr sz="2100" b="0">
                <a:solidFill>
                  <a:srgbClr val="FFFFFF"/>
                </a:solidFill>
                <a:latin typeface="Segoe UI"/>
                <a:ea typeface="Segoe UI"/>
                <a:cs typeface="Segoe UI"/>
              </a:defRPr>
            </a:lvl5pPr>
            <a:lvl6pPr>
              <a:defRPr sz="2100" b="0">
                <a:solidFill>
                  <a:srgbClr val="FFFFFF"/>
                </a:solidFill>
                <a:latin typeface="Segoe UI"/>
                <a:ea typeface="Segoe UI"/>
                <a:cs typeface="Segoe UI"/>
              </a:defRPr>
            </a:lvl6pPr>
            <a:lvl7pPr>
              <a:defRPr sz="2100" b="0">
                <a:solidFill>
                  <a:srgbClr val="FFFFFF"/>
                </a:solidFill>
                <a:latin typeface="Segoe UI"/>
                <a:ea typeface="Segoe UI"/>
                <a:cs typeface="Segoe UI"/>
              </a:defRPr>
            </a:lvl7pPr>
            <a:lvl8pPr>
              <a:defRPr sz="2100" b="0">
                <a:solidFill>
                  <a:srgbClr val="FFFFFF"/>
                </a:solidFill>
                <a:latin typeface="Segoe UI"/>
                <a:ea typeface="Segoe UI"/>
                <a:cs typeface="Segoe UI"/>
              </a:defRPr>
            </a:lvl8pPr>
            <a:lvl9pPr>
              <a:defRPr sz="2100" b="0">
                <a:solidFill>
                  <a:srgbClr val="FFFFFF"/>
                </a:solidFill>
                <a:latin typeface="Segoe UI"/>
                <a:ea typeface="Segoe UI"/>
                <a:cs typeface="Segoe UI"/>
              </a:defRPr>
            </a:lvl9pPr>
          </a:lstStyle>
          <a:p xmlns:a="http://schemas.openxmlformats.org/drawingml/2006/main">
            <a:pPr marL="0" marR="0" lvl="0" indent="0" algn="l" defTabSz="699557">
              <a:lnSpc>
                <a:spcPct val="100000"/>
              </a:lnSpc>
              <a:spcBef>
                <a:spcPts val="0"/>
              </a:spcBef>
              <a:spcAft>
                <a:spcPts val="0"/>
              </a:spcAft>
              <a:buClrTx/>
              <a:buSzPct val="90000"/>
              <a:buFont typeface="Wingdings"/>
              <a:buNone/>
              <a:defRPr sz="2100" b="0">
                <a:solidFill>
                  <a:srgbClr val="FFFFFF"/>
                </a:solidFill>
                <a:latin typeface="Segoe UI"/>
                <a:ea typeface="Segoe UI"/>
                <a:cs typeface="Segoe UI"/>
              </a:defRPr>
            </a:pPr>
            <a:r>
              <a:rPr sz="2100" b="0">
                <a:solidFill>
                  <a:srgbClr val="FFFFFF"/>
                </a:solidFill>
                <a:latin typeface="Segoe UI"/>
                <a:ea typeface="Segoe UI"/>
                <a:cs typeface="Segoe UI"/>
              </a:rPr>
              <a:t>Azure API Management</a:t>
            </a:r>
          </a:p>
          <a:p xmlns:a="http://schemas.openxmlformats.org/drawingml/2006/main">
            <a:pPr marL="0" marR="0" lvl="0" indent="0" algn="l" defTabSz="699557">
              <a:lnSpc>
                <a:spcPct val="100000"/>
              </a:lnSpc>
              <a:spcBef>
                <a:spcPts val="0"/>
              </a:spcBef>
              <a:spcAft>
                <a:spcPts val="0"/>
              </a:spcAft>
              <a:buClrTx/>
              <a:buSzPct val="90000"/>
              <a:buFont typeface="Wingdings"/>
              <a:buNone/>
              <a:defRPr sz="2100" b="0">
                <a:solidFill>
                  <a:srgbClr val="FFFFFF"/>
                </a:solidFill>
                <a:latin typeface="Segoe UI"/>
                <a:ea typeface="Segoe UI"/>
                <a:cs typeface="Segoe UI"/>
              </a:defRPr>
            </a:pPr>
            <a:r>
              <a:rPr sz="2100" b="0">
                <a:solidFill>
                  <a:srgbClr val="FFFFFF"/>
                </a:solidFill>
                <a:latin typeface="Segoe UI"/>
                <a:ea typeface="Segoe UI"/>
                <a:cs typeface="Segoe UI"/>
              </a:rPr>
              <a:t>Configuration as code with apiops-cli</a:t>
            </a:r>
          </a:p>
          <a:p xmlns:a="http://schemas.openxmlformats.org/drawingml/2006/main">
            <a:pPr marL="0" marR="0" lvl="0" indent="0" algn="l" defTabSz="699557">
              <a:lnSpc>
                <a:spcPct val="100000"/>
              </a:lnSpc>
              <a:spcBef>
                <a:spcPts val="0"/>
              </a:spcBef>
              <a:spcAft>
                <a:spcPts val="0"/>
              </a:spcAft>
              <a:buClrTx/>
              <a:buSzPct val="90000"/>
              <a:buFont typeface="Wingdings"/>
              <a:buNone/>
              <a:defRPr sz="2100" b="0">
                <a:solidFill>
                  <a:srgbClr val="FFFFFF"/>
                </a:solidFill>
                <a:latin typeface="Segoe UI"/>
                <a:ea typeface="Segoe UI"/>
                <a:cs typeface="Segoe UI"/>
              </a:defRPr>
            </a:pPr>
            <a:r>
              <a:rPr sz="2100" b="0">
                <a:solidFill>
                  <a:srgbClr val="FFFFFF"/>
                </a:solidFill>
                <a:latin typeface="Segoe UI"/>
                <a:ea typeface="Segoe UI"/>
                <a:cs typeface="Segoe UI"/>
              </a:rPr>
              <a:t>Hands-on workshop</a:t>
            </a:r>
          </a:p>
        </p:txBody>
      </p:sp>
    </p:spTree>
    <p:extLst>
      <p:ext uri="{BB962C8B-B14F-4D97-AF65-F5344CB8AC3E}">
        <p14:creationId xmlns:p14="http://schemas.microsoft.com/office/powerpoint/2010/main" val="39382867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876633-3E8D-4CF4-A5D4-D4E9D88A6DE0}"/>
              </a:ext>
            </a:extLst>
          </p:cNvPr>
          <p:cNvSpPr>
            <a:spLocks xmlns:a="http://schemas.openxmlformats.org/drawingml/2006/main" noGrp="1"/>
          </p:cNvSpPr>
          <p:nvPr>
            <p:ph type="title" idx="0"/>
          </p:nvPr>
        </p:nvSpPr>
        <p:spPr>
          <a:xfrm xmlns:a="http://schemas.openxmlformats.org/drawingml/2006/main">
            <a:off x="438150" y="342900"/>
            <a:ext cx="8258175" cy="411480"/>
          </a:xfrm>
        </p:spPr>
        <p:txBody>
          <a:bodyPr xmlns:a="http://schemas.openxmlformats.org/drawingml/2006/main" lIns="0" tIns="0" rIns="0" bIns="0" anchor="t">
            <a:spAutoFit/>
          </a:bodyPr>
          <a:lstStyle xmlns:a="http://schemas.openxmlformats.org/drawingml/2006/main">
            <a:defPPr>
              <a:defRPr sz="2700" b="1">
                <a:solidFill>
                  <a:srgbClr val="FFFFFF"/>
                </a:solidFill>
                <a:latin typeface="Segoe UI"/>
                <a:ea typeface="Segoe UI"/>
                <a:cs typeface="Segoe UI"/>
              </a:defRPr>
            </a:defPPr>
            <a:lvl1pPr marL="0" indent="0">
              <a:buNone/>
              <a:defRPr sz="2700" b="1">
                <a:solidFill>
                  <a:srgbClr val="FFFFFF"/>
                </a:solidFill>
                <a:latin typeface="Segoe UI"/>
                <a:ea typeface="Segoe UI"/>
                <a:cs typeface="Segoe UI"/>
              </a:defRPr>
            </a:lvl1pPr>
            <a:lvl2pPr>
              <a:defRPr sz="2700" b="1">
                <a:solidFill>
                  <a:srgbClr val="FFFFFF"/>
                </a:solidFill>
                <a:latin typeface="Segoe UI"/>
                <a:ea typeface="Segoe UI"/>
                <a:cs typeface="Segoe UI"/>
              </a:defRPr>
            </a:lvl2pPr>
            <a:lvl3pPr>
              <a:defRPr sz="2700" b="1">
                <a:solidFill>
                  <a:srgbClr val="FFFFFF"/>
                </a:solidFill>
                <a:latin typeface="Segoe UI"/>
                <a:ea typeface="Segoe UI"/>
                <a:cs typeface="Segoe UI"/>
              </a:defRPr>
            </a:lvl3pPr>
            <a:lvl4pPr>
              <a:defRPr sz="2700" b="1">
                <a:solidFill>
                  <a:srgbClr val="FFFFFF"/>
                </a:solidFill>
                <a:latin typeface="Segoe UI"/>
                <a:ea typeface="Segoe UI"/>
                <a:cs typeface="Segoe UI"/>
              </a:defRPr>
            </a:lvl4pPr>
            <a:lvl5pPr>
              <a:defRPr sz="2700" b="1">
                <a:solidFill>
                  <a:srgbClr val="FFFFFF"/>
                </a:solidFill>
                <a:latin typeface="Segoe UI"/>
                <a:ea typeface="Segoe UI"/>
                <a:cs typeface="Segoe UI"/>
              </a:defRPr>
            </a:lvl5pPr>
            <a:lvl6pPr>
              <a:defRPr sz="2700" b="1">
                <a:solidFill>
                  <a:srgbClr val="FFFFFF"/>
                </a:solidFill>
                <a:latin typeface="Segoe UI"/>
                <a:ea typeface="Segoe UI"/>
                <a:cs typeface="Segoe UI"/>
              </a:defRPr>
            </a:lvl6pPr>
            <a:lvl7pPr>
              <a:defRPr sz="2700" b="1">
                <a:solidFill>
                  <a:srgbClr val="FFFFFF"/>
                </a:solidFill>
                <a:latin typeface="Segoe UI"/>
                <a:ea typeface="Segoe UI"/>
                <a:cs typeface="Segoe UI"/>
              </a:defRPr>
            </a:lvl7pPr>
            <a:lvl8pPr>
              <a:defRPr sz="2700" b="1">
                <a:solidFill>
                  <a:srgbClr val="FFFFFF"/>
                </a:solidFill>
                <a:latin typeface="Segoe UI"/>
                <a:ea typeface="Segoe UI"/>
                <a:cs typeface="Segoe UI"/>
              </a:defRPr>
            </a:lvl8pPr>
            <a:lvl9pPr>
              <a:defRPr sz="2700" b="1">
                <a:solidFill>
                  <a:srgbClr val="FFFFFF"/>
                </a:solidFill>
                <a:latin typeface="Segoe UI"/>
                <a:ea typeface="Segoe UI"/>
                <a:cs typeface="Segoe UI"/>
              </a:defRPr>
            </a:lvl9pPr>
          </a:lstStyle>
          <a:p xmlns:a="http://schemas.openxmlformats.org/drawingml/2006/main">
            <a:pPr>
              <a:defRPr sz="2700" b="1">
                <a:solidFill>
                  <a:srgbClr val="FFFFFF"/>
                </a:solidFill>
                <a:latin typeface="Segoe UI"/>
                <a:ea typeface="Segoe UI"/>
                <a:cs typeface="Segoe UI"/>
              </a:defRPr>
            </a:pPr>
            <a:r>
              <a:rPr sz="2700" b="1">
                <a:solidFill>
                  <a:srgbClr val="FFFFFF"/>
                </a:solidFill>
                <a:latin typeface="Segoe UI"/>
                <a:ea typeface="Segoe UI"/>
                <a:cs typeface="Segoe UI"/>
              </a:rPr>
              <a:t>API changes belong in your release process</a:t>
            </a:r>
          </a:p>
        </p:txBody>
      </p:sp>
      <p:sp>
        <p:nvSpPr>
          <p:cNvPr id="3" name="Text Placeholder 11">
            <a:extLst xmlns:a="http://schemas.openxmlformats.org/drawingml/2006/main">
              <a:ext uri="{FF2B5EF4-FFF2-40B4-BE49-F238E27FC236}">
                <a16:creationId xmlns:a16="http://schemas.microsoft.com/office/drawing/2014/main" id="{C2759870-0BEA-44DC-A414-1C70D04E35CC}"/>
              </a:ext>
            </a:extLst>
          </p:cNvPr>
          <p:cNvSpPr>
            <a:spLocks xmlns:a="http://schemas.openxmlformats.org/drawingml/2006/main" noGrp="1"/>
          </p:cNvSpPr>
          <p:nvPr>
            <p:ph type="body" idx="16"/>
          </p:nvPr>
        </p:nvSpPr>
        <p:spPr>
          <a:xfrm xmlns:a="http://schemas.openxmlformats.org/drawingml/2006/main">
            <a:off x="438150" y="1428750"/>
            <a:ext cx="3905250" cy="457200"/>
          </a:xfrm>
        </p:spPr>
        <p:txBody>
          <a:bodyPr xmlns:a="http://schemas.openxmlformats.org/drawingml/2006/main" lIns="0" tIns="0" rIns="0" bIns="0" anchor="t"/>
          <a:lstStyle xmlns:a="http://schemas.openxmlformats.org/drawingml/2006/main">
            <a:defPPr>
              <a:defRPr sz="2250" b="1">
                <a:solidFill>
                  <a:srgbClr val="50B8E8"/>
                </a:solidFill>
                <a:latin typeface="Segoe UI"/>
                <a:ea typeface="Segoe UI"/>
                <a:cs typeface="Segoe UI"/>
              </a:defRPr>
            </a:defPPr>
            <a:lvl1pPr marL="0" indent="0">
              <a:spcBef>
                <a:spcPts val="0"/>
              </a:spcBef>
              <a:buNone/>
              <a:defRPr sz="2100" b="1">
                <a:solidFill>
                  <a:schemeClr val="tx1"/>
                </a:solidFill>
                <a:latin typeface="+mj-lt"/>
                <a:ea typeface="+mj-lt"/>
                <a:cs typeface="+mj-lt"/>
              </a:defRPr>
            </a:lvl1pPr>
            <a:lvl2pPr>
              <a:defRPr sz="2250" b="1">
                <a:solidFill>
                  <a:srgbClr val="50B8E8"/>
                </a:solidFill>
                <a:latin typeface="Segoe UI"/>
                <a:ea typeface="Segoe UI"/>
                <a:cs typeface="Segoe UI"/>
              </a:defRPr>
            </a:lvl2pPr>
            <a:lvl3pPr>
              <a:defRPr sz="2250" b="1">
                <a:solidFill>
                  <a:srgbClr val="50B8E8"/>
                </a:solidFill>
                <a:latin typeface="Segoe UI"/>
                <a:ea typeface="Segoe UI"/>
                <a:cs typeface="Segoe UI"/>
              </a:defRPr>
            </a:lvl3pPr>
            <a:lvl4pPr>
              <a:defRPr sz="2250" b="1">
                <a:solidFill>
                  <a:srgbClr val="50B8E8"/>
                </a:solidFill>
                <a:latin typeface="Segoe UI"/>
                <a:ea typeface="Segoe UI"/>
                <a:cs typeface="Segoe UI"/>
              </a:defRPr>
            </a:lvl4pPr>
            <a:lvl5pPr>
              <a:defRPr sz="2250" b="1">
                <a:solidFill>
                  <a:srgbClr val="50B8E8"/>
                </a:solidFill>
                <a:latin typeface="Segoe UI"/>
                <a:ea typeface="Segoe UI"/>
                <a:cs typeface="Segoe UI"/>
              </a:defRPr>
            </a:lvl5pPr>
            <a:lvl6pPr>
              <a:defRPr sz="2250" b="1">
                <a:solidFill>
                  <a:srgbClr val="50B8E8"/>
                </a:solidFill>
                <a:latin typeface="Segoe UI"/>
                <a:ea typeface="Segoe UI"/>
                <a:cs typeface="Segoe UI"/>
              </a:defRPr>
            </a:lvl6pPr>
            <a:lvl7pPr>
              <a:defRPr sz="2250" b="1">
                <a:solidFill>
                  <a:srgbClr val="50B8E8"/>
                </a:solidFill>
                <a:latin typeface="Segoe UI"/>
                <a:ea typeface="Segoe UI"/>
                <a:cs typeface="Segoe UI"/>
              </a:defRPr>
            </a:lvl7pPr>
            <a:lvl8pPr>
              <a:defRPr sz="2250" b="1">
                <a:solidFill>
                  <a:srgbClr val="50B8E8"/>
                </a:solidFill>
                <a:latin typeface="Segoe UI"/>
                <a:ea typeface="Segoe UI"/>
                <a:cs typeface="Segoe UI"/>
              </a:defRPr>
            </a:lvl8pPr>
            <a:lvl9pPr>
              <a:defRPr sz="2250" b="1">
                <a:solidFill>
                  <a:srgbClr val="50B8E8"/>
                </a:solidFill>
                <a:latin typeface="Segoe UI"/>
                <a:ea typeface="Segoe UI"/>
                <a:cs typeface="Segoe UI"/>
              </a:defRPr>
            </a:lvl9pPr>
          </a:lstStyle>
          <a:p xmlns:a="http://schemas.openxmlformats.org/drawingml/2006/main">
            <a:pPr marL="0" lvl="0" indent="0">
              <a:buNone/>
              <a:defRPr sz="2250" b="1">
                <a:solidFill>
                  <a:srgbClr val="50B8E8"/>
                </a:solidFill>
                <a:latin typeface="Segoe UI"/>
                <a:ea typeface="Segoe UI"/>
                <a:cs typeface="Segoe UI"/>
              </a:defRPr>
            </a:pPr>
            <a:r>
              <a:rPr sz="2250" b="1">
                <a:solidFill>
                  <a:srgbClr val="50B8E8"/>
                </a:solidFill>
                <a:latin typeface="Segoe UI"/>
                <a:ea typeface="Segoe UI"/>
                <a:cs typeface="Segoe UI"/>
              </a:rPr>
              <a:t>Today</a:t>
            </a:r>
          </a:p>
        </p:txBody>
      </p:sp>
      <p:sp>
        <p:nvSpPr>
          <p:cNvPr id="4" name="Content Placeholder 14">
            <a:extLst xmlns:a="http://schemas.openxmlformats.org/drawingml/2006/main">
              <a:ext uri="{FF2B5EF4-FFF2-40B4-BE49-F238E27FC236}">
                <a16:creationId xmlns:a16="http://schemas.microsoft.com/office/drawing/2014/main" id="{BFEF95FA-F121-4653-B60A-0D068C345462}"/>
              </a:ext>
            </a:extLst>
          </p:cNvPr>
          <p:cNvSpPr>
            <a:spLocks xmlns:a="http://schemas.openxmlformats.org/drawingml/2006/main" noGrp="1"/>
          </p:cNvSpPr>
          <p:nvPr>
            <p:ph idx="11"/>
          </p:nvPr>
        </p:nvSpPr>
        <p:spPr>
          <a:xfrm xmlns:a="http://schemas.openxmlformats.org/drawingml/2006/main">
            <a:off x="438150" y="2076450"/>
            <a:ext cx="3857625" cy="2000250"/>
          </a:xfrm>
        </p:spPr>
        <p:txBody>
          <a:bodyPr xmlns:a="http://schemas.openxmlformats.org/drawingml/2006/main" lIns="0" tIns="0" rIns="0" bIns="0" anchor="t"/>
          <a:lstStyle xmlns:a="http://schemas.openxmlformats.org/drawingml/2006/main">
            <a:defPPr>
              <a:defRPr sz="1950" b="0">
                <a:solidFill>
                  <a:srgbClr val="FFFFFF"/>
                </a:solidFill>
                <a:latin typeface="Segoe UI"/>
                <a:ea typeface="Segoe UI"/>
                <a:cs typeface="Segoe UI"/>
              </a:defRPr>
            </a:defPPr>
            <a:lvl1pPr marL="0" indent="0">
              <a:buNone/>
              <a:defRPr sz="1800" b="0">
                <a:solidFill>
                  <a:srgbClr val="FFFFFF"/>
                </a:solidFill>
                <a:latin typeface="Segoe UI"/>
                <a:ea typeface="Segoe UI"/>
                <a:cs typeface="Segoe UI"/>
              </a:defRPr>
            </a:lvl1pPr>
            <a:lvl2pPr>
              <a:defRPr sz="1950" b="0">
                <a:solidFill>
                  <a:srgbClr val="FFFFFF"/>
                </a:solidFill>
                <a:latin typeface="Segoe UI"/>
                <a:ea typeface="Segoe UI"/>
                <a:cs typeface="Segoe UI"/>
              </a:defRPr>
            </a:lvl2pPr>
            <a:lvl3pPr>
              <a:defRPr sz="1950" b="0">
                <a:solidFill>
                  <a:srgbClr val="FFFFFF"/>
                </a:solidFill>
                <a:latin typeface="Segoe UI"/>
                <a:ea typeface="Segoe UI"/>
                <a:cs typeface="Segoe UI"/>
              </a:defRPr>
            </a:lvl3pPr>
            <a:lvl4pPr>
              <a:defRPr sz="1950" b="0">
                <a:solidFill>
                  <a:srgbClr val="FFFFFF"/>
                </a:solidFill>
                <a:latin typeface="Segoe UI"/>
                <a:ea typeface="Segoe UI"/>
                <a:cs typeface="Segoe UI"/>
              </a:defRPr>
            </a:lvl4pPr>
            <a:lvl5pPr>
              <a:defRPr sz="1950" b="0">
                <a:solidFill>
                  <a:srgbClr val="FFFFFF"/>
                </a:solidFill>
                <a:latin typeface="Segoe UI"/>
                <a:ea typeface="Segoe UI"/>
                <a:cs typeface="Segoe UI"/>
              </a:defRPr>
            </a:lvl5pPr>
            <a:lvl6pPr>
              <a:defRPr sz="1950" b="0">
                <a:solidFill>
                  <a:srgbClr val="FFFFFF"/>
                </a:solidFill>
                <a:latin typeface="Segoe UI"/>
                <a:ea typeface="Segoe UI"/>
                <a:cs typeface="Segoe UI"/>
              </a:defRPr>
            </a:lvl6pPr>
            <a:lvl7pPr>
              <a:defRPr sz="1950" b="0">
                <a:solidFill>
                  <a:srgbClr val="FFFFFF"/>
                </a:solidFill>
                <a:latin typeface="Segoe UI"/>
                <a:ea typeface="Segoe UI"/>
                <a:cs typeface="Segoe UI"/>
              </a:defRPr>
            </a:lvl7pPr>
            <a:lvl8pPr>
              <a:defRPr sz="1950" b="0">
                <a:solidFill>
                  <a:srgbClr val="FFFFFF"/>
                </a:solidFill>
                <a:latin typeface="Segoe UI"/>
                <a:ea typeface="Segoe UI"/>
                <a:cs typeface="Segoe UI"/>
              </a:defRPr>
            </a:lvl8pPr>
            <a:lvl9pPr>
              <a:defRPr sz="1950" b="0">
                <a:solidFill>
                  <a:srgbClr val="FFFFFF"/>
                </a:solidFill>
                <a:latin typeface="Segoe UI"/>
                <a:ea typeface="Segoe UI"/>
                <a:cs typeface="Segoe UI"/>
              </a:defRPr>
            </a:lvl9pPr>
          </a:lstStyle>
          <a:p xmlns:a="http://schemas.openxmlformats.org/drawingml/2006/main">
            <a:pPr marL="0" lvl="0" indent="0">
              <a:buNone/>
              <a:defRPr sz="1950" b="0">
                <a:solidFill>
                  <a:srgbClr val="FFFFFF"/>
                </a:solidFill>
                <a:latin typeface="Segoe UI"/>
                <a:ea typeface="Segoe UI"/>
                <a:cs typeface="Segoe UI"/>
              </a:defRPr>
            </a:pPr>
            <a:r>
              <a:rPr sz="1950" b="0">
                <a:solidFill>
                  <a:srgbClr val="FFFFFF"/>
                </a:solidFill>
                <a:latin typeface="Segoe UI"/>
                <a:ea typeface="Segoe UI"/>
                <a:cs typeface="Segoe UI"/>
              </a:rPr>
              <a:t>Change an API in the portal.</a:t>
            </a:r>
          </a:p>
          <a:p xmlns:a="http://schemas.openxmlformats.org/drawingml/2006/main">
            <a:pPr marL="0" lvl="0" indent="0">
              <a:buNone/>
            </a:pPr>
            <a:r>
              <a:t/>
            </a:r>
          </a:p>
          <a:p xmlns:a="http://schemas.openxmlformats.org/drawingml/2006/main">
            <a:pPr marL="0" lvl="0" indent="0">
              <a:buNone/>
              <a:defRPr sz="1950" b="0">
                <a:solidFill>
                  <a:srgbClr val="FFFFFF"/>
                </a:solidFill>
                <a:latin typeface="Segoe UI"/>
                <a:ea typeface="Segoe UI"/>
                <a:cs typeface="Segoe UI"/>
              </a:defRPr>
            </a:pPr>
            <a:r>
              <a:rPr sz="1950" b="0">
                <a:solidFill>
                  <a:srgbClr val="FFFFFF"/>
                </a:solidFill>
                <a:latin typeface="Segoe UI"/>
                <a:ea typeface="Segoe UI"/>
                <a:cs typeface="Segoe UI"/>
              </a:rPr>
              <a:t>Repeat the work in QA.</a:t>
            </a:r>
          </a:p>
        </p:txBody>
      </p:sp>
      <p:sp>
        <p:nvSpPr>
          <p:cNvPr id="5" name="Text Placeholder 11">
            <a:extLst xmlns:a="http://schemas.openxmlformats.org/drawingml/2006/main">
              <a:ext uri="{FF2B5EF4-FFF2-40B4-BE49-F238E27FC236}">
                <a16:creationId xmlns:a16="http://schemas.microsoft.com/office/drawing/2014/main" id="{C327262A-D327-4189-AD22-BAD67CF4AB79}"/>
              </a:ext>
            </a:extLst>
          </p:cNvPr>
          <p:cNvSpPr>
            <a:spLocks xmlns:a="http://schemas.openxmlformats.org/drawingml/2006/main" noGrp="1"/>
          </p:cNvSpPr>
          <p:nvPr>
            <p:ph type="body" idx="17"/>
          </p:nvPr>
        </p:nvSpPr>
        <p:spPr>
          <a:xfrm xmlns:a="http://schemas.openxmlformats.org/drawingml/2006/main">
            <a:off x="4791075" y="1428750"/>
            <a:ext cx="3905250" cy="457200"/>
          </a:xfrm>
        </p:spPr>
        <p:txBody>
          <a:bodyPr xmlns:a="http://schemas.openxmlformats.org/drawingml/2006/main" lIns="0" tIns="0" rIns="0" bIns="0" anchor="t"/>
          <a:lstStyle xmlns:a="http://schemas.openxmlformats.org/drawingml/2006/main">
            <a:defPPr>
              <a:defRPr sz="2250" b="1">
                <a:solidFill>
                  <a:srgbClr val="50B8E8"/>
                </a:solidFill>
                <a:latin typeface="Segoe UI"/>
                <a:ea typeface="Segoe UI"/>
                <a:cs typeface="Segoe UI"/>
              </a:defRPr>
            </a:defPPr>
            <a:lvl1pPr marL="0" indent="0">
              <a:spcBef>
                <a:spcPts val="0"/>
              </a:spcBef>
              <a:buNone/>
              <a:defRPr sz="2100" b="1">
                <a:solidFill>
                  <a:schemeClr val="tx1"/>
                </a:solidFill>
                <a:latin typeface="+mj-lt"/>
                <a:ea typeface="+mj-lt"/>
                <a:cs typeface="+mj-lt"/>
              </a:defRPr>
            </a:lvl1pPr>
            <a:lvl2pPr>
              <a:defRPr sz="2250" b="1">
                <a:solidFill>
                  <a:srgbClr val="50B8E8"/>
                </a:solidFill>
                <a:latin typeface="Segoe UI"/>
                <a:ea typeface="Segoe UI"/>
                <a:cs typeface="Segoe UI"/>
              </a:defRPr>
            </a:lvl2pPr>
            <a:lvl3pPr>
              <a:defRPr sz="2250" b="1">
                <a:solidFill>
                  <a:srgbClr val="50B8E8"/>
                </a:solidFill>
                <a:latin typeface="Segoe UI"/>
                <a:ea typeface="Segoe UI"/>
                <a:cs typeface="Segoe UI"/>
              </a:defRPr>
            </a:lvl3pPr>
            <a:lvl4pPr>
              <a:defRPr sz="2250" b="1">
                <a:solidFill>
                  <a:srgbClr val="50B8E8"/>
                </a:solidFill>
                <a:latin typeface="Segoe UI"/>
                <a:ea typeface="Segoe UI"/>
                <a:cs typeface="Segoe UI"/>
              </a:defRPr>
            </a:lvl4pPr>
            <a:lvl5pPr>
              <a:defRPr sz="2250" b="1">
                <a:solidFill>
                  <a:srgbClr val="50B8E8"/>
                </a:solidFill>
                <a:latin typeface="Segoe UI"/>
                <a:ea typeface="Segoe UI"/>
                <a:cs typeface="Segoe UI"/>
              </a:defRPr>
            </a:lvl5pPr>
            <a:lvl6pPr>
              <a:defRPr sz="2250" b="1">
                <a:solidFill>
                  <a:srgbClr val="50B8E8"/>
                </a:solidFill>
                <a:latin typeface="Segoe UI"/>
                <a:ea typeface="Segoe UI"/>
                <a:cs typeface="Segoe UI"/>
              </a:defRPr>
            </a:lvl6pPr>
            <a:lvl7pPr>
              <a:defRPr sz="2250" b="1">
                <a:solidFill>
                  <a:srgbClr val="50B8E8"/>
                </a:solidFill>
                <a:latin typeface="Segoe UI"/>
                <a:ea typeface="Segoe UI"/>
                <a:cs typeface="Segoe UI"/>
              </a:defRPr>
            </a:lvl7pPr>
            <a:lvl8pPr>
              <a:defRPr sz="2250" b="1">
                <a:solidFill>
                  <a:srgbClr val="50B8E8"/>
                </a:solidFill>
                <a:latin typeface="Segoe UI"/>
                <a:ea typeface="Segoe UI"/>
                <a:cs typeface="Segoe UI"/>
              </a:defRPr>
            </a:lvl8pPr>
            <a:lvl9pPr>
              <a:defRPr sz="2250" b="1">
                <a:solidFill>
                  <a:srgbClr val="50B8E8"/>
                </a:solidFill>
                <a:latin typeface="Segoe UI"/>
                <a:ea typeface="Segoe UI"/>
                <a:cs typeface="Segoe UI"/>
              </a:defRPr>
            </a:lvl9pPr>
          </a:lstStyle>
          <a:p xmlns:a="http://schemas.openxmlformats.org/drawingml/2006/main">
            <a:pPr marL="0" lvl="0" indent="0">
              <a:buNone/>
              <a:defRPr sz="2250" b="1">
                <a:solidFill>
                  <a:srgbClr val="50B8E8"/>
                </a:solidFill>
                <a:latin typeface="Segoe UI"/>
                <a:ea typeface="Segoe UI"/>
                <a:cs typeface="Segoe UI"/>
              </a:defRPr>
            </a:pPr>
            <a:r>
              <a:rPr sz="2250" b="1">
                <a:solidFill>
                  <a:srgbClr val="50B8E8"/>
                </a:solidFill>
                <a:latin typeface="Segoe UI"/>
                <a:ea typeface="Segoe UI"/>
                <a:cs typeface="Segoe UI"/>
              </a:rPr>
              <a:t>With APIOps</a:t>
            </a:r>
          </a:p>
        </p:txBody>
      </p:sp>
      <p:sp>
        <p:nvSpPr>
          <p:cNvPr id="6" name="Content Placeholder 14">
            <a:extLst xmlns:a="http://schemas.openxmlformats.org/drawingml/2006/main">
              <a:ext uri="{FF2B5EF4-FFF2-40B4-BE49-F238E27FC236}">
                <a16:creationId xmlns:a16="http://schemas.microsoft.com/office/drawing/2014/main" id="{47F8EAA9-0E64-4589-A234-BC31685BE7D3}"/>
              </a:ext>
            </a:extLst>
          </p:cNvPr>
          <p:cNvSpPr>
            <a:spLocks xmlns:a="http://schemas.openxmlformats.org/drawingml/2006/main" noGrp="1"/>
          </p:cNvSpPr>
          <p:nvPr>
            <p:ph idx="13"/>
          </p:nvPr>
        </p:nvSpPr>
        <p:spPr>
          <a:xfrm xmlns:a="http://schemas.openxmlformats.org/drawingml/2006/main">
            <a:off x="4791075" y="2076450"/>
            <a:ext cx="3857625" cy="2000250"/>
          </a:xfrm>
        </p:spPr>
        <p:txBody>
          <a:bodyPr xmlns:a="http://schemas.openxmlformats.org/drawingml/2006/main" lIns="0" tIns="0" rIns="0" bIns="0" anchor="t"/>
          <a:lstStyle xmlns:a="http://schemas.openxmlformats.org/drawingml/2006/main">
            <a:defPPr>
              <a:defRPr sz="1950" b="0">
                <a:solidFill>
                  <a:srgbClr val="FFFFFF"/>
                </a:solidFill>
                <a:latin typeface="Segoe UI"/>
                <a:ea typeface="Segoe UI"/>
                <a:cs typeface="Segoe UI"/>
              </a:defRPr>
            </a:defPPr>
            <a:lvl1pPr marL="0" indent="0">
              <a:buNone/>
              <a:defRPr sz="1800" b="0">
                <a:solidFill>
                  <a:srgbClr val="FFFFFF"/>
                </a:solidFill>
                <a:latin typeface="Segoe UI"/>
                <a:ea typeface="Segoe UI"/>
                <a:cs typeface="Segoe UI"/>
              </a:defRPr>
            </a:lvl1pPr>
            <a:lvl2pPr>
              <a:defRPr sz="1950" b="0">
                <a:solidFill>
                  <a:srgbClr val="FFFFFF"/>
                </a:solidFill>
                <a:latin typeface="Segoe UI"/>
                <a:ea typeface="Segoe UI"/>
                <a:cs typeface="Segoe UI"/>
              </a:defRPr>
            </a:lvl2pPr>
            <a:lvl3pPr>
              <a:defRPr sz="1950" b="0">
                <a:solidFill>
                  <a:srgbClr val="FFFFFF"/>
                </a:solidFill>
                <a:latin typeface="Segoe UI"/>
                <a:ea typeface="Segoe UI"/>
                <a:cs typeface="Segoe UI"/>
              </a:defRPr>
            </a:lvl3pPr>
            <a:lvl4pPr>
              <a:defRPr sz="1950" b="0">
                <a:solidFill>
                  <a:srgbClr val="FFFFFF"/>
                </a:solidFill>
                <a:latin typeface="Segoe UI"/>
                <a:ea typeface="Segoe UI"/>
                <a:cs typeface="Segoe UI"/>
              </a:defRPr>
            </a:lvl4pPr>
            <a:lvl5pPr>
              <a:defRPr sz="1950" b="0">
                <a:solidFill>
                  <a:srgbClr val="FFFFFF"/>
                </a:solidFill>
                <a:latin typeface="Segoe UI"/>
                <a:ea typeface="Segoe UI"/>
                <a:cs typeface="Segoe UI"/>
              </a:defRPr>
            </a:lvl5pPr>
            <a:lvl6pPr>
              <a:defRPr sz="1950" b="0">
                <a:solidFill>
                  <a:srgbClr val="FFFFFF"/>
                </a:solidFill>
                <a:latin typeface="Segoe UI"/>
                <a:ea typeface="Segoe UI"/>
                <a:cs typeface="Segoe UI"/>
              </a:defRPr>
            </a:lvl6pPr>
            <a:lvl7pPr>
              <a:defRPr sz="1950" b="0">
                <a:solidFill>
                  <a:srgbClr val="FFFFFF"/>
                </a:solidFill>
                <a:latin typeface="Segoe UI"/>
                <a:ea typeface="Segoe UI"/>
                <a:cs typeface="Segoe UI"/>
              </a:defRPr>
            </a:lvl7pPr>
            <a:lvl8pPr>
              <a:defRPr sz="1950" b="0">
                <a:solidFill>
                  <a:srgbClr val="FFFFFF"/>
                </a:solidFill>
                <a:latin typeface="Segoe UI"/>
                <a:ea typeface="Segoe UI"/>
                <a:cs typeface="Segoe UI"/>
              </a:defRPr>
            </a:lvl8pPr>
            <a:lvl9pPr>
              <a:defRPr sz="1950" b="0">
                <a:solidFill>
                  <a:srgbClr val="FFFFFF"/>
                </a:solidFill>
                <a:latin typeface="Segoe UI"/>
                <a:ea typeface="Segoe UI"/>
                <a:cs typeface="Segoe UI"/>
              </a:defRPr>
            </a:lvl9pPr>
          </a:lstStyle>
          <a:p xmlns:a="http://schemas.openxmlformats.org/drawingml/2006/main">
            <a:pPr marL="0" lvl="0" indent="0">
              <a:buNone/>
              <a:defRPr sz="1950" b="0">
                <a:solidFill>
                  <a:srgbClr val="FFFFFF"/>
                </a:solidFill>
                <a:latin typeface="Segoe UI"/>
                <a:ea typeface="Segoe UI"/>
                <a:cs typeface="Segoe UI"/>
              </a:defRPr>
            </a:pPr>
            <a:r>
              <a:rPr sz="1950" b="0">
                <a:solidFill>
                  <a:srgbClr val="FFFFFF"/>
                </a:solidFill>
                <a:latin typeface="Segoe UI"/>
                <a:ea typeface="Segoe UI"/>
                <a:cs typeface="Segoe UI"/>
              </a:rPr>
              <a:t>Keep the configuration in Git.</a:t>
            </a:r>
          </a:p>
          <a:p xmlns:a="http://schemas.openxmlformats.org/drawingml/2006/main">
            <a:pPr marL="0" lvl="0" indent="0">
              <a:buNone/>
            </a:pPr>
            <a:r>
              <a:t/>
            </a:r>
          </a:p>
          <a:p xmlns:a="http://schemas.openxmlformats.org/drawingml/2006/main">
            <a:pPr marL="0" lvl="0" indent="0">
              <a:buNone/>
              <a:defRPr sz="1950" b="0">
                <a:solidFill>
                  <a:srgbClr val="FFFFFF"/>
                </a:solidFill>
                <a:latin typeface="Segoe UI"/>
                <a:ea typeface="Segoe UI"/>
                <a:cs typeface="Segoe UI"/>
              </a:defRPr>
            </a:pPr>
            <a:r>
              <a:rPr sz="1950" b="0">
                <a:solidFill>
                  <a:srgbClr val="FFFFFF"/>
                </a:solidFill>
                <a:latin typeface="Segoe UI"/>
                <a:ea typeface="Segoe UI"/>
                <a:cs typeface="Segoe UI"/>
              </a:rPr>
              <a:t>Review, publish and verify it.</a:t>
            </a:r>
          </a:p>
        </p:txBody>
      </p:sp>
      <p:sp>
        <p:nvSpPr>
          <p:cNvPr id="7" name="APIOps content">
            <a:extLst xmlns:a="http://schemas.openxmlformats.org/drawingml/2006/main">
              <a:ext uri="{FF2B5EF4-FFF2-40B4-BE49-F238E27FC236}">
                <a16:creationId xmlns:a16="http://schemas.microsoft.com/office/drawing/2014/main" id="{1AF1F6F2-0BC2-411C-BC51-6A0D04FA7E1A}"/>
              </a:ext>
            </a:extLst>
          </p:cNvPr>
          <p:cNvSpPr>
            <a:spLocks xmlns:a="http://schemas.openxmlformats.org/drawingml/2006/main" noGrp="1"/>
          </p:cNvSpPr>
          <p:nvPr/>
        </p:nvSpPr>
        <p:spPr>
          <a:xfrm xmlns:a="http://schemas.openxmlformats.org/drawingml/2006/main">
            <a:off x="438150" y="45529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D9D9D6"/>
                </a:solidFill>
                <a:latin typeface="Segoe UI"/>
                <a:ea typeface="Segoe UI"/>
                <a:cs typeface="Segoe UI"/>
              </a:defRPr>
            </a:defPPr>
            <a:lvl1pPr>
              <a:defRPr sz="1275" b="0">
                <a:solidFill>
                  <a:srgbClr val="D9D9D6"/>
                </a:solidFill>
                <a:latin typeface="Segoe UI"/>
                <a:ea typeface="Segoe UI"/>
                <a:cs typeface="Segoe UI"/>
              </a:defRPr>
            </a:lvl1pPr>
            <a:lvl2pPr>
              <a:defRPr sz="1275" b="0">
                <a:solidFill>
                  <a:srgbClr val="D9D9D6"/>
                </a:solidFill>
                <a:latin typeface="Segoe UI"/>
                <a:ea typeface="Segoe UI"/>
                <a:cs typeface="Segoe UI"/>
              </a:defRPr>
            </a:lvl2pPr>
            <a:lvl3pPr>
              <a:defRPr sz="1275" b="0">
                <a:solidFill>
                  <a:srgbClr val="D9D9D6"/>
                </a:solidFill>
                <a:latin typeface="Segoe UI"/>
                <a:ea typeface="Segoe UI"/>
                <a:cs typeface="Segoe UI"/>
              </a:defRPr>
            </a:lvl3pPr>
            <a:lvl4pPr>
              <a:defRPr sz="1275" b="0">
                <a:solidFill>
                  <a:srgbClr val="D9D9D6"/>
                </a:solidFill>
                <a:latin typeface="Segoe UI"/>
                <a:ea typeface="Segoe UI"/>
                <a:cs typeface="Segoe UI"/>
              </a:defRPr>
            </a:lvl4pPr>
            <a:lvl5pPr>
              <a:defRPr sz="1275" b="0">
                <a:solidFill>
                  <a:srgbClr val="D9D9D6"/>
                </a:solidFill>
                <a:latin typeface="Segoe UI"/>
                <a:ea typeface="Segoe UI"/>
                <a:cs typeface="Segoe UI"/>
              </a:defRPr>
            </a:lvl5pPr>
            <a:lvl6pPr>
              <a:defRPr sz="1275" b="0">
                <a:solidFill>
                  <a:srgbClr val="D9D9D6"/>
                </a:solidFill>
                <a:latin typeface="Segoe UI"/>
                <a:ea typeface="Segoe UI"/>
                <a:cs typeface="Segoe UI"/>
              </a:defRPr>
            </a:lvl6pPr>
            <a:lvl7pPr>
              <a:defRPr sz="1275" b="0">
                <a:solidFill>
                  <a:srgbClr val="D9D9D6"/>
                </a:solidFill>
                <a:latin typeface="Segoe UI"/>
                <a:ea typeface="Segoe UI"/>
                <a:cs typeface="Segoe UI"/>
              </a:defRPr>
            </a:lvl7pPr>
            <a:lvl8pPr>
              <a:defRPr sz="1275" b="0">
                <a:solidFill>
                  <a:srgbClr val="D9D9D6"/>
                </a:solidFill>
                <a:latin typeface="Segoe UI"/>
                <a:ea typeface="Segoe UI"/>
                <a:cs typeface="Segoe UI"/>
              </a:defRPr>
            </a:lvl8pPr>
            <a:lvl9pPr>
              <a:defRPr sz="1275" b="0">
                <a:solidFill>
                  <a:srgbClr val="D9D9D6"/>
                </a:solidFill>
                <a:latin typeface="Segoe UI"/>
                <a:ea typeface="Segoe UI"/>
                <a:cs typeface="Segoe UI"/>
              </a:defRPr>
            </a:lvl9pPr>
          </a:lstStyle>
          <a:p xmlns:a="http://schemas.openxmlformats.org/drawingml/2006/main">
            <a:pPr>
              <a:defRPr sz="1275" b="0">
                <a:solidFill>
                  <a:srgbClr val="D9D9D6"/>
                </a:solidFill>
                <a:latin typeface="Segoe UI"/>
                <a:ea typeface="Segoe UI"/>
                <a:cs typeface="Segoe UI"/>
              </a:defRPr>
            </a:pPr>
            <a:r>
              <a:rPr sz="1275" b="0">
                <a:solidFill>
                  <a:srgbClr val="D9D9D6"/>
                </a:solidFill>
                <a:latin typeface="Segoe UI"/>
                <a:ea typeface="Segoe UI"/>
                <a:cs typeface="Segoe UI"/>
              </a:rPr>
              <a:t>Provision APIM separately. APIOps manages its API configuration.</a:t>
            </a:r>
          </a:p>
        </p:txBody>
      </p:sp>
    </p:spTree>
    <p:extLst>
      <p:ext uri="{BB962C8B-B14F-4D97-AF65-F5344CB8AC3E}">
        <p14:creationId xmlns:p14="http://schemas.microsoft.com/office/powerpoint/2010/main" val="170306968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2">
            <a:extLst xmlns:a="http://schemas.openxmlformats.org/drawingml/2006/main">
              <a:ext uri="{FF2B5EF4-FFF2-40B4-BE49-F238E27FC236}">
                <a16:creationId xmlns:a16="http://schemas.microsoft.com/office/drawing/2014/main" id="{87A434B7-D4B9-4D45-A31C-F0CC4D227945}"/>
              </a:ext>
            </a:extLst>
          </p:cNvPr>
          <p:cNvSpPr>
            <a:spLocks xmlns:a="http://schemas.openxmlformats.org/drawingml/2006/main" noGrp="1"/>
          </p:cNvSpPr>
          <p:nvPr>
            <p:ph type="title" idx="0"/>
          </p:nvPr>
        </p:nvSpPr>
        <p:spPr>
          <a:xfrm xmlns:a="http://schemas.openxmlformats.org/drawingml/2006/main">
            <a:off x="438150" y="342900"/>
            <a:ext cx="8258175" cy="411480"/>
          </a:xfrm>
        </p:spPr>
        <p:txBody>
          <a:bodyPr xmlns:a="http://schemas.openxmlformats.org/drawingml/2006/main" lIns="0" tIns="0" rIns="0" bIns="0" anchor="t">
            <a:spAutoFit/>
          </a:bodyPr>
          <a:lstStyle xmlns:a="http://schemas.openxmlformats.org/drawingml/2006/main">
            <a:defPPr>
              <a:defRPr sz="2700" b="1">
                <a:solidFill>
                  <a:srgbClr val="FFFFFF"/>
                </a:solidFill>
                <a:latin typeface="Segoe UI"/>
                <a:ea typeface="Segoe UI"/>
                <a:cs typeface="Segoe UI"/>
              </a:defRPr>
            </a:defPPr>
            <a:lvl1pPr>
              <a:defRPr sz="2700" b="1">
                <a:solidFill>
                  <a:srgbClr val="FFFFFF"/>
                </a:solidFill>
                <a:latin typeface="Segoe UI"/>
                <a:ea typeface="Segoe UI"/>
                <a:cs typeface="Segoe UI"/>
              </a:defRPr>
            </a:lvl1pPr>
            <a:lvl2pPr>
              <a:defRPr sz="2700" b="1">
                <a:solidFill>
                  <a:srgbClr val="FFFFFF"/>
                </a:solidFill>
                <a:latin typeface="Segoe UI"/>
                <a:ea typeface="Segoe UI"/>
                <a:cs typeface="Segoe UI"/>
              </a:defRPr>
            </a:lvl2pPr>
            <a:lvl3pPr>
              <a:defRPr sz="2700" b="1">
                <a:solidFill>
                  <a:srgbClr val="FFFFFF"/>
                </a:solidFill>
                <a:latin typeface="Segoe UI"/>
                <a:ea typeface="Segoe UI"/>
                <a:cs typeface="Segoe UI"/>
              </a:defRPr>
            </a:lvl3pPr>
            <a:lvl4pPr>
              <a:defRPr sz="2700" b="1">
                <a:solidFill>
                  <a:srgbClr val="FFFFFF"/>
                </a:solidFill>
                <a:latin typeface="Segoe UI"/>
                <a:ea typeface="Segoe UI"/>
                <a:cs typeface="Segoe UI"/>
              </a:defRPr>
            </a:lvl4pPr>
            <a:lvl5pPr>
              <a:defRPr sz="2700" b="1">
                <a:solidFill>
                  <a:srgbClr val="FFFFFF"/>
                </a:solidFill>
                <a:latin typeface="Segoe UI"/>
                <a:ea typeface="Segoe UI"/>
                <a:cs typeface="Segoe UI"/>
              </a:defRPr>
            </a:lvl5pPr>
            <a:lvl6pPr>
              <a:defRPr sz="2700" b="1">
                <a:solidFill>
                  <a:srgbClr val="FFFFFF"/>
                </a:solidFill>
                <a:latin typeface="Segoe UI"/>
                <a:ea typeface="Segoe UI"/>
                <a:cs typeface="Segoe UI"/>
              </a:defRPr>
            </a:lvl6pPr>
            <a:lvl7pPr>
              <a:defRPr sz="2700" b="1">
                <a:solidFill>
                  <a:srgbClr val="FFFFFF"/>
                </a:solidFill>
                <a:latin typeface="Segoe UI"/>
                <a:ea typeface="Segoe UI"/>
                <a:cs typeface="Segoe UI"/>
              </a:defRPr>
            </a:lvl7pPr>
            <a:lvl8pPr>
              <a:defRPr sz="2700" b="1">
                <a:solidFill>
                  <a:srgbClr val="FFFFFF"/>
                </a:solidFill>
                <a:latin typeface="Segoe UI"/>
                <a:ea typeface="Segoe UI"/>
                <a:cs typeface="Segoe UI"/>
              </a:defRPr>
            </a:lvl8pPr>
            <a:lvl9pPr>
              <a:defRPr sz="2700" b="1">
                <a:solidFill>
                  <a:srgbClr val="FFFFFF"/>
                </a:solidFill>
                <a:latin typeface="Segoe UI"/>
                <a:ea typeface="Segoe UI"/>
                <a:cs typeface="Segoe UI"/>
              </a:defRPr>
            </a:lvl9pPr>
          </a:lstStyle>
          <a:p xmlns:a="http://schemas.openxmlformats.org/drawingml/2006/main">
            <a:pPr>
              <a:defRPr sz="2700" b="1">
                <a:solidFill>
                  <a:srgbClr val="FFFFFF"/>
                </a:solidFill>
                <a:latin typeface="Segoe UI"/>
                <a:ea typeface="Segoe UI"/>
                <a:cs typeface="Segoe UI"/>
              </a:defRPr>
            </a:pPr>
            <a:r>
              <a:rPr sz="2700" b="1">
                <a:solidFill>
                  <a:srgbClr val="FFFFFF"/>
                </a:solidFill>
                <a:latin typeface="Segoe UI"/>
                <a:ea typeface="Segoe UI"/>
                <a:cs typeface="Segoe UI"/>
              </a:rPr>
              <a:t>The APIOps workflow</a:t>
            </a:r>
          </a:p>
        </p:txBody>
      </p:sp>
      <p:sp>
        <p:nvSpPr>
          <p:cNvPr id="3" name="Text Placeholder 11">
            <a:extLst xmlns:a="http://schemas.openxmlformats.org/drawingml/2006/main">
              <a:ext uri="{FF2B5EF4-FFF2-40B4-BE49-F238E27FC236}">
                <a16:creationId xmlns:a16="http://schemas.microsoft.com/office/drawing/2014/main" id="{92783506-927E-48F7-8EFC-36257F3E2812}"/>
              </a:ext>
            </a:extLst>
          </p:cNvPr>
          <p:cNvSpPr>
            <a:spLocks xmlns:a="http://schemas.openxmlformats.org/drawingml/2006/main" noGrp="1"/>
          </p:cNvSpPr>
          <p:nvPr>
            <p:ph type="body" idx="16"/>
          </p:nvPr>
        </p:nvSpPr>
        <p:spPr>
          <a:xfrm xmlns:a="http://schemas.openxmlformats.org/drawingml/2006/main">
            <a:off x="438150" y="1704975"/>
            <a:ext cx="1885950" cy="495300"/>
          </a:xfrm>
        </p:spPr>
        <p:txBody>
          <a:bodyPr xmlns:a="http://schemas.openxmlformats.org/drawingml/2006/main" lIns="0" tIns="0" rIns="0" bIns="0" anchor="t"/>
          <a:lstStyle xmlns:a="http://schemas.openxmlformats.org/drawingml/2006/main">
            <a:defPPr>
              <a:defRPr sz="2025" b="1">
                <a:solidFill>
                  <a:srgbClr val="50B8E8"/>
                </a:solidFill>
                <a:latin typeface="Segoe UI"/>
                <a:ea typeface="Segoe UI"/>
                <a:cs typeface="Segoe UI"/>
              </a:defRPr>
            </a:defPPr>
            <a:lvl1pPr marL="0" indent="0">
              <a:spcBef>
                <a:spcPts val="0"/>
              </a:spcBef>
              <a:buNone/>
              <a:defRPr sz="1500" b="1">
                <a:solidFill>
                  <a:schemeClr val="tx1"/>
                </a:solidFill>
                <a:latin typeface="+mj-lt"/>
                <a:ea typeface="+mj-lt"/>
                <a:cs typeface="+mj-lt"/>
              </a:defRPr>
            </a:lvl1pPr>
            <a:lvl2pPr>
              <a:defRPr sz="2025" b="1">
                <a:solidFill>
                  <a:srgbClr val="50B8E8"/>
                </a:solidFill>
                <a:latin typeface="Segoe UI"/>
                <a:ea typeface="Segoe UI"/>
                <a:cs typeface="Segoe UI"/>
              </a:defRPr>
            </a:lvl2pPr>
            <a:lvl3pPr>
              <a:defRPr sz="2025" b="1">
                <a:solidFill>
                  <a:srgbClr val="50B8E8"/>
                </a:solidFill>
                <a:latin typeface="Segoe UI"/>
                <a:ea typeface="Segoe UI"/>
                <a:cs typeface="Segoe UI"/>
              </a:defRPr>
            </a:lvl3pPr>
            <a:lvl4pPr>
              <a:defRPr sz="2025" b="1">
                <a:solidFill>
                  <a:srgbClr val="50B8E8"/>
                </a:solidFill>
                <a:latin typeface="Segoe UI"/>
                <a:ea typeface="Segoe UI"/>
                <a:cs typeface="Segoe UI"/>
              </a:defRPr>
            </a:lvl4pPr>
            <a:lvl5pPr>
              <a:defRPr sz="2025" b="1">
                <a:solidFill>
                  <a:srgbClr val="50B8E8"/>
                </a:solidFill>
                <a:latin typeface="Segoe UI"/>
                <a:ea typeface="Segoe UI"/>
                <a:cs typeface="Segoe UI"/>
              </a:defRPr>
            </a:lvl5pPr>
            <a:lvl6pPr>
              <a:defRPr sz="2025" b="1">
                <a:solidFill>
                  <a:srgbClr val="50B8E8"/>
                </a:solidFill>
                <a:latin typeface="Segoe UI"/>
                <a:ea typeface="Segoe UI"/>
                <a:cs typeface="Segoe UI"/>
              </a:defRPr>
            </a:lvl6pPr>
            <a:lvl7pPr>
              <a:defRPr sz="2025" b="1">
                <a:solidFill>
                  <a:srgbClr val="50B8E8"/>
                </a:solidFill>
                <a:latin typeface="Segoe UI"/>
                <a:ea typeface="Segoe UI"/>
                <a:cs typeface="Segoe UI"/>
              </a:defRPr>
            </a:lvl7pPr>
            <a:lvl8pPr>
              <a:defRPr sz="2025" b="1">
                <a:solidFill>
                  <a:srgbClr val="50B8E8"/>
                </a:solidFill>
                <a:latin typeface="Segoe UI"/>
                <a:ea typeface="Segoe UI"/>
                <a:cs typeface="Segoe UI"/>
              </a:defRPr>
            </a:lvl8pPr>
            <a:lvl9pPr>
              <a:defRPr sz="2025" b="1">
                <a:solidFill>
                  <a:srgbClr val="50B8E8"/>
                </a:solidFill>
                <a:latin typeface="Segoe UI"/>
                <a:ea typeface="Segoe UI"/>
                <a:cs typeface="Segoe UI"/>
              </a:defRPr>
            </a:lvl9pPr>
          </a:lstStyle>
          <a:p xmlns:a="http://schemas.openxmlformats.org/drawingml/2006/main">
            <a:pPr marL="0" lvl="0" indent="0">
              <a:buNone/>
              <a:defRPr sz="2025" b="1">
                <a:solidFill>
                  <a:srgbClr val="50B8E8"/>
                </a:solidFill>
                <a:latin typeface="Segoe UI"/>
                <a:ea typeface="Segoe UI"/>
                <a:cs typeface="Segoe UI"/>
              </a:defRPr>
            </a:pPr>
            <a:r>
              <a:rPr sz="2025" b="1">
                <a:solidFill>
                  <a:srgbClr val="50B8E8"/>
                </a:solidFill>
                <a:latin typeface="Segoe UI"/>
                <a:ea typeface="Segoe UI"/>
                <a:cs typeface="Segoe UI"/>
              </a:rPr>
              <a:t>1. Capture</a:t>
            </a:r>
          </a:p>
        </p:txBody>
      </p:sp>
      <p:sp>
        <p:nvSpPr>
          <p:cNvPr id="4" name="Text Placeholder 7">
            <a:extLst xmlns:a="http://schemas.openxmlformats.org/drawingml/2006/main">
              <a:ext uri="{FF2B5EF4-FFF2-40B4-BE49-F238E27FC236}">
                <a16:creationId xmlns:a16="http://schemas.microsoft.com/office/drawing/2014/main" id="{FB6093D3-3EDF-4A80-8450-C5EBB1990775}"/>
              </a:ext>
            </a:extLst>
          </p:cNvPr>
          <p:cNvSpPr>
            <a:spLocks xmlns:a="http://schemas.openxmlformats.org/drawingml/2006/main" noGrp="1"/>
          </p:cNvSpPr>
          <p:nvPr>
            <p:ph type="body" idx="14"/>
          </p:nvPr>
        </p:nvSpPr>
        <p:spPr>
          <a:xfrm xmlns:a="http://schemas.openxmlformats.org/drawingml/2006/main">
            <a:off x="438150" y="2533650"/>
            <a:ext cx="1828800" cy="571500"/>
          </a:xfrm>
        </p:spPr>
        <p:txBody>
          <a:bodyPr xmlns:a="http://schemas.openxmlformats.org/drawingml/2006/main" wrap="square" lIns="0" tIns="0" rIns="0" bIns="0" anchor="t">
            <a:spAutoFit/>
          </a:bodyPr>
          <a:lstStyle xmlns:a="http://schemas.openxmlformats.org/drawingml/2006/main">
            <a:defPPr>
              <a:defRPr sz="1875" b="0">
                <a:solidFill>
                  <a:srgbClr val="FFFFFF"/>
                </a:solidFill>
                <a:latin typeface="Segoe UI"/>
                <a:ea typeface="Segoe UI"/>
                <a:cs typeface="Segoe UI"/>
              </a:defRPr>
            </a:defPPr>
            <a:lvl1pPr marL="0" indent="0">
              <a:buNone/>
              <a:defRPr sz="1350" b="0">
                <a:solidFill>
                  <a:srgbClr val="FFFFFF"/>
                </a:solidFill>
                <a:latin typeface="Segoe UI"/>
                <a:ea typeface="Segoe UI"/>
                <a:cs typeface="Segoe UI"/>
              </a:defRPr>
            </a:lvl1pPr>
            <a:lvl2pPr marL="0" indent="0">
              <a:buNone/>
              <a:defRPr sz="1200" b="0">
                <a:solidFill>
                  <a:srgbClr val="FFFFFF"/>
                </a:solidFill>
                <a:latin typeface="Segoe UI"/>
                <a:ea typeface="Segoe UI"/>
                <a:cs typeface="Segoe UI"/>
              </a:defRPr>
            </a:lvl2pPr>
            <a:lvl3pPr marL="0" indent="0">
              <a:buNone/>
              <a:defRPr sz="1875" b="0">
                <a:solidFill>
                  <a:srgbClr val="FFFFFF"/>
                </a:solidFill>
                <a:latin typeface="Segoe UI"/>
                <a:ea typeface="Segoe UI"/>
                <a:cs typeface="Segoe UI"/>
              </a:defRPr>
            </a:lvl3pPr>
            <a:lvl4pPr marL="0" indent="0">
              <a:buNone/>
              <a:defRPr sz="1875" b="0">
                <a:solidFill>
                  <a:srgbClr val="FFFFFF"/>
                </a:solidFill>
                <a:latin typeface="Segoe UI"/>
                <a:ea typeface="Segoe UI"/>
                <a:cs typeface="Segoe UI"/>
              </a:defRPr>
            </a:lvl4pPr>
            <a:lvl5pPr marL="0" indent="0">
              <a:buNone/>
              <a:defRPr sz="1875" b="0">
                <a:solidFill>
                  <a:srgbClr val="FFFFFF"/>
                </a:solidFill>
                <a:latin typeface="Segoe UI"/>
                <a:ea typeface="Segoe UI"/>
                <a:cs typeface="Segoe UI"/>
              </a:defRPr>
            </a:lvl5pPr>
            <a:lvl6pPr>
              <a:defRPr sz="1875" b="0">
                <a:solidFill>
                  <a:srgbClr val="FFFFFF"/>
                </a:solidFill>
                <a:latin typeface="Segoe UI"/>
                <a:ea typeface="Segoe UI"/>
                <a:cs typeface="Segoe UI"/>
              </a:defRPr>
            </a:lvl6pPr>
            <a:lvl7pPr>
              <a:defRPr sz="1875" b="0">
                <a:solidFill>
                  <a:srgbClr val="FFFFFF"/>
                </a:solidFill>
                <a:latin typeface="Segoe UI"/>
                <a:ea typeface="Segoe UI"/>
                <a:cs typeface="Segoe UI"/>
              </a:defRPr>
            </a:lvl7pPr>
            <a:lvl8pPr>
              <a:defRPr sz="1875" b="0">
                <a:solidFill>
                  <a:srgbClr val="FFFFFF"/>
                </a:solidFill>
                <a:latin typeface="Segoe UI"/>
                <a:ea typeface="Segoe UI"/>
                <a:cs typeface="Segoe UI"/>
              </a:defRPr>
            </a:lvl8pPr>
            <a:lvl9pPr>
              <a:defRPr sz="1875" b="0">
                <a:solidFill>
                  <a:srgbClr val="FFFFFF"/>
                </a:solidFill>
                <a:latin typeface="Segoe UI"/>
                <a:ea typeface="Segoe UI"/>
                <a:cs typeface="Segoe UI"/>
              </a:defRPr>
            </a:lvl9pPr>
          </a:lstStyle>
          <a:p xmlns:a="http://schemas.openxmlformats.org/drawingml/2006/main">
            <a:pPr marL="0" lvl="0" indent="0">
              <a:buNone/>
              <a:defRPr sz="1875" b="0">
                <a:solidFill>
                  <a:srgbClr val="FFFFFF"/>
                </a:solidFill>
                <a:latin typeface="Segoe UI"/>
                <a:ea typeface="Segoe UI"/>
                <a:cs typeface="Segoe UI"/>
              </a:defRPr>
            </a:pPr>
            <a:r>
              <a:rPr sz="1875" b="0">
                <a:solidFill>
                  <a:srgbClr val="FFFFFF"/>
                </a:solidFill>
                <a:latin typeface="Segoe UI"/>
                <a:ea typeface="Segoe UI"/>
                <a:cs typeface="Segoe UI"/>
              </a:rPr>
              <a:t>Extract APIM, or author the files.</a:t>
            </a:r>
          </a:p>
        </p:txBody>
      </p:sp>
      <p:sp>
        <p:nvSpPr>
          <p:cNvPr id="5" name="Text Placeholder 11">
            <a:extLst xmlns:a="http://schemas.openxmlformats.org/drawingml/2006/main">
              <a:ext uri="{FF2B5EF4-FFF2-40B4-BE49-F238E27FC236}">
                <a16:creationId xmlns:a16="http://schemas.microsoft.com/office/drawing/2014/main" id="{438D2C80-6884-451D-8D7D-B69022CCC5C4}"/>
              </a:ext>
            </a:extLst>
          </p:cNvPr>
          <p:cNvSpPr>
            <a:spLocks xmlns:a="http://schemas.openxmlformats.org/drawingml/2006/main" noGrp="1"/>
          </p:cNvSpPr>
          <p:nvPr>
            <p:ph type="body" idx="17"/>
          </p:nvPr>
        </p:nvSpPr>
        <p:spPr>
          <a:xfrm xmlns:a="http://schemas.openxmlformats.org/drawingml/2006/main">
            <a:off x="2562225" y="1704975"/>
            <a:ext cx="1885950" cy="495300"/>
          </a:xfrm>
        </p:spPr>
        <p:txBody>
          <a:bodyPr xmlns:a="http://schemas.openxmlformats.org/drawingml/2006/main" lIns="0" tIns="0" rIns="0" bIns="0" anchor="t"/>
          <a:lstStyle xmlns:a="http://schemas.openxmlformats.org/drawingml/2006/main">
            <a:defPPr>
              <a:defRPr sz="2025" b="1">
                <a:solidFill>
                  <a:srgbClr val="50B8E8"/>
                </a:solidFill>
                <a:latin typeface="Segoe UI"/>
                <a:ea typeface="Segoe UI"/>
                <a:cs typeface="Segoe UI"/>
              </a:defRPr>
            </a:defPPr>
            <a:lvl1pPr marL="0" indent="0">
              <a:spcBef>
                <a:spcPts val="0"/>
              </a:spcBef>
              <a:buNone/>
              <a:defRPr sz="1500" b="1">
                <a:solidFill>
                  <a:schemeClr val="tx1"/>
                </a:solidFill>
                <a:latin typeface="+mj-lt"/>
                <a:ea typeface="+mj-lt"/>
                <a:cs typeface="+mj-lt"/>
              </a:defRPr>
            </a:lvl1pPr>
            <a:lvl2pPr>
              <a:defRPr sz="2025" b="1">
                <a:solidFill>
                  <a:srgbClr val="50B8E8"/>
                </a:solidFill>
                <a:latin typeface="Segoe UI"/>
                <a:ea typeface="Segoe UI"/>
                <a:cs typeface="Segoe UI"/>
              </a:defRPr>
            </a:lvl2pPr>
            <a:lvl3pPr>
              <a:defRPr sz="2025" b="1">
                <a:solidFill>
                  <a:srgbClr val="50B8E8"/>
                </a:solidFill>
                <a:latin typeface="Segoe UI"/>
                <a:ea typeface="Segoe UI"/>
                <a:cs typeface="Segoe UI"/>
              </a:defRPr>
            </a:lvl3pPr>
            <a:lvl4pPr>
              <a:defRPr sz="2025" b="1">
                <a:solidFill>
                  <a:srgbClr val="50B8E8"/>
                </a:solidFill>
                <a:latin typeface="Segoe UI"/>
                <a:ea typeface="Segoe UI"/>
                <a:cs typeface="Segoe UI"/>
              </a:defRPr>
            </a:lvl4pPr>
            <a:lvl5pPr>
              <a:defRPr sz="2025" b="1">
                <a:solidFill>
                  <a:srgbClr val="50B8E8"/>
                </a:solidFill>
                <a:latin typeface="Segoe UI"/>
                <a:ea typeface="Segoe UI"/>
                <a:cs typeface="Segoe UI"/>
              </a:defRPr>
            </a:lvl5pPr>
            <a:lvl6pPr>
              <a:defRPr sz="2025" b="1">
                <a:solidFill>
                  <a:srgbClr val="50B8E8"/>
                </a:solidFill>
                <a:latin typeface="Segoe UI"/>
                <a:ea typeface="Segoe UI"/>
                <a:cs typeface="Segoe UI"/>
              </a:defRPr>
            </a:lvl6pPr>
            <a:lvl7pPr>
              <a:defRPr sz="2025" b="1">
                <a:solidFill>
                  <a:srgbClr val="50B8E8"/>
                </a:solidFill>
                <a:latin typeface="Segoe UI"/>
                <a:ea typeface="Segoe UI"/>
                <a:cs typeface="Segoe UI"/>
              </a:defRPr>
            </a:lvl7pPr>
            <a:lvl8pPr>
              <a:defRPr sz="2025" b="1">
                <a:solidFill>
                  <a:srgbClr val="50B8E8"/>
                </a:solidFill>
                <a:latin typeface="Segoe UI"/>
                <a:ea typeface="Segoe UI"/>
                <a:cs typeface="Segoe UI"/>
              </a:defRPr>
            </a:lvl8pPr>
            <a:lvl9pPr>
              <a:defRPr sz="2025" b="1">
                <a:solidFill>
                  <a:srgbClr val="50B8E8"/>
                </a:solidFill>
                <a:latin typeface="Segoe UI"/>
                <a:ea typeface="Segoe UI"/>
                <a:cs typeface="Segoe UI"/>
              </a:defRPr>
            </a:lvl9pPr>
          </a:lstStyle>
          <a:p xmlns:a="http://schemas.openxmlformats.org/drawingml/2006/main">
            <a:pPr marL="0" lvl="0" indent="0">
              <a:buNone/>
              <a:defRPr sz="2025" b="1">
                <a:solidFill>
                  <a:srgbClr val="50B8E8"/>
                </a:solidFill>
                <a:latin typeface="Segoe UI"/>
                <a:ea typeface="Segoe UI"/>
                <a:cs typeface="Segoe UI"/>
              </a:defRPr>
            </a:pPr>
            <a:r>
              <a:rPr sz="2025" b="1">
                <a:solidFill>
                  <a:srgbClr val="50B8E8"/>
                </a:solidFill>
                <a:latin typeface="Segoe UI"/>
                <a:ea typeface="Segoe UI"/>
                <a:cs typeface="Segoe UI"/>
              </a:rPr>
              <a:t>2. Review</a:t>
            </a:r>
          </a:p>
        </p:txBody>
      </p:sp>
      <p:sp>
        <p:nvSpPr>
          <p:cNvPr id="6" name="Text Placeholder 9">
            <a:extLst xmlns:a="http://schemas.openxmlformats.org/drawingml/2006/main">
              <a:ext uri="{FF2B5EF4-FFF2-40B4-BE49-F238E27FC236}">
                <a16:creationId xmlns:a16="http://schemas.microsoft.com/office/drawing/2014/main" id="{7614A884-0AD6-4A85-A432-2B13E7464DA9}"/>
              </a:ext>
            </a:extLst>
          </p:cNvPr>
          <p:cNvSpPr>
            <a:spLocks xmlns:a="http://schemas.openxmlformats.org/drawingml/2006/main" noGrp="1"/>
          </p:cNvSpPr>
          <p:nvPr>
            <p:ph type="body" idx="15"/>
          </p:nvPr>
        </p:nvSpPr>
        <p:spPr>
          <a:xfrm xmlns:a="http://schemas.openxmlformats.org/drawingml/2006/main">
            <a:off x="2562225" y="2533650"/>
            <a:ext cx="1828800" cy="571500"/>
          </a:xfrm>
        </p:spPr>
        <p:txBody>
          <a:bodyPr xmlns:a="http://schemas.openxmlformats.org/drawingml/2006/main" wrap="square" lIns="0" tIns="0" rIns="0" bIns="0" anchor="t">
            <a:spAutoFit/>
          </a:bodyPr>
          <a:lstStyle xmlns:a="http://schemas.openxmlformats.org/drawingml/2006/main">
            <a:defPPr>
              <a:defRPr sz="1875" b="0">
                <a:solidFill>
                  <a:srgbClr val="FFFFFF"/>
                </a:solidFill>
                <a:latin typeface="Segoe UI"/>
                <a:ea typeface="Segoe UI"/>
                <a:cs typeface="Segoe UI"/>
              </a:defRPr>
            </a:defPPr>
            <a:lvl1pPr marL="0" indent="0">
              <a:buNone/>
              <a:defRPr sz="1350" b="0">
                <a:solidFill>
                  <a:srgbClr val="FFFFFF"/>
                </a:solidFill>
                <a:latin typeface="Segoe UI"/>
                <a:ea typeface="Segoe UI"/>
                <a:cs typeface="Segoe UI"/>
              </a:defRPr>
            </a:lvl1pPr>
            <a:lvl2pPr marL="0" indent="0">
              <a:buNone/>
              <a:defRPr sz="1200" b="0">
                <a:solidFill>
                  <a:srgbClr val="FFFFFF"/>
                </a:solidFill>
                <a:latin typeface="Segoe UI"/>
                <a:ea typeface="Segoe UI"/>
                <a:cs typeface="Segoe UI"/>
              </a:defRPr>
            </a:lvl2pPr>
            <a:lvl3pPr marL="0" indent="0">
              <a:buNone/>
              <a:defRPr sz="1875" b="0">
                <a:solidFill>
                  <a:srgbClr val="FFFFFF"/>
                </a:solidFill>
                <a:latin typeface="Segoe UI"/>
                <a:ea typeface="Segoe UI"/>
                <a:cs typeface="Segoe UI"/>
              </a:defRPr>
            </a:lvl3pPr>
            <a:lvl4pPr marL="0" indent="0">
              <a:buNone/>
              <a:defRPr sz="1875" b="0">
                <a:solidFill>
                  <a:srgbClr val="FFFFFF"/>
                </a:solidFill>
                <a:latin typeface="Segoe UI"/>
                <a:ea typeface="Segoe UI"/>
                <a:cs typeface="Segoe UI"/>
              </a:defRPr>
            </a:lvl4pPr>
            <a:lvl5pPr marL="0" indent="0">
              <a:buNone/>
              <a:defRPr sz="1875" b="0">
                <a:solidFill>
                  <a:srgbClr val="FFFFFF"/>
                </a:solidFill>
                <a:latin typeface="Segoe UI"/>
                <a:ea typeface="Segoe UI"/>
                <a:cs typeface="Segoe UI"/>
              </a:defRPr>
            </a:lvl5pPr>
            <a:lvl6pPr>
              <a:defRPr sz="1875" b="0">
                <a:solidFill>
                  <a:srgbClr val="FFFFFF"/>
                </a:solidFill>
                <a:latin typeface="Segoe UI"/>
                <a:ea typeface="Segoe UI"/>
                <a:cs typeface="Segoe UI"/>
              </a:defRPr>
            </a:lvl6pPr>
            <a:lvl7pPr>
              <a:defRPr sz="1875" b="0">
                <a:solidFill>
                  <a:srgbClr val="FFFFFF"/>
                </a:solidFill>
                <a:latin typeface="Segoe UI"/>
                <a:ea typeface="Segoe UI"/>
                <a:cs typeface="Segoe UI"/>
              </a:defRPr>
            </a:lvl7pPr>
            <a:lvl8pPr>
              <a:defRPr sz="1875" b="0">
                <a:solidFill>
                  <a:srgbClr val="FFFFFF"/>
                </a:solidFill>
                <a:latin typeface="Segoe UI"/>
                <a:ea typeface="Segoe UI"/>
                <a:cs typeface="Segoe UI"/>
              </a:defRPr>
            </a:lvl8pPr>
            <a:lvl9pPr>
              <a:defRPr sz="1875" b="0">
                <a:solidFill>
                  <a:srgbClr val="FFFFFF"/>
                </a:solidFill>
                <a:latin typeface="Segoe UI"/>
                <a:ea typeface="Segoe UI"/>
                <a:cs typeface="Segoe UI"/>
              </a:defRPr>
            </a:lvl9pPr>
          </a:lstStyle>
          <a:p xmlns:a="http://schemas.openxmlformats.org/drawingml/2006/main">
            <a:pPr marL="0" lvl="0" indent="0">
              <a:buNone/>
              <a:defRPr sz="1875" b="0">
                <a:solidFill>
                  <a:srgbClr val="FFFFFF"/>
                </a:solidFill>
                <a:latin typeface="Segoe UI"/>
                <a:ea typeface="Segoe UI"/>
                <a:cs typeface="Segoe UI"/>
              </a:defRPr>
            </a:pPr>
            <a:r>
              <a:rPr sz="1875" b="0">
                <a:solidFill>
                  <a:srgbClr val="FFFFFF"/>
                </a:solidFill>
                <a:latin typeface="Segoe UI"/>
                <a:ea typeface="Segoe UI"/>
                <a:cs typeface="Segoe UI"/>
              </a:rPr>
              <a:t>Approve the change in Git.</a:t>
            </a:r>
          </a:p>
        </p:txBody>
      </p:sp>
      <p:sp>
        <p:nvSpPr>
          <p:cNvPr id="7" name="Text Placeholder 11">
            <a:extLst xmlns:a="http://schemas.openxmlformats.org/drawingml/2006/main">
              <a:ext uri="{FF2B5EF4-FFF2-40B4-BE49-F238E27FC236}">
                <a16:creationId xmlns:a16="http://schemas.microsoft.com/office/drawing/2014/main" id="{7D8FFDED-9FE5-4D94-8EB0-7D645C10FBFF}"/>
              </a:ext>
            </a:extLst>
          </p:cNvPr>
          <p:cNvSpPr>
            <a:spLocks xmlns:a="http://schemas.openxmlformats.org/drawingml/2006/main" noGrp="1"/>
          </p:cNvSpPr>
          <p:nvPr>
            <p:ph type="body" idx="18"/>
          </p:nvPr>
        </p:nvSpPr>
        <p:spPr>
          <a:xfrm xmlns:a="http://schemas.openxmlformats.org/drawingml/2006/main">
            <a:off x="4686300" y="1704975"/>
            <a:ext cx="1885950" cy="495300"/>
          </a:xfrm>
        </p:spPr>
        <p:txBody>
          <a:bodyPr xmlns:a="http://schemas.openxmlformats.org/drawingml/2006/main" lIns="0" tIns="0" rIns="0" bIns="0" anchor="t"/>
          <a:lstStyle xmlns:a="http://schemas.openxmlformats.org/drawingml/2006/main">
            <a:defPPr>
              <a:defRPr sz="2025" b="1">
                <a:solidFill>
                  <a:srgbClr val="50B8E8"/>
                </a:solidFill>
                <a:latin typeface="Segoe UI"/>
                <a:ea typeface="Segoe UI"/>
                <a:cs typeface="Segoe UI"/>
              </a:defRPr>
            </a:defPPr>
            <a:lvl1pPr marL="0" indent="0">
              <a:spcBef>
                <a:spcPts val="0"/>
              </a:spcBef>
              <a:buNone/>
              <a:defRPr sz="1500" b="1">
                <a:solidFill>
                  <a:schemeClr val="tx1"/>
                </a:solidFill>
                <a:latin typeface="+mj-lt"/>
                <a:ea typeface="+mj-lt"/>
                <a:cs typeface="+mj-lt"/>
              </a:defRPr>
            </a:lvl1pPr>
            <a:lvl2pPr>
              <a:defRPr sz="2025" b="1">
                <a:solidFill>
                  <a:srgbClr val="50B8E8"/>
                </a:solidFill>
                <a:latin typeface="Segoe UI"/>
                <a:ea typeface="Segoe UI"/>
                <a:cs typeface="Segoe UI"/>
              </a:defRPr>
            </a:lvl2pPr>
            <a:lvl3pPr>
              <a:defRPr sz="2025" b="1">
                <a:solidFill>
                  <a:srgbClr val="50B8E8"/>
                </a:solidFill>
                <a:latin typeface="Segoe UI"/>
                <a:ea typeface="Segoe UI"/>
                <a:cs typeface="Segoe UI"/>
              </a:defRPr>
            </a:lvl3pPr>
            <a:lvl4pPr>
              <a:defRPr sz="2025" b="1">
                <a:solidFill>
                  <a:srgbClr val="50B8E8"/>
                </a:solidFill>
                <a:latin typeface="Segoe UI"/>
                <a:ea typeface="Segoe UI"/>
                <a:cs typeface="Segoe UI"/>
              </a:defRPr>
            </a:lvl4pPr>
            <a:lvl5pPr>
              <a:defRPr sz="2025" b="1">
                <a:solidFill>
                  <a:srgbClr val="50B8E8"/>
                </a:solidFill>
                <a:latin typeface="Segoe UI"/>
                <a:ea typeface="Segoe UI"/>
                <a:cs typeface="Segoe UI"/>
              </a:defRPr>
            </a:lvl5pPr>
            <a:lvl6pPr>
              <a:defRPr sz="2025" b="1">
                <a:solidFill>
                  <a:srgbClr val="50B8E8"/>
                </a:solidFill>
                <a:latin typeface="Segoe UI"/>
                <a:ea typeface="Segoe UI"/>
                <a:cs typeface="Segoe UI"/>
              </a:defRPr>
            </a:lvl6pPr>
            <a:lvl7pPr>
              <a:defRPr sz="2025" b="1">
                <a:solidFill>
                  <a:srgbClr val="50B8E8"/>
                </a:solidFill>
                <a:latin typeface="Segoe UI"/>
                <a:ea typeface="Segoe UI"/>
                <a:cs typeface="Segoe UI"/>
              </a:defRPr>
            </a:lvl7pPr>
            <a:lvl8pPr>
              <a:defRPr sz="2025" b="1">
                <a:solidFill>
                  <a:srgbClr val="50B8E8"/>
                </a:solidFill>
                <a:latin typeface="Segoe UI"/>
                <a:ea typeface="Segoe UI"/>
                <a:cs typeface="Segoe UI"/>
              </a:defRPr>
            </a:lvl8pPr>
            <a:lvl9pPr>
              <a:defRPr sz="2025" b="1">
                <a:solidFill>
                  <a:srgbClr val="50B8E8"/>
                </a:solidFill>
                <a:latin typeface="Segoe UI"/>
                <a:ea typeface="Segoe UI"/>
                <a:cs typeface="Segoe UI"/>
              </a:defRPr>
            </a:lvl9pPr>
          </a:lstStyle>
          <a:p xmlns:a="http://schemas.openxmlformats.org/drawingml/2006/main">
            <a:pPr marL="0" lvl="0" indent="0">
              <a:buNone/>
              <a:defRPr sz="2025" b="1">
                <a:solidFill>
                  <a:srgbClr val="50B8E8"/>
                </a:solidFill>
                <a:latin typeface="Segoe UI"/>
                <a:ea typeface="Segoe UI"/>
                <a:cs typeface="Segoe UI"/>
              </a:defRPr>
            </a:pPr>
            <a:r>
              <a:rPr sz="2025" b="1">
                <a:solidFill>
                  <a:srgbClr val="50B8E8"/>
                </a:solidFill>
                <a:latin typeface="Segoe UI"/>
                <a:ea typeface="Segoe UI"/>
                <a:cs typeface="Segoe UI"/>
              </a:rPr>
              <a:t>3. Publish</a:t>
            </a:r>
          </a:p>
        </p:txBody>
      </p:sp>
      <p:sp>
        <p:nvSpPr>
          <p:cNvPr id="8" name="Text Placeholder 7">
            <a:extLst xmlns:a="http://schemas.openxmlformats.org/drawingml/2006/main">
              <a:ext uri="{FF2B5EF4-FFF2-40B4-BE49-F238E27FC236}">
                <a16:creationId xmlns:a16="http://schemas.microsoft.com/office/drawing/2014/main" id="{D429D954-9297-44FA-B7BD-56586012419C}"/>
              </a:ext>
            </a:extLst>
          </p:cNvPr>
          <p:cNvSpPr>
            <a:spLocks xmlns:a="http://schemas.openxmlformats.org/drawingml/2006/main" noGrp="1"/>
          </p:cNvSpPr>
          <p:nvPr>
            <p:ph type="body" idx="19"/>
          </p:nvPr>
        </p:nvSpPr>
        <p:spPr>
          <a:xfrm xmlns:a="http://schemas.openxmlformats.org/drawingml/2006/main">
            <a:off x="4686300" y="2533650"/>
            <a:ext cx="1828800" cy="1143000"/>
          </a:xfrm>
        </p:spPr>
        <p:txBody>
          <a:bodyPr xmlns:a="http://schemas.openxmlformats.org/drawingml/2006/main" wrap="square" lIns="0" tIns="0" rIns="0" bIns="0" anchor="t">
            <a:spAutoFit/>
          </a:bodyPr>
          <a:lstStyle xmlns:a="http://schemas.openxmlformats.org/drawingml/2006/main">
            <a:defPPr>
              <a:defRPr sz="1875" b="0">
                <a:solidFill>
                  <a:srgbClr val="FFFFFF"/>
                </a:solidFill>
                <a:latin typeface="Segoe UI"/>
                <a:ea typeface="Segoe UI"/>
                <a:cs typeface="Segoe UI"/>
              </a:defRPr>
            </a:defPPr>
            <a:lvl1pPr marL="0" indent="0">
              <a:buNone/>
              <a:defRPr sz="1350" b="0">
                <a:solidFill>
                  <a:srgbClr val="FFFFFF"/>
                </a:solidFill>
                <a:latin typeface="Segoe UI"/>
                <a:ea typeface="Segoe UI"/>
                <a:cs typeface="Segoe UI"/>
              </a:defRPr>
            </a:lvl1pPr>
            <a:lvl2pPr marL="0" indent="0">
              <a:buNone/>
              <a:defRPr sz="1200" b="0">
                <a:solidFill>
                  <a:srgbClr val="FFFFFF"/>
                </a:solidFill>
                <a:latin typeface="Segoe UI"/>
                <a:ea typeface="Segoe UI"/>
                <a:cs typeface="Segoe UI"/>
              </a:defRPr>
            </a:lvl2pPr>
            <a:lvl3pPr marL="0" indent="0">
              <a:buNone/>
              <a:defRPr sz="1875" b="0">
                <a:solidFill>
                  <a:srgbClr val="FFFFFF"/>
                </a:solidFill>
                <a:latin typeface="Segoe UI"/>
                <a:ea typeface="Segoe UI"/>
                <a:cs typeface="Segoe UI"/>
              </a:defRPr>
            </a:lvl3pPr>
            <a:lvl4pPr marL="0" indent="0">
              <a:buNone/>
              <a:defRPr sz="1875" b="0">
                <a:solidFill>
                  <a:srgbClr val="FFFFFF"/>
                </a:solidFill>
                <a:latin typeface="Segoe UI"/>
                <a:ea typeface="Segoe UI"/>
                <a:cs typeface="Segoe UI"/>
              </a:defRPr>
            </a:lvl4pPr>
            <a:lvl5pPr marL="0" indent="0">
              <a:buNone/>
              <a:defRPr sz="1875" b="0">
                <a:solidFill>
                  <a:srgbClr val="FFFFFF"/>
                </a:solidFill>
                <a:latin typeface="Segoe UI"/>
                <a:ea typeface="Segoe UI"/>
                <a:cs typeface="Segoe UI"/>
              </a:defRPr>
            </a:lvl5pPr>
            <a:lvl6pPr>
              <a:defRPr sz="1875" b="0">
                <a:solidFill>
                  <a:srgbClr val="FFFFFF"/>
                </a:solidFill>
                <a:latin typeface="Segoe UI"/>
                <a:ea typeface="Segoe UI"/>
                <a:cs typeface="Segoe UI"/>
              </a:defRPr>
            </a:lvl6pPr>
            <a:lvl7pPr>
              <a:defRPr sz="1875" b="0">
                <a:solidFill>
                  <a:srgbClr val="FFFFFF"/>
                </a:solidFill>
                <a:latin typeface="Segoe UI"/>
                <a:ea typeface="Segoe UI"/>
                <a:cs typeface="Segoe UI"/>
              </a:defRPr>
            </a:lvl7pPr>
            <a:lvl8pPr>
              <a:defRPr sz="1875" b="0">
                <a:solidFill>
                  <a:srgbClr val="FFFFFF"/>
                </a:solidFill>
                <a:latin typeface="Segoe UI"/>
                <a:ea typeface="Segoe UI"/>
                <a:cs typeface="Segoe UI"/>
              </a:defRPr>
            </a:lvl8pPr>
            <a:lvl9pPr>
              <a:defRPr sz="1875" b="0">
                <a:solidFill>
                  <a:srgbClr val="FFFFFF"/>
                </a:solidFill>
                <a:latin typeface="Segoe UI"/>
                <a:ea typeface="Segoe UI"/>
                <a:cs typeface="Segoe UI"/>
              </a:defRPr>
            </a:lvl9pPr>
          </a:lstStyle>
          <a:p xmlns:a="http://schemas.openxmlformats.org/drawingml/2006/main">
            <a:pPr marL="0" lvl="0" indent="0">
              <a:buNone/>
              <a:defRPr sz="1875" b="0">
                <a:solidFill>
                  <a:srgbClr val="FFFFFF"/>
                </a:solidFill>
                <a:latin typeface="Segoe UI"/>
                <a:ea typeface="Segoe UI"/>
                <a:cs typeface="Segoe UI"/>
              </a:defRPr>
            </a:pPr>
            <a:r>
              <a:rPr sz="1875" b="0">
                <a:solidFill>
                  <a:srgbClr val="FFFFFF"/>
                </a:solidFill>
                <a:latin typeface="Segoe UI"/>
                <a:ea typeface="Segoe UI"/>
                <a:cs typeface="Segoe UI"/>
              </a:rPr>
              <a:t>Preview, then apply environment settings.</a:t>
            </a:r>
          </a:p>
        </p:txBody>
      </p:sp>
      <p:sp>
        <p:nvSpPr>
          <p:cNvPr id="9" name="Text Placeholder 11">
            <a:extLst xmlns:a="http://schemas.openxmlformats.org/drawingml/2006/main">
              <a:ext uri="{FF2B5EF4-FFF2-40B4-BE49-F238E27FC236}">
                <a16:creationId xmlns:a16="http://schemas.microsoft.com/office/drawing/2014/main" id="{04D43B0D-50F8-4F63-AFA3-34A46F42E816}"/>
              </a:ext>
            </a:extLst>
          </p:cNvPr>
          <p:cNvSpPr>
            <a:spLocks xmlns:a="http://schemas.openxmlformats.org/drawingml/2006/main" noGrp="1"/>
          </p:cNvSpPr>
          <p:nvPr>
            <p:ph type="body" idx="20"/>
          </p:nvPr>
        </p:nvSpPr>
        <p:spPr>
          <a:xfrm xmlns:a="http://schemas.openxmlformats.org/drawingml/2006/main">
            <a:off x="6810375" y="1704975"/>
            <a:ext cx="1885950" cy="495300"/>
          </a:xfrm>
        </p:spPr>
        <p:txBody>
          <a:bodyPr xmlns:a="http://schemas.openxmlformats.org/drawingml/2006/main" lIns="0" tIns="0" rIns="0" bIns="0" anchor="t"/>
          <a:lstStyle xmlns:a="http://schemas.openxmlformats.org/drawingml/2006/main">
            <a:defPPr>
              <a:defRPr sz="2025" b="1">
                <a:solidFill>
                  <a:srgbClr val="50B8E8"/>
                </a:solidFill>
                <a:latin typeface="Segoe UI"/>
                <a:ea typeface="Segoe UI"/>
                <a:cs typeface="Segoe UI"/>
              </a:defRPr>
            </a:defPPr>
            <a:lvl1pPr marL="0" indent="0">
              <a:spcBef>
                <a:spcPts val="0"/>
              </a:spcBef>
              <a:buNone/>
              <a:defRPr sz="1500" b="1">
                <a:solidFill>
                  <a:schemeClr val="tx1"/>
                </a:solidFill>
                <a:latin typeface="+mj-lt"/>
                <a:ea typeface="+mj-lt"/>
                <a:cs typeface="+mj-lt"/>
              </a:defRPr>
            </a:lvl1pPr>
            <a:lvl2pPr>
              <a:defRPr sz="2025" b="1">
                <a:solidFill>
                  <a:srgbClr val="50B8E8"/>
                </a:solidFill>
                <a:latin typeface="Segoe UI"/>
                <a:ea typeface="Segoe UI"/>
                <a:cs typeface="Segoe UI"/>
              </a:defRPr>
            </a:lvl2pPr>
            <a:lvl3pPr>
              <a:defRPr sz="2025" b="1">
                <a:solidFill>
                  <a:srgbClr val="50B8E8"/>
                </a:solidFill>
                <a:latin typeface="Segoe UI"/>
                <a:ea typeface="Segoe UI"/>
                <a:cs typeface="Segoe UI"/>
              </a:defRPr>
            </a:lvl3pPr>
            <a:lvl4pPr>
              <a:defRPr sz="2025" b="1">
                <a:solidFill>
                  <a:srgbClr val="50B8E8"/>
                </a:solidFill>
                <a:latin typeface="Segoe UI"/>
                <a:ea typeface="Segoe UI"/>
                <a:cs typeface="Segoe UI"/>
              </a:defRPr>
            </a:lvl4pPr>
            <a:lvl5pPr>
              <a:defRPr sz="2025" b="1">
                <a:solidFill>
                  <a:srgbClr val="50B8E8"/>
                </a:solidFill>
                <a:latin typeface="Segoe UI"/>
                <a:ea typeface="Segoe UI"/>
                <a:cs typeface="Segoe UI"/>
              </a:defRPr>
            </a:lvl5pPr>
            <a:lvl6pPr>
              <a:defRPr sz="2025" b="1">
                <a:solidFill>
                  <a:srgbClr val="50B8E8"/>
                </a:solidFill>
                <a:latin typeface="Segoe UI"/>
                <a:ea typeface="Segoe UI"/>
                <a:cs typeface="Segoe UI"/>
              </a:defRPr>
            </a:lvl6pPr>
            <a:lvl7pPr>
              <a:defRPr sz="2025" b="1">
                <a:solidFill>
                  <a:srgbClr val="50B8E8"/>
                </a:solidFill>
                <a:latin typeface="Segoe UI"/>
                <a:ea typeface="Segoe UI"/>
                <a:cs typeface="Segoe UI"/>
              </a:defRPr>
            </a:lvl7pPr>
            <a:lvl8pPr>
              <a:defRPr sz="2025" b="1">
                <a:solidFill>
                  <a:srgbClr val="50B8E8"/>
                </a:solidFill>
                <a:latin typeface="Segoe UI"/>
                <a:ea typeface="Segoe UI"/>
                <a:cs typeface="Segoe UI"/>
              </a:defRPr>
            </a:lvl8pPr>
            <a:lvl9pPr>
              <a:defRPr sz="2025" b="1">
                <a:solidFill>
                  <a:srgbClr val="50B8E8"/>
                </a:solidFill>
                <a:latin typeface="Segoe UI"/>
                <a:ea typeface="Segoe UI"/>
                <a:cs typeface="Segoe UI"/>
              </a:defRPr>
            </a:lvl9pPr>
          </a:lstStyle>
          <a:p xmlns:a="http://schemas.openxmlformats.org/drawingml/2006/main">
            <a:pPr marL="0" lvl="0" indent="0">
              <a:buNone/>
              <a:defRPr sz="2025" b="1">
                <a:solidFill>
                  <a:srgbClr val="50B8E8"/>
                </a:solidFill>
                <a:latin typeface="Segoe UI"/>
                <a:ea typeface="Segoe UI"/>
                <a:cs typeface="Segoe UI"/>
              </a:defRPr>
            </a:pPr>
            <a:r>
              <a:rPr sz="2025" b="1">
                <a:solidFill>
                  <a:srgbClr val="50B8E8"/>
                </a:solidFill>
                <a:latin typeface="Segoe UI"/>
                <a:ea typeface="Segoe UI"/>
                <a:cs typeface="Segoe UI"/>
              </a:rPr>
              <a:t>4. Verify</a:t>
            </a:r>
          </a:p>
        </p:txBody>
      </p:sp>
      <p:sp>
        <p:nvSpPr>
          <p:cNvPr id="10" name="Text Placeholder 9">
            <a:extLst xmlns:a="http://schemas.openxmlformats.org/drawingml/2006/main">
              <a:ext uri="{FF2B5EF4-FFF2-40B4-BE49-F238E27FC236}">
                <a16:creationId xmlns:a16="http://schemas.microsoft.com/office/drawing/2014/main" id="{804CEFDA-6A6F-42D3-B65C-4BE1054C905E}"/>
              </a:ext>
            </a:extLst>
          </p:cNvPr>
          <p:cNvSpPr>
            <a:spLocks xmlns:a="http://schemas.openxmlformats.org/drawingml/2006/main" noGrp="1"/>
          </p:cNvSpPr>
          <p:nvPr>
            <p:ph type="body" idx="21"/>
          </p:nvPr>
        </p:nvSpPr>
        <p:spPr>
          <a:xfrm xmlns:a="http://schemas.openxmlformats.org/drawingml/2006/main">
            <a:off x="6810375" y="2533650"/>
            <a:ext cx="1828800" cy="857250"/>
          </a:xfrm>
        </p:spPr>
        <p:txBody>
          <a:bodyPr xmlns:a="http://schemas.openxmlformats.org/drawingml/2006/main" wrap="square" lIns="0" tIns="0" rIns="0" bIns="0" anchor="t">
            <a:spAutoFit/>
          </a:bodyPr>
          <a:lstStyle xmlns:a="http://schemas.openxmlformats.org/drawingml/2006/main">
            <a:defPPr>
              <a:defRPr sz="1875" b="0">
                <a:solidFill>
                  <a:srgbClr val="FFFFFF"/>
                </a:solidFill>
                <a:latin typeface="Segoe UI"/>
                <a:ea typeface="Segoe UI"/>
                <a:cs typeface="Segoe UI"/>
              </a:defRPr>
            </a:defPPr>
            <a:lvl1pPr marL="0" indent="0">
              <a:buNone/>
              <a:defRPr sz="1350" b="0">
                <a:solidFill>
                  <a:srgbClr val="FFFFFF"/>
                </a:solidFill>
                <a:latin typeface="Segoe UI"/>
                <a:ea typeface="Segoe UI"/>
                <a:cs typeface="Segoe UI"/>
              </a:defRPr>
            </a:lvl1pPr>
            <a:lvl2pPr marL="0" indent="0">
              <a:buNone/>
              <a:defRPr sz="1200" b="0">
                <a:solidFill>
                  <a:srgbClr val="FFFFFF"/>
                </a:solidFill>
                <a:latin typeface="Segoe UI"/>
                <a:ea typeface="Segoe UI"/>
                <a:cs typeface="Segoe UI"/>
              </a:defRPr>
            </a:lvl2pPr>
            <a:lvl3pPr marL="0" indent="0">
              <a:buNone/>
              <a:defRPr sz="1875" b="0">
                <a:solidFill>
                  <a:srgbClr val="FFFFFF"/>
                </a:solidFill>
                <a:latin typeface="Segoe UI"/>
                <a:ea typeface="Segoe UI"/>
                <a:cs typeface="Segoe UI"/>
              </a:defRPr>
            </a:lvl3pPr>
            <a:lvl4pPr marL="0" indent="0">
              <a:buNone/>
              <a:defRPr sz="1875" b="0">
                <a:solidFill>
                  <a:srgbClr val="FFFFFF"/>
                </a:solidFill>
                <a:latin typeface="Segoe UI"/>
                <a:ea typeface="Segoe UI"/>
                <a:cs typeface="Segoe UI"/>
              </a:defRPr>
            </a:lvl4pPr>
            <a:lvl5pPr marL="0" indent="0">
              <a:buNone/>
              <a:defRPr sz="1875" b="0">
                <a:solidFill>
                  <a:srgbClr val="FFFFFF"/>
                </a:solidFill>
                <a:latin typeface="Segoe UI"/>
                <a:ea typeface="Segoe UI"/>
                <a:cs typeface="Segoe UI"/>
              </a:defRPr>
            </a:lvl5pPr>
            <a:lvl6pPr>
              <a:defRPr sz="1875" b="0">
                <a:solidFill>
                  <a:srgbClr val="FFFFFF"/>
                </a:solidFill>
                <a:latin typeface="Segoe UI"/>
                <a:ea typeface="Segoe UI"/>
                <a:cs typeface="Segoe UI"/>
              </a:defRPr>
            </a:lvl6pPr>
            <a:lvl7pPr>
              <a:defRPr sz="1875" b="0">
                <a:solidFill>
                  <a:srgbClr val="FFFFFF"/>
                </a:solidFill>
                <a:latin typeface="Segoe UI"/>
                <a:ea typeface="Segoe UI"/>
                <a:cs typeface="Segoe UI"/>
              </a:defRPr>
            </a:lvl7pPr>
            <a:lvl8pPr>
              <a:defRPr sz="1875" b="0">
                <a:solidFill>
                  <a:srgbClr val="FFFFFF"/>
                </a:solidFill>
                <a:latin typeface="Segoe UI"/>
                <a:ea typeface="Segoe UI"/>
                <a:cs typeface="Segoe UI"/>
              </a:defRPr>
            </a:lvl8pPr>
            <a:lvl9pPr>
              <a:defRPr sz="1875" b="0">
                <a:solidFill>
                  <a:srgbClr val="FFFFFF"/>
                </a:solidFill>
                <a:latin typeface="Segoe UI"/>
                <a:ea typeface="Segoe UI"/>
                <a:cs typeface="Segoe UI"/>
              </a:defRPr>
            </a:lvl9pPr>
          </a:lstStyle>
          <a:p xmlns:a="http://schemas.openxmlformats.org/drawingml/2006/main">
            <a:pPr marL="0" lvl="0" indent="0">
              <a:buNone/>
              <a:defRPr sz="1875" b="0">
                <a:solidFill>
                  <a:srgbClr val="FFFFFF"/>
                </a:solidFill>
                <a:latin typeface="Segoe UI"/>
                <a:ea typeface="Segoe UI"/>
                <a:cs typeface="Segoe UI"/>
              </a:defRPr>
            </a:pPr>
            <a:r>
              <a:rPr sz="1875" b="0">
                <a:solidFill>
                  <a:srgbClr val="FFFFFF"/>
                </a:solidFill>
                <a:latin typeface="Segoe UI"/>
                <a:ea typeface="Segoe UI"/>
                <a:cs typeface="Segoe UI"/>
              </a:rPr>
              <a:t>Call the API and check its behavior.</a:t>
            </a:r>
          </a:p>
        </p:txBody>
      </p:sp>
      <p:sp>
        <p:nvSpPr>
          <p:cNvPr id="11" name="APIOps content">
            <a:extLst xmlns:a="http://schemas.openxmlformats.org/drawingml/2006/main">
              <a:ext uri="{FF2B5EF4-FFF2-40B4-BE49-F238E27FC236}">
                <a16:creationId xmlns:a16="http://schemas.microsoft.com/office/drawing/2014/main" id="{AF797C51-AC39-44D0-A607-5C2928E56847}"/>
              </a:ext>
            </a:extLst>
          </p:cNvPr>
          <p:cNvSpPr>
            <a:spLocks xmlns:a="http://schemas.openxmlformats.org/drawingml/2006/main" noGrp="1"/>
          </p:cNvSpPr>
          <p:nvPr/>
        </p:nvSpPr>
        <p:spPr>
          <a:xfrm xmlns:a="http://schemas.openxmlformats.org/drawingml/2006/main">
            <a:off x="438150" y="45529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D9D9D6"/>
                </a:solidFill>
                <a:latin typeface="Segoe UI"/>
                <a:ea typeface="Segoe UI"/>
                <a:cs typeface="Segoe UI"/>
              </a:defRPr>
            </a:defPPr>
            <a:lvl1pPr>
              <a:defRPr sz="1275" b="0">
                <a:solidFill>
                  <a:srgbClr val="D9D9D6"/>
                </a:solidFill>
                <a:latin typeface="Segoe UI"/>
                <a:ea typeface="Segoe UI"/>
                <a:cs typeface="Segoe UI"/>
              </a:defRPr>
            </a:lvl1pPr>
            <a:lvl2pPr>
              <a:defRPr sz="1275" b="0">
                <a:solidFill>
                  <a:srgbClr val="D9D9D6"/>
                </a:solidFill>
                <a:latin typeface="Segoe UI"/>
                <a:ea typeface="Segoe UI"/>
                <a:cs typeface="Segoe UI"/>
              </a:defRPr>
            </a:lvl2pPr>
            <a:lvl3pPr>
              <a:defRPr sz="1275" b="0">
                <a:solidFill>
                  <a:srgbClr val="D9D9D6"/>
                </a:solidFill>
                <a:latin typeface="Segoe UI"/>
                <a:ea typeface="Segoe UI"/>
                <a:cs typeface="Segoe UI"/>
              </a:defRPr>
            </a:lvl3pPr>
            <a:lvl4pPr>
              <a:defRPr sz="1275" b="0">
                <a:solidFill>
                  <a:srgbClr val="D9D9D6"/>
                </a:solidFill>
                <a:latin typeface="Segoe UI"/>
                <a:ea typeface="Segoe UI"/>
                <a:cs typeface="Segoe UI"/>
              </a:defRPr>
            </a:lvl4pPr>
            <a:lvl5pPr>
              <a:defRPr sz="1275" b="0">
                <a:solidFill>
                  <a:srgbClr val="D9D9D6"/>
                </a:solidFill>
                <a:latin typeface="Segoe UI"/>
                <a:ea typeface="Segoe UI"/>
                <a:cs typeface="Segoe UI"/>
              </a:defRPr>
            </a:lvl5pPr>
            <a:lvl6pPr>
              <a:defRPr sz="1275" b="0">
                <a:solidFill>
                  <a:srgbClr val="D9D9D6"/>
                </a:solidFill>
                <a:latin typeface="Segoe UI"/>
                <a:ea typeface="Segoe UI"/>
                <a:cs typeface="Segoe UI"/>
              </a:defRPr>
            </a:lvl6pPr>
            <a:lvl7pPr>
              <a:defRPr sz="1275" b="0">
                <a:solidFill>
                  <a:srgbClr val="D9D9D6"/>
                </a:solidFill>
                <a:latin typeface="Segoe UI"/>
                <a:ea typeface="Segoe UI"/>
                <a:cs typeface="Segoe UI"/>
              </a:defRPr>
            </a:lvl7pPr>
            <a:lvl8pPr>
              <a:defRPr sz="1275" b="0">
                <a:solidFill>
                  <a:srgbClr val="D9D9D6"/>
                </a:solidFill>
                <a:latin typeface="Segoe UI"/>
                <a:ea typeface="Segoe UI"/>
                <a:cs typeface="Segoe UI"/>
              </a:defRPr>
            </a:lvl8pPr>
            <a:lvl9pPr>
              <a:defRPr sz="1275" b="0">
                <a:solidFill>
                  <a:srgbClr val="D9D9D6"/>
                </a:solidFill>
                <a:latin typeface="Segoe UI"/>
                <a:ea typeface="Segoe UI"/>
                <a:cs typeface="Segoe UI"/>
              </a:defRPr>
            </a:lvl9pPr>
          </a:lstStyle>
          <a:p xmlns:a="http://schemas.openxmlformats.org/drawingml/2006/main">
            <a:pPr>
              <a:defRPr sz="1275" b="0">
                <a:solidFill>
                  <a:srgbClr val="D9D9D6"/>
                </a:solidFill>
                <a:latin typeface="Segoe UI"/>
                <a:ea typeface="Segoe UI"/>
                <a:cs typeface="Segoe UI"/>
              </a:defRPr>
            </a:pPr>
            <a:r>
              <a:rPr sz="1275" b="0">
                <a:solidFill>
                  <a:srgbClr val="D9D9D6"/>
                </a:solidFill>
                <a:latin typeface="Segoe UI"/>
                <a:ea typeface="Segoe UI"/>
                <a:cs typeface="Segoe UI"/>
              </a:rPr>
              <a:t>The same workflow supports an existing gateway or a new API.</a:t>
            </a:r>
          </a:p>
        </p:txBody>
      </p:sp>
    </p:spTree>
    <p:extLst>
      <p:ext uri="{BB962C8B-B14F-4D97-AF65-F5344CB8AC3E}">
        <p14:creationId xmlns:p14="http://schemas.microsoft.com/office/powerpoint/2010/main" val="64315255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0AAD849-7CFE-4AF7-A7C5-6BBD50C88C1A}"/>
              </a:ext>
            </a:extLst>
          </p:cNvPr>
          <p:cNvSpPr>
            <a:spLocks xmlns:a="http://schemas.openxmlformats.org/drawingml/2006/main" noGrp="1"/>
          </p:cNvSpPr>
          <p:nvPr>
            <p:ph type="title" idx="0"/>
          </p:nvPr>
        </p:nvSpPr>
        <p:spPr>
          <a:xfrm xmlns:a="http://schemas.openxmlformats.org/drawingml/2006/main">
            <a:off x="438150" y="342900"/>
            <a:ext cx="8258175" cy="571500"/>
          </a:xfrm>
        </p:spPr>
        <p:txBody>
          <a:bodyPr xmlns:a="http://schemas.openxmlformats.org/drawingml/2006/main" lIns="0" tIns="0" rIns="0" bIns="0" anchor="t"/>
          <a:lstStyle xmlns:a="http://schemas.openxmlformats.org/drawingml/2006/main">
            <a:defPPr>
              <a:defRPr sz="2700" b="1">
                <a:solidFill>
                  <a:srgbClr val="FFFFFF"/>
                </a:solidFill>
                <a:latin typeface="Segoe UI"/>
                <a:ea typeface="Segoe UI"/>
                <a:cs typeface="Segoe UI"/>
              </a:defRPr>
            </a:defPPr>
            <a:lvl1pPr>
              <a:defRPr sz="2700" b="1">
                <a:solidFill>
                  <a:srgbClr val="FFFFFF"/>
                </a:solidFill>
                <a:latin typeface="Segoe UI"/>
                <a:ea typeface="Segoe UI"/>
                <a:cs typeface="Segoe UI"/>
              </a:defRPr>
            </a:lvl1pPr>
            <a:lvl2pPr>
              <a:defRPr sz="2700" b="1">
                <a:solidFill>
                  <a:srgbClr val="FFFFFF"/>
                </a:solidFill>
                <a:latin typeface="Segoe UI"/>
                <a:ea typeface="Segoe UI"/>
                <a:cs typeface="Segoe UI"/>
              </a:defRPr>
            </a:lvl2pPr>
            <a:lvl3pPr>
              <a:defRPr sz="2700" b="1">
                <a:solidFill>
                  <a:srgbClr val="FFFFFF"/>
                </a:solidFill>
                <a:latin typeface="Segoe UI"/>
                <a:ea typeface="Segoe UI"/>
                <a:cs typeface="Segoe UI"/>
              </a:defRPr>
            </a:lvl3pPr>
            <a:lvl4pPr>
              <a:defRPr sz="2700" b="1">
                <a:solidFill>
                  <a:srgbClr val="FFFFFF"/>
                </a:solidFill>
                <a:latin typeface="Segoe UI"/>
                <a:ea typeface="Segoe UI"/>
                <a:cs typeface="Segoe UI"/>
              </a:defRPr>
            </a:lvl4pPr>
            <a:lvl5pPr>
              <a:defRPr sz="2700" b="1">
                <a:solidFill>
                  <a:srgbClr val="FFFFFF"/>
                </a:solidFill>
                <a:latin typeface="Segoe UI"/>
                <a:ea typeface="Segoe UI"/>
                <a:cs typeface="Segoe UI"/>
              </a:defRPr>
            </a:lvl5pPr>
            <a:lvl6pPr>
              <a:defRPr sz="2700" b="1">
                <a:solidFill>
                  <a:srgbClr val="FFFFFF"/>
                </a:solidFill>
                <a:latin typeface="Segoe UI"/>
                <a:ea typeface="Segoe UI"/>
                <a:cs typeface="Segoe UI"/>
              </a:defRPr>
            </a:lvl6pPr>
            <a:lvl7pPr>
              <a:defRPr sz="2700" b="1">
                <a:solidFill>
                  <a:srgbClr val="FFFFFF"/>
                </a:solidFill>
                <a:latin typeface="Segoe UI"/>
                <a:ea typeface="Segoe UI"/>
                <a:cs typeface="Segoe UI"/>
              </a:defRPr>
            </a:lvl7pPr>
            <a:lvl8pPr>
              <a:defRPr sz="2700" b="1">
                <a:solidFill>
                  <a:srgbClr val="FFFFFF"/>
                </a:solidFill>
                <a:latin typeface="Segoe UI"/>
                <a:ea typeface="Segoe UI"/>
                <a:cs typeface="Segoe UI"/>
              </a:defRPr>
            </a:lvl8pPr>
            <a:lvl9pPr>
              <a:defRPr sz="2700" b="1">
                <a:solidFill>
                  <a:srgbClr val="FFFFFF"/>
                </a:solidFill>
                <a:latin typeface="Segoe UI"/>
                <a:ea typeface="Segoe UI"/>
                <a:cs typeface="Segoe UI"/>
              </a:defRPr>
            </a:lvl9pPr>
          </a:lstStyle>
          <a:p xmlns:a="http://schemas.openxmlformats.org/drawingml/2006/main">
            <a:pPr>
              <a:defRPr sz="2700" b="1">
                <a:solidFill>
                  <a:srgbClr val="FFFFFF"/>
                </a:solidFill>
                <a:latin typeface="Segoe UI"/>
                <a:ea typeface="Segoe UI"/>
                <a:cs typeface="Segoe UI"/>
              </a:defRPr>
            </a:pPr>
            <a:r>
              <a:rPr sz="2700" b="1">
                <a:solidFill>
                  <a:srgbClr val="FFFFFF"/>
                </a:solidFill>
                <a:latin typeface="Segoe UI"/>
                <a:ea typeface="Segoe UI"/>
                <a:cs typeface="Segoe UI"/>
              </a:rPr>
              <a:t>What APIOps manages</a:t>
            </a:r>
          </a:p>
        </p:txBody>
      </p:sp>
      <p:pic>
        <p:nvPicPr>
          <p:cNvPr id="3" name="">
            <a:extLst xmlns:a="http://schemas.openxmlformats.org/drawingml/2006/main">
              <a:ext uri="{FF2B5EF4-FFF2-40B4-BE49-F238E27FC236}">
                <a16:creationId xmlns:a16="http://schemas.microsoft.com/office/drawing/2014/main" id="{5B36C5BF-3627-4793-A5EF-DC0D2B9D645B}"/>
              </a:ext>
            </a:extLst>
          </p:cNvPr>
          <p:cNvPicPr>
            <a:picLocks xmlns:a="http://schemas.openxmlformats.org/drawingml/2006/main" noChangeAspect="1"/>
          </p:cNvPicPr>
          <p:nvPr/>
        </p:nvPicPr>
        <p:blipFill>
          <a:blip xmlns:r="http://schemas.openxmlformats.org/officeDocument/2006/relationships" xmlns:a="http://schemas.openxmlformats.org/drawingml/2006/main" r:embed="R55e0e26cd9854b36"/>
          <a:stretch xmlns:a="http://schemas.openxmlformats.org/drawingml/2006/main"/>
        </p:blipFill>
        <p:spPr>
          <a:xfrm xmlns:a="http://schemas.openxmlformats.org/drawingml/2006/main">
            <a:off x="619125" y="1657350"/>
            <a:ext cx="2143125" cy="2143125"/>
          </a:xfrm>
          <a:prstGeom xmlns:a="http://schemas.openxmlformats.org/drawingml/2006/main" prst="rect">
            <a:avLst/>
          </a:prstGeom>
        </p:spPr>
      </p:pic>
      <p:sp>
        <p:nvSpPr>
          <p:cNvPr id="4" name="APIOps content">
            <a:extLst xmlns:a="http://schemas.openxmlformats.org/drawingml/2006/main">
              <a:ext uri="{FF2B5EF4-FFF2-40B4-BE49-F238E27FC236}">
                <a16:creationId xmlns:a16="http://schemas.microsoft.com/office/drawing/2014/main" id="{5202AD03-8B1B-457E-81A1-7E25ACE1D54F}"/>
              </a:ext>
            </a:extLst>
          </p:cNvPr>
          <p:cNvSpPr>
            <a:spLocks xmlns:a="http://schemas.openxmlformats.org/drawingml/2006/main" noGrp="1"/>
          </p:cNvSpPr>
          <p:nvPr/>
        </p:nvSpPr>
        <p:spPr>
          <a:xfrm xmlns:a="http://schemas.openxmlformats.org/drawingml/2006/main">
            <a:off x="438150" y="395287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D9D9D6"/>
                </a:solidFill>
                <a:latin typeface="Segoe UI"/>
                <a:ea typeface="Segoe UI"/>
                <a:cs typeface="Segoe UI"/>
              </a:defRPr>
            </a:defPPr>
            <a:lvl1pPr>
              <a:defRPr sz="1725" b="0">
                <a:solidFill>
                  <a:srgbClr val="D9D9D6"/>
                </a:solidFill>
                <a:latin typeface="Segoe UI"/>
                <a:ea typeface="Segoe UI"/>
                <a:cs typeface="Segoe UI"/>
              </a:defRPr>
            </a:lvl1pPr>
            <a:lvl2pPr>
              <a:defRPr sz="1725" b="0">
                <a:solidFill>
                  <a:srgbClr val="D9D9D6"/>
                </a:solidFill>
                <a:latin typeface="Segoe UI"/>
                <a:ea typeface="Segoe UI"/>
                <a:cs typeface="Segoe UI"/>
              </a:defRPr>
            </a:lvl2pPr>
            <a:lvl3pPr>
              <a:defRPr sz="1725" b="0">
                <a:solidFill>
                  <a:srgbClr val="D9D9D6"/>
                </a:solidFill>
                <a:latin typeface="Segoe UI"/>
                <a:ea typeface="Segoe UI"/>
                <a:cs typeface="Segoe UI"/>
              </a:defRPr>
            </a:lvl3pPr>
            <a:lvl4pPr>
              <a:defRPr sz="1725" b="0">
                <a:solidFill>
                  <a:srgbClr val="D9D9D6"/>
                </a:solidFill>
                <a:latin typeface="Segoe UI"/>
                <a:ea typeface="Segoe UI"/>
                <a:cs typeface="Segoe UI"/>
              </a:defRPr>
            </a:lvl4pPr>
            <a:lvl5pPr>
              <a:defRPr sz="1725" b="0">
                <a:solidFill>
                  <a:srgbClr val="D9D9D6"/>
                </a:solidFill>
                <a:latin typeface="Segoe UI"/>
                <a:ea typeface="Segoe UI"/>
                <a:cs typeface="Segoe UI"/>
              </a:defRPr>
            </a:lvl5pPr>
            <a:lvl6pPr>
              <a:defRPr sz="1725" b="0">
                <a:solidFill>
                  <a:srgbClr val="D9D9D6"/>
                </a:solidFill>
                <a:latin typeface="Segoe UI"/>
                <a:ea typeface="Segoe UI"/>
                <a:cs typeface="Segoe UI"/>
              </a:defRPr>
            </a:lvl6pPr>
            <a:lvl7pPr>
              <a:defRPr sz="1725" b="0">
                <a:solidFill>
                  <a:srgbClr val="D9D9D6"/>
                </a:solidFill>
                <a:latin typeface="Segoe UI"/>
                <a:ea typeface="Segoe UI"/>
                <a:cs typeface="Segoe UI"/>
              </a:defRPr>
            </a:lvl7pPr>
            <a:lvl8pPr>
              <a:defRPr sz="1725" b="0">
                <a:solidFill>
                  <a:srgbClr val="D9D9D6"/>
                </a:solidFill>
                <a:latin typeface="Segoe UI"/>
                <a:ea typeface="Segoe UI"/>
                <a:cs typeface="Segoe UI"/>
              </a:defRPr>
            </a:lvl8pPr>
            <a:lvl9pPr>
              <a:defRPr sz="1725" b="0">
                <a:solidFill>
                  <a:srgbClr val="D9D9D6"/>
                </a:solidFill>
                <a:latin typeface="Segoe UI"/>
                <a:ea typeface="Segoe UI"/>
                <a:cs typeface="Segoe UI"/>
              </a:defRPr>
            </a:lvl9pPr>
          </a:lstStyle>
          <a:p xmlns:a="http://schemas.openxmlformats.org/drawingml/2006/main">
            <a:pPr>
              <a:defRPr sz="1725" b="0">
                <a:solidFill>
                  <a:srgbClr val="D9D9D6"/>
                </a:solidFill>
                <a:latin typeface="Segoe UI"/>
                <a:ea typeface="Segoe UI"/>
                <a:cs typeface="Segoe UI"/>
              </a:defRPr>
            </a:pPr>
            <a:r>
              <a:rPr sz="1725" b="0">
                <a:solidFill>
                  <a:srgbClr val="D9D9D6"/>
                </a:solidFill>
                <a:latin typeface="Segoe UI"/>
                <a:ea typeface="Segoe UI"/>
                <a:cs typeface="Segoe UI"/>
              </a:rPr>
              <a:t>Azure API Management</a:t>
            </a:r>
          </a:p>
        </p:txBody>
      </p:sp>
      <p:sp>
        <p:nvSpPr>
          <p:cNvPr id="5" name="APIOps content">
            <a:extLst xmlns:a="http://schemas.openxmlformats.org/drawingml/2006/main">
              <a:ext uri="{FF2B5EF4-FFF2-40B4-BE49-F238E27FC236}">
                <a16:creationId xmlns:a16="http://schemas.microsoft.com/office/drawing/2014/main" id="{2F579493-CDD0-4F8C-B740-A5272273A5D4}"/>
              </a:ext>
            </a:extLst>
          </p:cNvPr>
          <p:cNvSpPr>
            <a:spLocks xmlns:a="http://schemas.openxmlformats.org/drawingml/2006/main" noGrp="1"/>
          </p:cNvSpPr>
          <p:nvPr/>
        </p:nvSpPr>
        <p:spPr>
          <a:xfrm xmlns:a="http://schemas.openxmlformats.org/drawingml/2006/main">
            <a:off x="3714750" y="1457325"/>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50B8E8"/>
                </a:solidFill>
                <a:latin typeface="Segoe UI"/>
                <a:ea typeface="Segoe UI"/>
                <a:cs typeface="Segoe UI"/>
              </a:defRPr>
            </a:defPPr>
            <a:lvl1pPr>
              <a:defRPr sz="2100" b="1">
                <a:solidFill>
                  <a:srgbClr val="50B8E8"/>
                </a:solidFill>
                <a:latin typeface="Segoe UI"/>
                <a:ea typeface="Segoe UI"/>
                <a:cs typeface="Segoe UI"/>
              </a:defRPr>
            </a:lvl1pPr>
            <a:lvl2pPr>
              <a:defRPr sz="2100" b="1">
                <a:solidFill>
                  <a:srgbClr val="50B8E8"/>
                </a:solidFill>
                <a:latin typeface="Segoe UI"/>
                <a:ea typeface="Segoe UI"/>
                <a:cs typeface="Segoe UI"/>
              </a:defRPr>
            </a:lvl2pPr>
            <a:lvl3pPr>
              <a:defRPr sz="2100" b="1">
                <a:solidFill>
                  <a:srgbClr val="50B8E8"/>
                </a:solidFill>
                <a:latin typeface="Segoe UI"/>
                <a:ea typeface="Segoe UI"/>
                <a:cs typeface="Segoe UI"/>
              </a:defRPr>
            </a:lvl3pPr>
            <a:lvl4pPr>
              <a:defRPr sz="2100" b="1">
                <a:solidFill>
                  <a:srgbClr val="50B8E8"/>
                </a:solidFill>
                <a:latin typeface="Segoe UI"/>
                <a:ea typeface="Segoe UI"/>
                <a:cs typeface="Segoe UI"/>
              </a:defRPr>
            </a:lvl4pPr>
            <a:lvl5pPr>
              <a:defRPr sz="2100" b="1">
                <a:solidFill>
                  <a:srgbClr val="50B8E8"/>
                </a:solidFill>
                <a:latin typeface="Segoe UI"/>
                <a:ea typeface="Segoe UI"/>
                <a:cs typeface="Segoe UI"/>
              </a:defRPr>
            </a:lvl5pPr>
            <a:lvl6pPr>
              <a:defRPr sz="2100" b="1">
                <a:solidFill>
                  <a:srgbClr val="50B8E8"/>
                </a:solidFill>
                <a:latin typeface="Segoe UI"/>
                <a:ea typeface="Segoe UI"/>
                <a:cs typeface="Segoe UI"/>
              </a:defRPr>
            </a:lvl6pPr>
            <a:lvl7pPr>
              <a:defRPr sz="2100" b="1">
                <a:solidFill>
                  <a:srgbClr val="50B8E8"/>
                </a:solidFill>
                <a:latin typeface="Segoe UI"/>
                <a:ea typeface="Segoe UI"/>
                <a:cs typeface="Segoe UI"/>
              </a:defRPr>
            </a:lvl7pPr>
            <a:lvl8pPr>
              <a:defRPr sz="2100" b="1">
                <a:solidFill>
                  <a:srgbClr val="50B8E8"/>
                </a:solidFill>
                <a:latin typeface="Segoe UI"/>
                <a:ea typeface="Segoe UI"/>
                <a:cs typeface="Segoe UI"/>
              </a:defRPr>
            </a:lvl8pPr>
            <a:lvl9pPr>
              <a:defRPr sz="2100" b="1">
                <a:solidFill>
                  <a:srgbClr val="50B8E8"/>
                </a:solidFill>
                <a:latin typeface="Segoe UI"/>
                <a:ea typeface="Segoe UI"/>
                <a:cs typeface="Segoe UI"/>
              </a:defRPr>
            </a:lvl9pPr>
          </a:lstStyle>
          <a:p xmlns:a="http://schemas.openxmlformats.org/drawingml/2006/main">
            <a:pPr>
              <a:defRPr sz="2100" b="1">
                <a:solidFill>
                  <a:srgbClr val="50B8E8"/>
                </a:solidFill>
                <a:latin typeface="Segoe UI"/>
                <a:ea typeface="Segoe UI"/>
                <a:cs typeface="Segoe UI"/>
              </a:defRPr>
            </a:pPr>
            <a:r>
              <a:rPr sz="2100" b="1">
                <a:solidFill>
                  <a:srgbClr val="50B8E8"/>
                </a:solidFill>
                <a:latin typeface="Segoe UI"/>
                <a:ea typeface="Segoe UI"/>
                <a:cs typeface="Segoe UI"/>
              </a:rPr>
              <a:t>API contracts</a:t>
            </a:r>
          </a:p>
        </p:txBody>
      </p:sp>
      <p:sp>
        <p:nvSpPr>
          <p:cNvPr id="6" name="APIOps content">
            <a:extLst xmlns:a="http://schemas.openxmlformats.org/drawingml/2006/main">
              <a:ext uri="{FF2B5EF4-FFF2-40B4-BE49-F238E27FC236}">
                <a16:creationId xmlns:a16="http://schemas.microsoft.com/office/drawing/2014/main" id="{7534A275-10F8-474F-9B04-554382FF6749}"/>
              </a:ext>
            </a:extLst>
          </p:cNvPr>
          <p:cNvSpPr>
            <a:spLocks xmlns:a="http://schemas.openxmlformats.org/drawingml/2006/main" noGrp="1"/>
          </p:cNvSpPr>
          <p:nvPr/>
        </p:nvSpPr>
        <p:spPr>
          <a:xfrm xmlns:a="http://schemas.openxmlformats.org/drawingml/2006/main">
            <a:off x="3714750" y="18669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FFFFF"/>
                </a:solidFill>
                <a:latin typeface="Segoe UI"/>
                <a:ea typeface="Segoe UI"/>
                <a:cs typeface="Segoe UI"/>
              </a:defRPr>
            </a:defPPr>
            <a:lvl1pPr>
              <a:defRPr sz="1800" b="0">
                <a:solidFill>
                  <a:srgbClr val="FFFFFF"/>
                </a:solidFill>
                <a:latin typeface="Segoe UI"/>
                <a:ea typeface="Segoe UI"/>
                <a:cs typeface="Segoe UI"/>
              </a:defRPr>
            </a:lvl1pPr>
            <a:lvl2pPr>
              <a:defRPr sz="1800" b="0">
                <a:solidFill>
                  <a:srgbClr val="FFFFFF"/>
                </a:solidFill>
                <a:latin typeface="Segoe UI"/>
                <a:ea typeface="Segoe UI"/>
                <a:cs typeface="Segoe UI"/>
              </a:defRPr>
            </a:lvl2pPr>
            <a:lvl3pPr>
              <a:defRPr sz="1800" b="0">
                <a:solidFill>
                  <a:srgbClr val="FFFFFF"/>
                </a:solidFill>
                <a:latin typeface="Segoe UI"/>
                <a:ea typeface="Segoe UI"/>
                <a:cs typeface="Segoe UI"/>
              </a:defRPr>
            </a:lvl3pPr>
            <a:lvl4pPr>
              <a:defRPr sz="1800" b="0">
                <a:solidFill>
                  <a:srgbClr val="FFFFFF"/>
                </a:solidFill>
                <a:latin typeface="Segoe UI"/>
                <a:ea typeface="Segoe UI"/>
                <a:cs typeface="Segoe UI"/>
              </a:defRPr>
            </a:lvl4pPr>
            <a:lvl5pPr>
              <a:defRPr sz="1800" b="0">
                <a:solidFill>
                  <a:srgbClr val="FFFFFF"/>
                </a:solidFill>
                <a:latin typeface="Segoe UI"/>
                <a:ea typeface="Segoe UI"/>
                <a:cs typeface="Segoe UI"/>
              </a:defRPr>
            </a:lvl5pPr>
            <a:lvl6pPr>
              <a:defRPr sz="1800" b="0">
                <a:solidFill>
                  <a:srgbClr val="FFFFFF"/>
                </a:solidFill>
                <a:latin typeface="Segoe UI"/>
                <a:ea typeface="Segoe UI"/>
                <a:cs typeface="Segoe UI"/>
              </a:defRPr>
            </a:lvl6pPr>
            <a:lvl7pPr>
              <a:defRPr sz="1800" b="0">
                <a:solidFill>
                  <a:srgbClr val="FFFFFF"/>
                </a:solidFill>
                <a:latin typeface="Segoe UI"/>
                <a:ea typeface="Segoe UI"/>
                <a:cs typeface="Segoe UI"/>
              </a:defRPr>
            </a:lvl7pPr>
            <a:lvl8pPr>
              <a:defRPr sz="1800" b="0">
                <a:solidFill>
                  <a:srgbClr val="FFFFFF"/>
                </a:solidFill>
                <a:latin typeface="Segoe UI"/>
                <a:ea typeface="Segoe UI"/>
                <a:cs typeface="Segoe UI"/>
              </a:defRPr>
            </a:lvl8pPr>
            <a:lvl9pPr>
              <a:defRPr sz="1800" b="0">
                <a:solidFill>
                  <a:srgbClr val="FFFFFF"/>
                </a:solidFill>
                <a:latin typeface="Segoe UI"/>
                <a:ea typeface="Segoe UI"/>
                <a:cs typeface="Segoe UI"/>
              </a:defRPr>
            </a:lvl9pPr>
          </a:lstStyle>
          <a:p xmlns:a="http://schemas.openxmlformats.org/drawingml/2006/main">
            <a:pPr>
              <a:defRPr sz="1800" b="0">
                <a:solidFill>
                  <a:srgbClr val="FFFFFF"/>
                </a:solidFill>
                <a:latin typeface="Segoe UI"/>
                <a:ea typeface="Segoe UI"/>
                <a:cs typeface="Segoe UI"/>
              </a:defRPr>
            </a:pPr>
            <a:r>
              <a:rPr sz="1800" b="0">
                <a:solidFill>
                  <a:srgbClr val="FFFFFF"/>
                </a:solidFill>
                <a:latin typeface="Segoe UI"/>
                <a:ea typeface="Segoe UI"/>
                <a:cs typeface="Segoe UI"/>
              </a:rPr>
              <a:t>OpenAPI definitions and operations</a:t>
            </a:r>
          </a:p>
        </p:txBody>
      </p:sp>
      <p:sp>
        <p:nvSpPr>
          <p:cNvPr id="7" name="APIOps content">
            <a:extLst xmlns:a="http://schemas.openxmlformats.org/drawingml/2006/main">
              <a:ext uri="{FF2B5EF4-FFF2-40B4-BE49-F238E27FC236}">
                <a16:creationId xmlns:a16="http://schemas.microsoft.com/office/drawing/2014/main" id="{EE832480-86F5-4D2D-A1DD-1B612D32C2AC}"/>
              </a:ext>
            </a:extLst>
          </p:cNvPr>
          <p:cNvSpPr>
            <a:spLocks xmlns:a="http://schemas.openxmlformats.org/drawingml/2006/main" noGrp="1"/>
          </p:cNvSpPr>
          <p:nvPr/>
        </p:nvSpPr>
        <p:spPr>
          <a:xfrm xmlns:a="http://schemas.openxmlformats.org/drawingml/2006/main">
            <a:off x="3714750" y="245745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50B8E8"/>
                </a:solidFill>
                <a:latin typeface="Segoe UI"/>
                <a:ea typeface="Segoe UI"/>
                <a:cs typeface="Segoe UI"/>
              </a:defRPr>
            </a:defPPr>
            <a:lvl1pPr>
              <a:defRPr sz="2100" b="1">
                <a:solidFill>
                  <a:srgbClr val="50B8E8"/>
                </a:solidFill>
                <a:latin typeface="Segoe UI"/>
                <a:ea typeface="Segoe UI"/>
                <a:cs typeface="Segoe UI"/>
              </a:defRPr>
            </a:lvl1pPr>
            <a:lvl2pPr>
              <a:defRPr sz="2100" b="1">
                <a:solidFill>
                  <a:srgbClr val="50B8E8"/>
                </a:solidFill>
                <a:latin typeface="Segoe UI"/>
                <a:ea typeface="Segoe UI"/>
                <a:cs typeface="Segoe UI"/>
              </a:defRPr>
            </a:lvl2pPr>
            <a:lvl3pPr>
              <a:defRPr sz="2100" b="1">
                <a:solidFill>
                  <a:srgbClr val="50B8E8"/>
                </a:solidFill>
                <a:latin typeface="Segoe UI"/>
                <a:ea typeface="Segoe UI"/>
                <a:cs typeface="Segoe UI"/>
              </a:defRPr>
            </a:lvl3pPr>
            <a:lvl4pPr>
              <a:defRPr sz="2100" b="1">
                <a:solidFill>
                  <a:srgbClr val="50B8E8"/>
                </a:solidFill>
                <a:latin typeface="Segoe UI"/>
                <a:ea typeface="Segoe UI"/>
                <a:cs typeface="Segoe UI"/>
              </a:defRPr>
            </a:lvl4pPr>
            <a:lvl5pPr>
              <a:defRPr sz="2100" b="1">
                <a:solidFill>
                  <a:srgbClr val="50B8E8"/>
                </a:solidFill>
                <a:latin typeface="Segoe UI"/>
                <a:ea typeface="Segoe UI"/>
                <a:cs typeface="Segoe UI"/>
              </a:defRPr>
            </a:lvl5pPr>
            <a:lvl6pPr>
              <a:defRPr sz="2100" b="1">
                <a:solidFill>
                  <a:srgbClr val="50B8E8"/>
                </a:solidFill>
                <a:latin typeface="Segoe UI"/>
                <a:ea typeface="Segoe UI"/>
                <a:cs typeface="Segoe UI"/>
              </a:defRPr>
            </a:lvl6pPr>
            <a:lvl7pPr>
              <a:defRPr sz="2100" b="1">
                <a:solidFill>
                  <a:srgbClr val="50B8E8"/>
                </a:solidFill>
                <a:latin typeface="Segoe UI"/>
                <a:ea typeface="Segoe UI"/>
                <a:cs typeface="Segoe UI"/>
              </a:defRPr>
            </a:lvl7pPr>
            <a:lvl8pPr>
              <a:defRPr sz="2100" b="1">
                <a:solidFill>
                  <a:srgbClr val="50B8E8"/>
                </a:solidFill>
                <a:latin typeface="Segoe UI"/>
                <a:ea typeface="Segoe UI"/>
                <a:cs typeface="Segoe UI"/>
              </a:defRPr>
            </a:lvl8pPr>
            <a:lvl9pPr>
              <a:defRPr sz="2100" b="1">
                <a:solidFill>
                  <a:srgbClr val="50B8E8"/>
                </a:solidFill>
                <a:latin typeface="Segoe UI"/>
                <a:ea typeface="Segoe UI"/>
                <a:cs typeface="Segoe UI"/>
              </a:defRPr>
            </a:lvl9pPr>
          </a:lstStyle>
          <a:p xmlns:a="http://schemas.openxmlformats.org/drawingml/2006/main">
            <a:pPr>
              <a:defRPr sz="2100" b="1">
                <a:solidFill>
                  <a:srgbClr val="50B8E8"/>
                </a:solidFill>
                <a:latin typeface="Segoe UI"/>
                <a:ea typeface="Segoe UI"/>
                <a:cs typeface="Segoe UI"/>
              </a:defRPr>
            </a:pPr>
            <a:r>
              <a:rPr sz="2100" b="1">
                <a:solidFill>
                  <a:srgbClr val="50B8E8"/>
                </a:solidFill>
                <a:latin typeface="Segoe UI"/>
                <a:ea typeface="Segoe UI"/>
                <a:cs typeface="Segoe UI"/>
              </a:rPr>
              <a:t>Gateway behavior</a:t>
            </a:r>
          </a:p>
        </p:txBody>
      </p:sp>
      <p:sp>
        <p:nvSpPr>
          <p:cNvPr id="8" name="APIOps content">
            <a:extLst xmlns:a="http://schemas.openxmlformats.org/drawingml/2006/main">
              <a:ext uri="{FF2B5EF4-FFF2-40B4-BE49-F238E27FC236}">
                <a16:creationId xmlns:a16="http://schemas.microsoft.com/office/drawing/2014/main" id="{2FE5EAEE-6502-4F74-AD0D-1DBCEB66E494}"/>
              </a:ext>
            </a:extLst>
          </p:cNvPr>
          <p:cNvSpPr>
            <a:spLocks xmlns:a="http://schemas.openxmlformats.org/drawingml/2006/main" noGrp="1"/>
          </p:cNvSpPr>
          <p:nvPr/>
        </p:nvSpPr>
        <p:spPr>
          <a:xfrm xmlns:a="http://schemas.openxmlformats.org/drawingml/2006/main">
            <a:off x="3714750" y="28670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FFFFF"/>
                </a:solidFill>
                <a:latin typeface="Segoe UI"/>
                <a:ea typeface="Segoe UI"/>
                <a:cs typeface="Segoe UI"/>
              </a:defRPr>
            </a:defPPr>
            <a:lvl1pPr>
              <a:defRPr sz="1800" b="0">
                <a:solidFill>
                  <a:srgbClr val="FFFFFF"/>
                </a:solidFill>
                <a:latin typeface="Segoe UI"/>
                <a:ea typeface="Segoe UI"/>
                <a:cs typeface="Segoe UI"/>
              </a:defRPr>
            </a:lvl1pPr>
            <a:lvl2pPr>
              <a:defRPr sz="1800" b="0">
                <a:solidFill>
                  <a:srgbClr val="FFFFFF"/>
                </a:solidFill>
                <a:latin typeface="Segoe UI"/>
                <a:ea typeface="Segoe UI"/>
                <a:cs typeface="Segoe UI"/>
              </a:defRPr>
            </a:lvl2pPr>
            <a:lvl3pPr>
              <a:defRPr sz="1800" b="0">
                <a:solidFill>
                  <a:srgbClr val="FFFFFF"/>
                </a:solidFill>
                <a:latin typeface="Segoe UI"/>
                <a:ea typeface="Segoe UI"/>
                <a:cs typeface="Segoe UI"/>
              </a:defRPr>
            </a:lvl3pPr>
            <a:lvl4pPr>
              <a:defRPr sz="1800" b="0">
                <a:solidFill>
                  <a:srgbClr val="FFFFFF"/>
                </a:solidFill>
                <a:latin typeface="Segoe UI"/>
                <a:ea typeface="Segoe UI"/>
                <a:cs typeface="Segoe UI"/>
              </a:defRPr>
            </a:lvl4pPr>
            <a:lvl5pPr>
              <a:defRPr sz="1800" b="0">
                <a:solidFill>
                  <a:srgbClr val="FFFFFF"/>
                </a:solidFill>
                <a:latin typeface="Segoe UI"/>
                <a:ea typeface="Segoe UI"/>
                <a:cs typeface="Segoe UI"/>
              </a:defRPr>
            </a:lvl5pPr>
            <a:lvl6pPr>
              <a:defRPr sz="1800" b="0">
                <a:solidFill>
                  <a:srgbClr val="FFFFFF"/>
                </a:solidFill>
                <a:latin typeface="Segoe UI"/>
                <a:ea typeface="Segoe UI"/>
                <a:cs typeface="Segoe UI"/>
              </a:defRPr>
            </a:lvl6pPr>
            <a:lvl7pPr>
              <a:defRPr sz="1800" b="0">
                <a:solidFill>
                  <a:srgbClr val="FFFFFF"/>
                </a:solidFill>
                <a:latin typeface="Segoe UI"/>
                <a:ea typeface="Segoe UI"/>
                <a:cs typeface="Segoe UI"/>
              </a:defRPr>
            </a:lvl7pPr>
            <a:lvl8pPr>
              <a:defRPr sz="1800" b="0">
                <a:solidFill>
                  <a:srgbClr val="FFFFFF"/>
                </a:solidFill>
                <a:latin typeface="Segoe UI"/>
                <a:ea typeface="Segoe UI"/>
                <a:cs typeface="Segoe UI"/>
              </a:defRPr>
            </a:lvl8pPr>
            <a:lvl9pPr>
              <a:defRPr sz="1800" b="0">
                <a:solidFill>
                  <a:srgbClr val="FFFFFF"/>
                </a:solidFill>
                <a:latin typeface="Segoe UI"/>
                <a:ea typeface="Segoe UI"/>
                <a:cs typeface="Segoe UI"/>
              </a:defRPr>
            </a:lvl9pPr>
          </a:lstStyle>
          <a:p xmlns:a="http://schemas.openxmlformats.org/drawingml/2006/main">
            <a:pPr>
              <a:defRPr sz="1800" b="0">
                <a:solidFill>
                  <a:srgbClr val="FFFFFF"/>
                </a:solidFill>
                <a:latin typeface="Segoe UI"/>
                <a:ea typeface="Segoe UI"/>
                <a:cs typeface="Segoe UI"/>
              </a:defRPr>
            </a:pPr>
            <a:r>
              <a:rPr sz="1800" b="0">
                <a:solidFill>
                  <a:srgbClr val="FFFFFF"/>
                </a:solidFill>
                <a:latin typeface="Segoe UI"/>
                <a:ea typeface="Segoe UI"/>
                <a:cs typeface="Segoe UI"/>
              </a:rPr>
              <a:t>Policies, backends and named values</a:t>
            </a:r>
          </a:p>
        </p:txBody>
      </p:sp>
      <p:sp>
        <p:nvSpPr>
          <p:cNvPr id="9" name="APIOps content">
            <a:extLst xmlns:a="http://schemas.openxmlformats.org/drawingml/2006/main">
              <a:ext uri="{FF2B5EF4-FFF2-40B4-BE49-F238E27FC236}">
                <a16:creationId xmlns:a16="http://schemas.microsoft.com/office/drawing/2014/main" id="{676807E4-FEC7-4784-B62B-718A2D0105A4}"/>
              </a:ext>
            </a:extLst>
          </p:cNvPr>
          <p:cNvSpPr>
            <a:spLocks xmlns:a="http://schemas.openxmlformats.org/drawingml/2006/main" noGrp="1"/>
          </p:cNvSpPr>
          <p:nvPr/>
        </p:nvSpPr>
        <p:spPr>
          <a:xfrm xmlns:a="http://schemas.openxmlformats.org/drawingml/2006/main">
            <a:off x="3714750" y="3457575"/>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50B8E8"/>
                </a:solidFill>
                <a:latin typeface="Segoe UI"/>
                <a:ea typeface="Segoe UI"/>
                <a:cs typeface="Segoe UI"/>
              </a:defRPr>
            </a:defPPr>
            <a:lvl1pPr>
              <a:defRPr sz="2100" b="1">
                <a:solidFill>
                  <a:srgbClr val="50B8E8"/>
                </a:solidFill>
                <a:latin typeface="Segoe UI"/>
                <a:ea typeface="Segoe UI"/>
                <a:cs typeface="Segoe UI"/>
              </a:defRPr>
            </a:lvl1pPr>
            <a:lvl2pPr>
              <a:defRPr sz="2100" b="1">
                <a:solidFill>
                  <a:srgbClr val="50B8E8"/>
                </a:solidFill>
                <a:latin typeface="Segoe UI"/>
                <a:ea typeface="Segoe UI"/>
                <a:cs typeface="Segoe UI"/>
              </a:defRPr>
            </a:lvl2pPr>
            <a:lvl3pPr>
              <a:defRPr sz="2100" b="1">
                <a:solidFill>
                  <a:srgbClr val="50B8E8"/>
                </a:solidFill>
                <a:latin typeface="Segoe UI"/>
                <a:ea typeface="Segoe UI"/>
                <a:cs typeface="Segoe UI"/>
              </a:defRPr>
            </a:lvl3pPr>
            <a:lvl4pPr>
              <a:defRPr sz="2100" b="1">
                <a:solidFill>
                  <a:srgbClr val="50B8E8"/>
                </a:solidFill>
                <a:latin typeface="Segoe UI"/>
                <a:ea typeface="Segoe UI"/>
                <a:cs typeface="Segoe UI"/>
              </a:defRPr>
            </a:lvl4pPr>
            <a:lvl5pPr>
              <a:defRPr sz="2100" b="1">
                <a:solidFill>
                  <a:srgbClr val="50B8E8"/>
                </a:solidFill>
                <a:latin typeface="Segoe UI"/>
                <a:ea typeface="Segoe UI"/>
                <a:cs typeface="Segoe UI"/>
              </a:defRPr>
            </a:lvl5pPr>
            <a:lvl6pPr>
              <a:defRPr sz="2100" b="1">
                <a:solidFill>
                  <a:srgbClr val="50B8E8"/>
                </a:solidFill>
                <a:latin typeface="Segoe UI"/>
                <a:ea typeface="Segoe UI"/>
                <a:cs typeface="Segoe UI"/>
              </a:defRPr>
            </a:lvl6pPr>
            <a:lvl7pPr>
              <a:defRPr sz="2100" b="1">
                <a:solidFill>
                  <a:srgbClr val="50B8E8"/>
                </a:solidFill>
                <a:latin typeface="Segoe UI"/>
                <a:ea typeface="Segoe UI"/>
                <a:cs typeface="Segoe UI"/>
              </a:defRPr>
            </a:lvl7pPr>
            <a:lvl8pPr>
              <a:defRPr sz="2100" b="1">
                <a:solidFill>
                  <a:srgbClr val="50B8E8"/>
                </a:solidFill>
                <a:latin typeface="Segoe UI"/>
                <a:ea typeface="Segoe UI"/>
                <a:cs typeface="Segoe UI"/>
              </a:defRPr>
            </a:lvl8pPr>
            <a:lvl9pPr>
              <a:defRPr sz="2100" b="1">
                <a:solidFill>
                  <a:srgbClr val="50B8E8"/>
                </a:solidFill>
                <a:latin typeface="Segoe UI"/>
                <a:ea typeface="Segoe UI"/>
                <a:cs typeface="Segoe UI"/>
              </a:defRPr>
            </a:lvl9pPr>
          </a:lstStyle>
          <a:p xmlns:a="http://schemas.openxmlformats.org/drawingml/2006/main">
            <a:pPr>
              <a:defRPr sz="2100" b="1">
                <a:solidFill>
                  <a:srgbClr val="50B8E8"/>
                </a:solidFill>
                <a:latin typeface="Segoe UI"/>
                <a:ea typeface="Segoe UI"/>
                <a:cs typeface="Segoe UI"/>
              </a:defRPr>
            </a:pPr>
            <a:r>
              <a:rPr sz="2100" b="1">
                <a:solidFill>
                  <a:srgbClr val="50B8E8"/>
                </a:solidFill>
                <a:latin typeface="Segoe UI"/>
                <a:ea typeface="Segoe UI"/>
                <a:cs typeface="Segoe UI"/>
              </a:rPr>
              <a:t>API access</a:t>
            </a:r>
          </a:p>
        </p:txBody>
      </p:sp>
      <p:sp>
        <p:nvSpPr>
          <p:cNvPr id="10" name="APIOps content">
            <a:extLst xmlns:a="http://schemas.openxmlformats.org/drawingml/2006/main">
              <a:ext uri="{FF2B5EF4-FFF2-40B4-BE49-F238E27FC236}">
                <a16:creationId xmlns:a16="http://schemas.microsoft.com/office/drawing/2014/main" id="{A96690EA-503F-4B6C-ACC7-535E678C8E30}"/>
              </a:ext>
            </a:extLst>
          </p:cNvPr>
          <p:cNvSpPr>
            <a:spLocks xmlns:a="http://schemas.openxmlformats.org/drawingml/2006/main" noGrp="1"/>
          </p:cNvSpPr>
          <p:nvPr/>
        </p:nvSpPr>
        <p:spPr>
          <a:xfrm xmlns:a="http://schemas.openxmlformats.org/drawingml/2006/main">
            <a:off x="3714750" y="38671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FFFFF"/>
                </a:solidFill>
                <a:latin typeface="Segoe UI"/>
                <a:ea typeface="Segoe UI"/>
                <a:cs typeface="Segoe UI"/>
              </a:defRPr>
            </a:defPPr>
            <a:lvl1pPr>
              <a:defRPr sz="1800" b="0">
                <a:solidFill>
                  <a:srgbClr val="FFFFFF"/>
                </a:solidFill>
                <a:latin typeface="Segoe UI"/>
                <a:ea typeface="Segoe UI"/>
                <a:cs typeface="Segoe UI"/>
              </a:defRPr>
            </a:lvl1pPr>
            <a:lvl2pPr>
              <a:defRPr sz="1800" b="0">
                <a:solidFill>
                  <a:srgbClr val="FFFFFF"/>
                </a:solidFill>
                <a:latin typeface="Segoe UI"/>
                <a:ea typeface="Segoe UI"/>
                <a:cs typeface="Segoe UI"/>
              </a:defRPr>
            </a:lvl2pPr>
            <a:lvl3pPr>
              <a:defRPr sz="1800" b="0">
                <a:solidFill>
                  <a:srgbClr val="FFFFFF"/>
                </a:solidFill>
                <a:latin typeface="Segoe UI"/>
                <a:ea typeface="Segoe UI"/>
                <a:cs typeface="Segoe UI"/>
              </a:defRPr>
            </a:lvl3pPr>
            <a:lvl4pPr>
              <a:defRPr sz="1800" b="0">
                <a:solidFill>
                  <a:srgbClr val="FFFFFF"/>
                </a:solidFill>
                <a:latin typeface="Segoe UI"/>
                <a:ea typeface="Segoe UI"/>
                <a:cs typeface="Segoe UI"/>
              </a:defRPr>
            </a:lvl4pPr>
            <a:lvl5pPr>
              <a:defRPr sz="1800" b="0">
                <a:solidFill>
                  <a:srgbClr val="FFFFFF"/>
                </a:solidFill>
                <a:latin typeface="Segoe UI"/>
                <a:ea typeface="Segoe UI"/>
                <a:cs typeface="Segoe UI"/>
              </a:defRPr>
            </a:lvl5pPr>
            <a:lvl6pPr>
              <a:defRPr sz="1800" b="0">
                <a:solidFill>
                  <a:srgbClr val="FFFFFF"/>
                </a:solidFill>
                <a:latin typeface="Segoe UI"/>
                <a:ea typeface="Segoe UI"/>
                <a:cs typeface="Segoe UI"/>
              </a:defRPr>
            </a:lvl6pPr>
            <a:lvl7pPr>
              <a:defRPr sz="1800" b="0">
                <a:solidFill>
                  <a:srgbClr val="FFFFFF"/>
                </a:solidFill>
                <a:latin typeface="Segoe UI"/>
                <a:ea typeface="Segoe UI"/>
                <a:cs typeface="Segoe UI"/>
              </a:defRPr>
            </a:lvl7pPr>
            <a:lvl8pPr>
              <a:defRPr sz="1800" b="0">
                <a:solidFill>
                  <a:srgbClr val="FFFFFF"/>
                </a:solidFill>
                <a:latin typeface="Segoe UI"/>
                <a:ea typeface="Segoe UI"/>
                <a:cs typeface="Segoe UI"/>
              </a:defRPr>
            </a:lvl8pPr>
            <a:lvl9pPr>
              <a:defRPr sz="1800" b="0">
                <a:solidFill>
                  <a:srgbClr val="FFFFFF"/>
                </a:solidFill>
                <a:latin typeface="Segoe UI"/>
                <a:ea typeface="Segoe UI"/>
                <a:cs typeface="Segoe UI"/>
              </a:defRPr>
            </a:lvl9pPr>
          </a:lstStyle>
          <a:p xmlns:a="http://schemas.openxmlformats.org/drawingml/2006/main">
            <a:pPr>
              <a:defRPr sz="1800" b="0">
                <a:solidFill>
                  <a:srgbClr val="FFFFFF"/>
                </a:solidFill>
                <a:latin typeface="Segoe UI"/>
                <a:ea typeface="Segoe UI"/>
                <a:cs typeface="Segoe UI"/>
              </a:defRPr>
            </a:pPr>
            <a:r>
              <a:rPr sz="1800" b="0">
                <a:solidFill>
                  <a:srgbClr val="FFFFFF"/>
                </a:solidFill>
                <a:latin typeface="Segoe UI"/>
                <a:ea typeface="Segoe UI"/>
                <a:cs typeface="Segoe UI"/>
              </a:rPr>
              <a:t>Products and tags</a:t>
            </a:r>
          </a:p>
        </p:txBody>
      </p:sp>
      <p:sp>
        <p:nvSpPr>
          <p:cNvPr id="11" name="APIOps content">
            <a:extLst xmlns:a="http://schemas.openxmlformats.org/drawingml/2006/main">
              <a:ext uri="{FF2B5EF4-FFF2-40B4-BE49-F238E27FC236}">
                <a16:creationId xmlns:a16="http://schemas.microsoft.com/office/drawing/2014/main" id="{AD50D437-E2D4-44D5-9E17-569817E1E8C1}"/>
              </a:ext>
            </a:extLst>
          </p:cNvPr>
          <p:cNvSpPr>
            <a:spLocks xmlns:a="http://schemas.openxmlformats.org/drawingml/2006/main" noGrp="1"/>
          </p:cNvSpPr>
          <p:nvPr/>
        </p:nvSpPr>
        <p:spPr>
          <a:xfrm xmlns:a="http://schemas.openxmlformats.org/drawingml/2006/main">
            <a:off x="438150" y="45529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D9D9D6"/>
                </a:solidFill>
                <a:latin typeface="Segoe UI"/>
                <a:ea typeface="Segoe UI"/>
                <a:cs typeface="Segoe UI"/>
              </a:defRPr>
            </a:defPPr>
            <a:lvl1pPr>
              <a:defRPr sz="1275" b="0">
                <a:solidFill>
                  <a:srgbClr val="D9D9D6"/>
                </a:solidFill>
                <a:latin typeface="Segoe UI"/>
                <a:ea typeface="Segoe UI"/>
                <a:cs typeface="Segoe UI"/>
              </a:defRPr>
            </a:lvl1pPr>
            <a:lvl2pPr>
              <a:defRPr sz="1275" b="0">
                <a:solidFill>
                  <a:srgbClr val="D9D9D6"/>
                </a:solidFill>
                <a:latin typeface="Segoe UI"/>
                <a:ea typeface="Segoe UI"/>
                <a:cs typeface="Segoe UI"/>
              </a:defRPr>
            </a:lvl2pPr>
            <a:lvl3pPr>
              <a:defRPr sz="1275" b="0">
                <a:solidFill>
                  <a:srgbClr val="D9D9D6"/>
                </a:solidFill>
                <a:latin typeface="Segoe UI"/>
                <a:ea typeface="Segoe UI"/>
                <a:cs typeface="Segoe UI"/>
              </a:defRPr>
            </a:lvl3pPr>
            <a:lvl4pPr>
              <a:defRPr sz="1275" b="0">
                <a:solidFill>
                  <a:srgbClr val="D9D9D6"/>
                </a:solidFill>
                <a:latin typeface="Segoe UI"/>
                <a:ea typeface="Segoe UI"/>
                <a:cs typeface="Segoe UI"/>
              </a:defRPr>
            </a:lvl4pPr>
            <a:lvl5pPr>
              <a:defRPr sz="1275" b="0">
                <a:solidFill>
                  <a:srgbClr val="D9D9D6"/>
                </a:solidFill>
                <a:latin typeface="Segoe UI"/>
                <a:ea typeface="Segoe UI"/>
                <a:cs typeface="Segoe UI"/>
              </a:defRPr>
            </a:lvl5pPr>
            <a:lvl6pPr>
              <a:defRPr sz="1275" b="0">
                <a:solidFill>
                  <a:srgbClr val="D9D9D6"/>
                </a:solidFill>
                <a:latin typeface="Segoe UI"/>
                <a:ea typeface="Segoe UI"/>
                <a:cs typeface="Segoe UI"/>
              </a:defRPr>
            </a:lvl6pPr>
            <a:lvl7pPr>
              <a:defRPr sz="1275" b="0">
                <a:solidFill>
                  <a:srgbClr val="D9D9D6"/>
                </a:solidFill>
                <a:latin typeface="Segoe UI"/>
                <a:ea typeface="Segoe UI"/>
                <a:cs typeface="Segoe UI"/>
              </a:defRPr>
            </a:lvl7pPr>
            <a:lvl8pPr>
              <a:defRPr sz="1275" b="0">
                <a:solidFill>
                  <a:srgbClr val="D9D9D6"/>
                </a:solidFill>
                <a:latin typeface="Segoe UI"/>
                <a:ea typeface="Segoe UI"/>
                <a:cs typeface="Segoe UI"/>
              </a:defRPr>
            </a:lvl8pPr>
            <a:lvl9pPr>
              <a:defRPr sz="1275" b="0">
                <a:solidFill>
                  <a:srgbClr val="D9D9D6"/>
                </a:solidFill>
                <a:latin typeface="Segoe UI"/>
                <a:ea typeface="Segoe UI"/>
                <a:cs typeface="Segoe UI"/>
              </a:defRPr>
            </a:lvl9pPr>
          </a:lstStyle>
          <a:p xmlns:a="http://schemas.openxmlformats.org/drawingml/2006/main">
            <a:pPr>
              <a:defRPr sz="1275" b="0">
                <a:solidFill>
                  <a:srgbClr val="D9D9D6"/>
                </a:solidFill>
                <a:latin typeface="Segoe UI"/>
                <a:ea typeface="Segoe UI"/>
                <a:cs typeface="Segoe UI"/>
              </a:defRPr>
            </a:pPr>
            <a:r>
              <a:rPr sz="1275" b="0">
                <a:solidFill>
                  <a:srgbClr val="D9D9D6"/>
                </a:solidFill>
                <a:latin typeface="Segoe UI"/>
                <a:ea typeface="Segoe UI"/>
                <a:cs typeface="Segoe UI"/>
              </a:rPr>
              <a:t>Also documented: workspaces, versions, subscriptions, loggers and diagnostics.</a:t>
            </a:r>
          </a:p>
        </p:txBody>
      </p:sp>
    </p:spTree>
    <p:extLst>
      <p:ext uri="{BB962C8B-B14F-4D97-AF65-F5344CB8AC3E}">
        <p14:creationId xmlns:p14="http://schemas.microsoft.com/office/powerpoint/2010/main" val="90996401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2">
            <a:extLst xmlns:a="http://schemas.openxmlformats.org/drawingml/2006/main">
              <a:ext uri="{FF2B5EF4-FFF2-40B4-BE49-F238E27FC236}">
                <a16:creationId xmlns:a16="http://schemas.microsoft.com/office/drawing/2014/main" id="{F260F77E-464D-46F7-A8F8-6F281DAB0C7A}"/>
              </a:ext>
            </a:extLst>
          </p:cNvPr>
          <p:cNvSpPr>
            <a:spLocks xmlns:a="http://schemas.openxmlformats.org/drawingml/2006/main" noGrp="1"/>
          </p:cNvSpPr>
          <p:nvPr>
            <p:ph type="title" idx="0"/>
          </p:nvPr>
        </p:nvSpPr>
        <p:spPr>
          <a:xfrm xmlns:a="http://schemas.openxmlformats.org/drawingml/2006/main">
            <a:off x="438150" y="342900"/>
            <a:ext cx="8258175" cy="411480"/>
          </a:xfrm>
        </p:spPr>
        <p:txBody>
          <a:bodyPr xmlns:a="http://schemas.openxmlformats.org/drawingml/2006/main" lIns="0" tIns="0" rIns="0" bIns="0" anchor="t">
            <a:spAutoFit/>
          </a:bodyPr>
          <a:lstStyle xmlns:a="http://schemas.openxmlformats.org/drawingml/2006/main">
            <a:defPPr>
              <a:defRPr sz="2700" b="1">
                <a:solidFill>
                  <a:srgbClr val="FFFFFF"/>
                </a:solidFill>
                <a:latin typeface="Segoe UI"/>
                <a:ea typeface="Segoe UI"/>
                <a:cs typeface="Segoe UI"/>
              </a:defRPr>
            </a:defPPr>
            <a:lvl1pPr>
              <a:defRPr sz="2700" b="1">
                <a:solidFill>
                  <a:srgbClr val="FFFFFF"/>
                </a:solidFill>
                <a:latin typeface="Segoe UI"/>
                <a:ea typeface="Segoe UI"/>
                <a:cs typeface="Segoe UI"/>
              </a:defRPr>
            </a:lvl1pPr>
            <a:lvl2pPr>
              <a:defRPr sz="2700" b="1">
                <a:solidFill>
                  <a:srgbClr val="FFFFFF"/>
                </a:solidFill>
                <a:latin typeface="Segoe UI"/>
                <a:ea typeface="Segoe UI"/>
                <a:cs typeface="Segoe UI"/>
              </a:defRPr>
            </a:lvl2pPr>
            <a:lvl3pPr>
              <a:defRPr sz="2700" b="1">
                <a:solidFill>
                  <a:srgbClr val="FFFFFF"/>
                </a:solidFill>
                <a:latin typeface="Segoe UI"/>
                <a:ea typeface="Segoe UI"/>
                <a:cs typeface="Segoe UI"/>
              </a:defRPr>
            </a:lvl3pPr>
            <a:lvl4pPr>
              <a:defRPr sz="2700" b="1">
                <a:solidFill>
                  <a:srgbClr val="FFFFFF"/>
                </a:solidFill>
                <a:latin typeface="Segoe UI"/>
                <a:ea typeface="Segoe UI"/>
                <a:cs typeface="Segoe UI"/>
              </a:defRPr>
            </a:lvl4pPr>
            <a:lvl5pPr>
              <a:defRPr sz="2700" b="1">
                <a:solidFill>
                  <a:srgbClr val="FFFFFF"/>
                </a:solidFill>
                <a:latin typeface="Segoe UI"/>
                <a:ea typeface="Segoe UI"/>
                <a:cs typeface="Segoe UI"/>
              </a:defRPr>
            </a:lvl5pPr>
            <a:lvl6pPr>
              <a:defRPr sz="2700" b="1">
                <a:solidFill>
                  <a:srgbClr val="FFFFFF"/>
                </a:solidFill>
                <a:latin typeface="Segoe UI"/>
                <a:ea typeface="Segoe UI"/>
                <a:cs typeface="Segoe UI"/>
              </a:defRPr>
            </a:lvl6pPr>
            <a:lvl7pPr>
              <a:defRPr sz="2700" b="1">
                <a:solidFill>
                  <a:srgbClr val="FFFFFF"/>
                </a:solidFill>
                <a:latin typeface="Segoe UI"/>
                <a:ea typeface="Segoe UI"/>
                <a:cs typeface="Segoe UI"/>
              </a:defRPr>
            </a:lvl7pPr>
            <a:lvl8pPr>
              <a:defRPr sz="2700" b="1">
                <a:solidFill>
                  <a:srgbClr val="FFFFFF"/>
                </a:solidFill>
                <a:latin typeface="Segoe UI"/>
                <a:ea typeface="Segoe UI"/>
                <a:cs typeface="Segoe UI"/>
              </a:defRPr>
            </a:lvl8pPr>
            <a:lvl9pPr>
              <a:defRPr sz="2700" b="1">
                <a:solidFill>
                  <a:srgbClr val="FFFFFF"/>
                </a:solidFill>
                <a:latin typeface="Segoe UI"/>
                <a:ea typeface="Segoe UI"/>
                <a:cs typeface="Segoe UI"/>
              </a:defRPr>
            </a:lvl9pPr>
          </a:lstStyle>
          <a:p xmlns:a="http://schemas.openxmlformats.org/drawingml/2006/main">
            <a:pPr>
              <a:defRPr sz="2700" b="1">
                <a:solidFill>
                  <a:srgbClr val="FFFFFF"/>
                </a:solidFill>
                <a:latin typeface="Segoe UI"/>
                <a:ea typeface="Segoe UI"/>
                <a:cs typeface="Segoe UI"/>
              </a:defRPr>
            </a:pPr>
            <a:r>
              <a:rPr sz="2700" b="1">
                <a:solidFill>
                  <a:srgbClr val="FFFFFF"/>
                </a:solidFill>
                <a:latin typeface="Segoe UI"/>
                <a:ea typeface="Segoe UI"/>
                <a:cs typeface="Segoe UI"/>
              </a:rPr>
              <a:t>Where APIOps helps</a:t>
            </a:r>
          </a:p>
        </p:txBody>
      </p:sp>
      <p:sp>
        <p:nvSpPr>
          <p:cNvPr id="3" name="Text Placeholder 11">
            <a:extLst xmlns:a="http://schemas.openxmlformats.org/drawingml/2006/main">
              <a:ext uri="{FF2B5EF4-FFF2-40B4-BE49-F238E27FC236}">
                <a16:creationId xmlns:a16="http://schemas.microsoft.com/office/drawing/2014/main" id="{CB20F198-3776-433D-85A8-C2B6AC6235FF}"/>
              </a:ext>
            </a:extLst>
          </p:cNvPr>
          <p:cNvSpPr>
            <a:spLocks xmlns:a="http://schemas.openxmlformats.org/drawingml/2006/main" noGrp="1"/>
          </p:cNvSpPr>
          <p:nvPr>
            <p:ph type="body" idx="16"/>
          </p:nvPr>
        </p:nvSpPr>
        <p:spPr>
          <a:xfrm xmlns:a="http://schemas.openxmlformats.org/drawingml/2006/main">
            <a:off x="438150" y="1514475"/>
            <a:ext cx="2524125" cy="904875"/>
          </a:xfrm>
        </p:spPr>
        <p:txBody>
          <a:bodyPr xmlns:a="http://schemas.openxmlformats.org/drawingml/2006/main" lIns="0" tIns="0" rIns="0" bIns="0" anchor="t"/>
          <a:lstStyle xmlns:a="http://schemas.openxmlformats.org/drawingml/2006/main">
            <a:defPPr>
              <a:defRPr sz="2250" b="1">
                <a:solidFill>
                  <a:srgbClr val="50B8E8"/>
                </a:solidFill>
                <a:latin typeface="Segoe UI"/>
                <a:ea typeface="Segoe UI"/>
                <a:cs typeface="Segoe UI"/>
              </a:defRPr>
            </a:defPPr>
            <a:lvl1pPr marL="0" indent="0">
              <a:spcBef>
                <a:spcPts val="0"/>
              </a:spcBef>
              <a:buNone/>
              <a:defRPr sz="1650" b="1">
                <a:solidFill>
                  <a:schemeClr val="tx1"/>
                </a:solidFill>
                <a:latin typeface="+mj-lt"/>
                <a:ea typeface="+mj-lt"/>
                <a:cs typeface="+mj-lt"/>
              </a:defRPr>
            </a:lvl1pPr>
            <a:lvl2pPr>
              <a:defRPr sz="2250" b="1">
                <a:solidFill>
                  <a:srgbClr val="50B8E8"/>
                </a:solidFill>
                <a:latin typeface="Segoe UI"/>
                <a:ea typeface="Segoe UI"/>
                <a:cs typeface="Segoe UI"/>
              </a:defRPr>
            </a:lvl2pPr>
            <a:lvl3pPr>
              <a:defRPr sz="2250" b="1">
                <a:solidFill>
                  <a:srgbClr val="50B8E8"/>
                </a:solidFill>
                <a:latin typeface="Segoe UI"/>
                <a:ea typeface="Segoe UI"/>
                <a:cs typeface="Segoe UI"/>
              </a:defRPr>
            </a:lvl3pPr>
            <a:lvl4pPr>
              <a:defRPr sz="2250" b="1">
                <a:solidFill>
                  <a:srgbClr val="50B8E8"/>
                </a:solidFill>
                <a:latin typeface="Segoe UI"/>
                <a:ea typeface="Segoe UI"/>
                <a:cs typeface="Segoe UI"/>
              </a:defRPr>
            </a:lvl4pPr>
            <a:lvl5pPr>
              <a:defRPr sz="2250" b="1">
                <a:solidFill>
                  <a:srgbClr val="50B8E8"/>
                </a:solidFill>
                <a:latin typeface="Segoe UI"/>
                <a:ea typeface="Segoe UI"/>
                <a:cs typeface="Segoe UI"/>
              </a:defRPr>
            </a:lvl5pPr>
            <a:lvl6pPr>
              <a:defRPr sz="2250" b="1">
                <a:solidFill>
                  <a:srgbClr val="50B8E8"/>
                </a:solidFill>
                <a:latin typeface="Segoe UI"/>
                <a:ea typeface="Segoe UI"/>
                <a:cs typeface="Segoe UI"/>
              </a:defRPr>
            </a:lvl6pPr>
            <a:lvl7pPr>
              <a:defRPr sz="2250" b="1">
                <a:solidFill>
                  <a:srgbClr val="50B8E8"/>
                </a:solidFill>
                <a:latin typeface="Segoe UI"/>
                <a:ea typeface="Segoe UI"/>
                <a:cs typeface="Segoe UI"/>
              </a:defRPr>
            </a:lvl7pPr>
            <a:lvl8pPr>
              <a:defRPr sz="2250" b="1">
                <a:solidFill>
                  <a:srgbClr val="50B8E8"/>
                </a:solidFill>
                <a:latin typeface="Segoe UI"/>
                <a:ea typeface="Segoe UI"/>
                <a:cs typeface="Segoe UI"/>
              </a:defRPr>
            </a:lvl8pPr>
            <a:lvl9pPr>
              <a:defRPr sz="2250" b="1">
                <a:solidFill>
                  <a:srgbClr val="50B8E8"/>
                </a:solidFill>
                <a:latin typeface="Segoe UI"/>
                <a:ea typeface="Segoe UI"/>
                <a:cs typeface="Segoe UI"/>
              </a:defRPr>
            </a:lvl9pPr>
          </a:lstStyle>
          <a:p xmlns:a="http://schemas.openxmlformats.org/drawingml/2006/main">
            <a:pPr marL="0" lvl="0" indent="0">
              <a:buNone/>
              <a:defRPr sz="2250" b="1">
                <a:solidFill>
                  <a:srgbClr val="50B8E8"/>
                </a:solidFill>
                <a:latin typeface="Segoe UI"/>
                <a:ea typeface="Segoe UI"/>
                <a:cs typeface="Segoe UI"/>
              </a:defRPr>
            </a:pPr>
            <a:r>
              <a:rPr sz="2250" b="1">
                <a:solidFill>
                  <a:srgbClr val="50B8E8"/>
                </a:solidFill>
                <a:latin typeface="Segoe UI"/>
                <a:ea typeface="Segoe UI"/>
                <a:cs typeface="Segoe UI"/>
              </a:rPr>
              <a:t>Promote</a:t>
            </a:r>
          </a:p>
          <a:p xmlns:a="http://schemas.openxmlformats.org/drawingml/2006/main">
            <a:pPr marL="0" lvl="0" indent="0">
              <a:buNone/>
              <a:defRPr sz="2250" b="1">
                <a:solidFill>
                  <a:srgbClr val="50B8E8"/>
                </a:solidFill>
                <a:latin typeface="Segoe UI"/>
                <a:ea typeface="Segoe UI"/>
                <a:cs typeface="Segoe UI"/>
              </a:defRPr>
            </a:pPr>
            <a:r>
              <a:rPr sz="2250" b="1">
                <a:solidFill>
                  <a:srgbClr val="50B8E8"/>
                </a:solidFill>
                <a:latin typeface="Segoe UI"/>
                <a:ea typeface="Segoe UI"/>
                <a:cs typeface="Segoe UI"/>
              </a:rPr>
              <a:t>a release</a:t>
            </a:r>
          </a:p>
        </p:txBody>
      </p:sp>
      <p:sp>
        <p:nvSpPr>
          <p:cNvPr id="4" name="Text Placeholder 7">
            <a:extLst xmlns:a="http://schemas.openxmlformats.org/drawingml/2006/main">
              <a:ext uri="{FF2B5EF4-FFF2-40B4-BE49-F238E27FC236}">
                <a16:creationId xmlns:a16="http://schemas.microsoft.com/office/drawing/2014/main" id="{97BC59AA-6CF8-4091-8008-21AA9AD8E8B5}"/>
              </a:ext>
            </a:extLst>
          </p:cNvPr>
          <p:cNvSpPr>
            <a:spLocks xmlns:a="http://schemas.openxmlformats.org/drawingml/2006/main" noGrp="1"/>
          </p:cNvSpPr>
          <p:nvPr>
            <p:ph type="body" idx="14"/>
          </p:nvPr>
        </p:nvSpPr>
        <p:spPr>
          <a:xfrm xmlns:a="http://schemas.openxmlformats.org/drawingml/2006/main">
            <a:off x="438150" y="2657475"/>
            <a:ext cx="2524125" cy="822960"/>
          </a:xfrm>
        </p:spPr>
        <p:txBody>
          <a:bodyPr xmlns:a="http://schemas.openxmlformats.org/drawingml/2006/main" wrap="square" lIns="0" tIns="0" rIns="0" bIns="0" anchor="t">
            <a:spAutoFit/>
          </a:bodyPr>
          <a:lstStyle xmlns:a="http://schemas.openxmlformats.org/drawingml/2006/main">
            <a:defPPr>
              <a:defRPr sz="1800" b="0">
                <a:solidFill>
                  <a:srgbClr val="FFFFFF"/>
                </a:solidFill>
                <a:latin typeface="Segoe UI"/>
                <a:ea typeface="Segoe UI"/>
                <a:cs typeface="Segoe UI"/>
              </a:defRPr>
            </a:defPPr>
            <a:lvl1pPr marL="0" indent="0">
              <a:buNone/>
              <a:defRPr sz="1500" b="0">
                <a:solidFill>
                  <a:srgbClr val="FFFFFF"/>
                </a:solidFill>
                <a:latin typeface="Segoe UI"/>
                <a:ea typeface="Segoe UI"/>
                <a:cs typeface="Segoe UI"/>
              </a:defRPr>
            </a:lvl1pPr>
            <a:lvl2pPr marL="0" indent="0">
              <a:buNone/>
              <a:defRPr sz="1350" b="0">
                <a:solidFill>
                  <a:srgbClr val="FFFFFF"/>
                </a:solidFill>
                <a:latin typeface="Segoe UI"/>
                <a:ea typeface="Segoe UI"/>
                <a:cs typeface="Segoe UI"/>
              </a:defRPr>
            </a:lvl2pPr>
            <a:lvl3pPr marL="0" indent="0">
              <a:buNone/>
              <a:defRPr sz="1800" b="0">
                <a:solidFill>
                  <a:srgbClr val="FFFFFF"/>
                </a:solidFill>
                <a:latin typeface="Segoe UI"/>
                <a:ea typeface="Segoe UI"/>
                <a:cs typeface="Segoe UI"/>
              </a:defRPr>
            </a:lvl3pPr>
            <a:lvl4pPr marL="0" indent="0">
              <a:buNone/>
              <a:defRPr sz="1800" b="0">
                <a:solidFill>
                  <a:srgbClr val="FFFFFF"/>
                </a:solidFill>
                <a:latin typeface="Segoe UI"/>
                <a:ea typeface="Segoe UI"/>
                <a:cs typeface="Segoe UI"/>
              </a:defRPr>
            </a:lvl4pPr>
            <a:lvl5pPr marL="0" indent="0">
              <a:buNone/>
              <a:defRPr sz="1800" b="0">
                <a:solidFill>
                  <a:srgbClr val="FFFFFF"/>
                </a:solidFill>
                <a:latin typeface="Segoe UI"/>
                <a:ea typeface="Segoe UI"/>
                <a:cs typeface="Segoe UI"/>
              </a:defRPr>
            </a:lvl5pPr>
            <a:lvl6pPr>
              <a:defRPr sz="1800" b="0">
                <a:solidFill>
                  <a:srgbClr val="FFFFFF"/>
                </a:solidFill>
                <a:latin typeface="Segoe UI"/>
                <a:ea typeface="Segoe UI"/>
                <a:cs typeface="Segoe UI"/>
              </a:defRPr>
            </a:lvl6pPr>
            <a:lvl7pPr>
              <a:defRPr sz="1800" b="0">
                <a:solidFill>
                  <a:srgbClr val="FFFFFF"/>
                </a:solidFill>
                <a:latin typeface="Segoe UI"/>
                <a:ea typeface="Segoe UI"/>
                <a:cs typeface="Segoe UI"/>
              </a:defRPr>
            </a:lvl7pPr>
            <a:lvl8pPr>
              <a:defRPr sz="1800" b="0">
                <a:solidFill>
                  <a:srgbClr val="FFFFFF"/>
                </a:solidFill>
                <a:latin typeface="Segoe UI"/>
                <a:ea typeface="Segoe UI"/>
                <a:cs typeface="Segoe UI"/>
              </a:defRPr>
            </a:lvl8pPr>
            <a:lvl9pPr>
              <a:defRPr sz="1800" b="0">
                <a:solidFill>
                  <a:srgbClr val="FFFFFF"/>
                </a:solidFill>
                <a:latin typeface="Segoe UI"/>
                <a:ea typeface="Segoe UI"/>
                <a:cs typeface="Segoe UI"/>
              </a:defRPr>
            </a:lvl9pPr>
          </a:lstStyle>
          <a:p xmlns:a="http://schemas.openxmlformats.org/drawingml/2006/main">
            <a:pPr marL="0" lvl="0" indent="0">
              <a:buNone/>
              <a:defRPr sz="1800" b="0">
                <a:solidFill>
                  <a:srgbClr val="FFFFFF"/>
                </a:solidFill>
                <a:latin typeface="Segoe UI"/>
                <a:ea typeface="Segoe UI"/>
                <a:cs typeface="Segoe UI"/>
              </a:defRPr>
            </a:pPr>
            <a:r>
              <a:rPr sz="1800" b="0">
                <a:solidFill>
                  <a:srgbClr val="FFFFFF"/>
                </a:solidFill>
                <a:latin typeface="Segoe UI"/>
                <a:ea typeface="Segoe UI"/>
                <a:cs typeface="Segoe UI"/>
              </a:rPr>
              <a:t>Use the same source with dev and QA settings.</a:t>
            </a:r>
          </a:p>
        </p:txBody>
      </p:sp>
      <p:sp>
        <p:nvSpPr>
          <p:cNvPr id="5" name="Text Placeholder 11">
            <a:extLst xmlns:a="http://schemas.openxmlformats.org/drawingml/2006/main">
              <a:ext uri="{FF2B5EF4-FFF2-40B4-BE49-F238E27FC236}">
                <a16:creationId xmlns:a16="http://schemas.microsoft.com/office/drawing/2014/main" id="{BECED387-BA3E-49B2-8F1E-0E371E09E0A4}"/>
              </a:ext>
            </a:extLst>
          </p:cNvPr>
          <p:cNvSpPr>
            <a:spLocks xmlns:a="http://schemas.openxmlformats.org/drawingml/2006/main" noGrp="1"/>
          </p:cNvSpPr>
          <p:nvPr>
            <p:ph type="body" idx="17"/>
          </p:nvPr>
        </p:nvSpPr>
        <p:spPr>
          <a:xfrm xmlns:a="http://schemas.openxmlformats.org/drawingml/2006/main">
            <a:off x="3343275" y="1514475"/>
            <a:ext cx="2524125" cy="904875"/>
          </a:xfrm>
        </p:spPr>
        <p:txBody>
          <a:bodyPr xmlns:a="http://schemas.openxmlformats.org/drawingml/2006/main" lIns="0" tIns="0" rIns="0" bIns="0" anchor="t"/>
          <a:lstStyle xmlns:a="http://schemas.openxmlformats.org/drawingml/2006/main">
            <a:defPPr>
              <a:defRPr sz="2250" b="1">
                <a:solidFill>
                  <a:srgbClr val="50B8E8"/>
                </a:solidFill>
                <a:latin typeface="Segoe UI"/>
                <a:ea typeface="Segoe UI"/>
                <a:cs typeface="Segoe UI"/>
              </a:defRPr>
            </a:defPPr>
            <a:lvl1pPr marL="0" indent="0">
              <a:spcBef>
                <a:spcPts val="0"/>
              </a:spcBef>
              <a:buNone/>
              <a:defRPr sz="1650" b="1">
                <a:solidFill>
                  <a:schemeClr val="tx1"/>
                </a:solidFill>
                <a:latin typeface="+mj-lt"/>
                <a:ea typeface="+mj-lt"/>
                <a:cs typeface="+mj-lt"/>
              </a:defRPr>
            </a:lvl1pPr>
            <a:lvl2pPr>
              <a:defRPr sz="2250" b="1">
                <a:solidFill>
                  <a:srgbClr val="50B8E8"/>
                </a:solidFill>
                <a:latin typeface="Segoe UI"/>
                <a:ea typeface="Segoe UI"/>
                <a:cs typeface="Segoe UI"/>
              </a:defRPr>
            </a:lvl2pPr>
            <a:lvl3pPr>
              <a:defRPr sz="2250" b="1">
                <a:solidFill>
                  <a:srgbClr val="50B8E8"/>
                </a:solidFill>
                <a:latin typeface="Segoe UI"/>
                <a:ea typeface="Segoe UI"/>
                <a:cs typeface="Segoe UI"/>
              </a:defRPr>
            </a:lvl3pPr>
            <a:lvl4pPr>
              <a:defRPr sz="2250" b="1">
                <a:solidFill>
                  <a:srgbClr val="50B8E8"/>
                </a:solidFill>
                <a:latin typeface="Segoe UI"/>
                <a:ea typeface="Segoe UI"/>
                <a:cs typeface="Segoe UI"/>
              </a:defRPr>
            </a:lvl4pPr>
            <a:lvl5pPr>
              <a:defRPr sz="2250" b="1">
                <a:solidFill>
                  <a:srgbClr val="50B8E8"/>
                </a:solidFill>
                <a:latin typeface="Segoe UI"/>
                <a:ea typeface="Segoe UI"/>
                <a:cs typeface="Segoe UI"/>
              </a:defRPr>
            </a:lvl5pPr>
            <a:lvl6pPr>
              <a:defRPr sz="2250" b="1">
                <a:solidFill>
                  <a:srgbClr val="50B8E8"/>
                </a:solidFill>
                <a:latin typeface="Segoe UI"/>
                <a:ea typeface="Segoe UI"/>
                <a:cs typeface="Segoe UI"/>
              </a:defRPr>
            </a:lvl6pPr>
            <a:lvl7pPr>
              <a:defRPr sz="2250" b="1">
                <a:solidFill>
                  <a:srgbClr val="50B8E8"/>
                </a:solidFill>
                <a:latin typeface="Segoe UI"/>
                <a:ea typeface="Segoe UI"/>
                <a:cs typeface="Segoe UI"/>
              </a:defRPr>
            </a:lvl7pPr>
            <a:lvl8pPr>
              <a:defRPr sz="2250" b="1">
                <a:solidFill>
                  <a:srgbClr val="50B8E8"/>
                </a:solidFill>
                <a:latin typeface="Segoe UI"/>
                <a:ea typeface="Segoe UI"/>
                <a:cs typeface="Segoe UI"/>
              </a:defRPr>
            </a:lvl8pPr>
            <a:lvl9pPr>
              <a:defRPr sz="2250" b="1">
                <a:solidFill>
                  <a:srgbClr val="50B8E8"/>
                </a:solidFill>
                <a:latin typeface="Segoe UI"/>
                <a:ea typeface="Segoe UI"/>
                <a:cs typeface="Segoe UI"/>
              </a:defRPr>
            </a:lvl9pPr>
          </a:lstStyle>
          <a:p xmlns:a="http://schemas.openxmlformats.org/drawingml/2006/main">
            <a:pPr marL="0" lvl="0" indent="0">
              <a:buNone/>
              <a:defRPr sz="2250" b="1">
                <a:solidFill>
                  <a:srgbClr val="50B8E8"/>
                </a:solidFill>
                <a:latin typeface="Segoe UI"/>
                <a:ea typeface="Segoe UI"/>
                <a:cs typeface="Segoe UI"/>
              </a:defRPr>
            </a:pPr>
            <a:r>
              <a:rPr sz="2250" b="1">
                <a:solidFill>
                  <a:srgbClr val="50B8E8"/>
                </a:solidFill>
                <a:latin typeface="Segoe UI"/>
                <a:ea typeface="Segoe UI"/>
                <a:cs typeface="Segoe UI"/>
              </a:rPr>
              <a:t>Recover from</a:t>
            </a:r>
          </a:p>
          <a:p xmlns:a="http://schemas.openxmlformats.org/drawingml/2006/main">
            <a:pPr marL="0" lvl="0" indent="0">
              <a:buNone/>
              <a:defRPr sz="2250" b="1">
                <a:solidFill>
                  <a:srgbClr val="50B8E8"/>
                </a:solidFill>
                <a:latin typeface="Segoe UI"/>
                <a:ea typeface="Segoe UI"/>
                <a:cs typeface="Segoe UI"/>
              </a:defRPr>
            </a:pPr>
            <a:r>
              <a:rPr sz="2250" b="1">
                <a:solidFill>
                  <a:srgbClr val="50B8E8"/>
                </a:solidFill>
                <a:latin typeface="Segoe UI"/>
                <a:ea typeface="Segoe UI"/>
                <a:cs typeface="Segoe UI"/>
              </a:rPr>
              <a:t>a bad change</a:t>
            </a:r>
          </a:p>
        </p:txBody>
      </p:sp>
      <p:sp>
        <p:nvSpPr>
          <p:cNvPr id="6" name="Text Placeholder 9">
            <a:extLst xmlns:a="http://schemas.openxmlformats.org/drawingml/2006/main">
              <a:ext uri="{FF2B5EF4-FFF2-40B4-BE49-F238E27FC236}">
                <a16:creationId xmlns:a16="http://schemas.microsoft.com/office/drawing/2014/main" id="{6B26A1CD-81F9-4C2F-896F-E69757C6658C}"/>
              </a:ext>
            </a:extLst>
          </p:cNvPr>
          <p:cNvSpPr>
            <a:spLocks xmlns:a="http://schemas.openxmlformats.org/drawingml/2006/main" noGrp="1"/>
          </p:cNvSpPr>
          <p:nvPr>
            <p:ph type="body" idx="15"/>
          </p:nvPr>
        </p:nvSpPr>
        <p:spPr>
          <a:xfrm xmlns:a="http://schemas.openxmlformats.org/drawingml/2006/main">
            <a:off x="3343275" y="2657475"/>
            <a:ext cx="2524125" cy="548640"/>
          </a:xfrm>
        </p:spPr>
        <p:txBody>
          <a:bodyPr xmlns:a="http://schemas.openxmlformats.org/drawingml/2006/main" wrap="square" lIns="0" tIns="0" rIns="0" bIns="0" anchor="t">
            <a:spAutoFit/>
          </a:bodyPr>
          <a:lstStyle xmlns:a="http://schemas.openxmlformats.org/drawingml/2006/main">
            <a:defPPr>
              <a:defRPr sz="1800" b="0">
                <a:solidFill>
                  <a:srgbClr val="FFFFFF"/>
                </a:solidFill>
                <a:latin typeface="Segoe UI"/>
                <a:ea typeface="Segoe UI"/>
                <a:cs typeface="Segoe UI"/>
              </a:defRPr>
            </a:defPPr>
            <a:lvl1pPr marL="0" indent="0">
              <a:buNone/>
              <a:defRPr sz="1500" b="0">
                <a:solidFill>
                  <a:srgbClr val="FFFFFF"/>
                </a:solidFill>
                <a:latin typeface="Segoe UI"/>
                <a:ea typeface="Segoe UI"/>
                <a:cs typeface="Segoe UI"/>
              </a:defRPr>
            </a:lvl1pPr>
            <a:lvl2pPr marL="0" indent="0">
              <a:buNone/>
              <a:defRPr sz="1350" b="0">
                <a:solidFill>
                  <a:srgbClr val="FFFFFF"/>
                </a:solidFill>
                <a:latin typeface="Segoe UI"/>
                <a:ea typeface="Segoe UI"/>
                <a:cs typeface="Segoe UI"/>
              </a:defRPr>
            </a:lvl2pPr>
            <a:lvl3pPr marL="0" indent="0">
              <a:buNone/>
              <a:defRPr sz="1800" b="0">
                <a:solidFill>
                  <a:srgbClr val="FFFFFF"/>
                </a:solidFill>
                <a:latin typeface="Segoe UI"/>
                <a:ea typeface="Segoe UI"/>
                <a:cs typeface="Segoe UI"/>
              </a:defRPr>
            </a:lvl3pPr>
            <a:lvl4pPr marL="0" indent="0">
              <a:buNone/>
              <a:defRPr sz="1800" b="0">
                <a:solidFill>
                  <a:srgbClr val="FFFFFF"/>
                </a:solidFill>
                <a:latin typeface="Segoe UI"/>
                <a:ea typeface="Segoe UI"/>
                <a:cs typeface="Segoe UI"/>
              </a:defRPr>
            </a:lvl4pPr>
            <a:lvl5pPr marL="0" indent="0">
              <a:buNone/>
              <a:defRPr sz="1800" b="0">
                <a:solidFill>
                  <a:srgbClr val="FFFFFF"/>
                </a:solidFill>
                <a:latin typeface="Segoe UI"/>
                <a:ea typeface="Segoe UI"/>
                <a:cs typeface="Segoe UI"/>
              </a:defRPr>
            </a:lvl5pPr>
            <a:lvl6pPr>
              <a:defRPr sz="1800" b="0">
                <a:solidFill>
                  <a:srgbClr val="FFFFFF"/>
                </a:solidFill>
                <a:latin typeface="Segoe UI"/>
                <a:ea typeface="Segoe UI"/>
                <a:cs typeface="Segoe UI"/>
              </a:defRPr>
            </a:lvl6pPr>
            <a:lvl7pPr>
              <a:defRPr sz="1800" b="0">
                <a:solidFill>
                  <a:srgbClr val="FFFFFF"/>
                </a:solidFill>
                <a:latin typeface="Segoe UI"/>
                <a:ea typeface="Segoe UI"/>
                <a:cs typeface="Segoe UI"/>
              </a:defRPr>
            </a:lvl7pPr>
            <a:lvl8pPr>
              <a:defRPr sz="1800" b="0">
                <a:solidFill>
                  <a:srgbClr val="FFFFFF"/>
                </a:solidFill>
                <a:latin typeface="Segoe UI"/>
                <a:ea typeface="Segoe UI"/>
                <a:cs typeface="Segoe UI"/>
              </a:defRPr>
            </a:lvl8pPr>
            <a:lvl9pPr>
              <a:defRPr sz="1800" b="0">
                <a:solidFill>
                  <a:srgbClr val="FFFFFF"/>
                </a:solidFill>
                <a:latin typeface="Segoe UI"/>
                <a:ea typeface="Segoe UI"/>
                <a:cs typeface="Segoe UI"/>
              </a:defRPr>
            </a:lvl9pPr>
          </a:lstStyle>
          <a:p xmlns:a="http://schemas.openxmlformats.org/drawingml/2006/main">
            <a:pPr marL="0" lvl="0" indent="0">
              <a:buNone/>
              <a:defRPr sz="1800" b="0">
                <a:solidFill>
                  <a:srgbClr val="FFFFFF"/>
                </a:solidFill>
                <a:latin typeface="Segoe UI"/>
                <a:ea typeface="Segoe UI"/>
                <a:cs typeface="Segoe UI"/>
              </a:defRPr>
            </a:pPr>
            <a:r>
              <a:rPr sz="1800" b="0">
                <a:solidFill>
                  <a:srgbClr val="FFFFFF"/>
                </a:solidFill>
                <a:latin typeface="Segoe UI"/>
                <a:ea typeface="Segoe UI"/>
                <a:cs typeface="Segoe UI"/>
              </a:rPr>
              <a:t>Revert the Git change and publish again.</a:t>
            </a:r>
          </a:p>
        </p:txBody>
      </p:sp>
      <p:sp>
        <p:nvSpPr>
          <p:cNvPr id="7" name="Text Placeholder 11">
            <a:extLst xmlns:a="http://schemas.openxmlformats.org/drawingml/2006/main">
              <a:ext uri="{FF2B5EF4-FFF2-40B4-BE49-F238E27FC236}">
                <a16:creationId xmlns:a16="http://schemas.microsoft.com/office/drawing/2014/main" id="{79263A4B-A9A8-4CE5-96A8-6F6EC365E512}"/>
              </a:ext>
            </a:extLst>
          </p:cNvPr>
          <p:cNvSpPr>
            <a:spLocks xmlns:a="http://schemas.openxmlformats.org/drawingml/2006/main" noGrp="1"/>
          </p:cNvSpPr>
          <p:nvPr>
            <p:ph type="body" idx="18"/>
          </p:nvPr>
        </p:nvSpPr>
        <p:spPr>
          <a:xfrm xmlns:a="http://schemas.openxmlformats.org/drawingml/2006/main">
            <a:off x="6248400" y="1514475"/>
            <a:ext cx="2524125" cy="904875"/>
          </a:xfrm>
        </p:spPr>
        <p:txBody>
          <a:bodyPr xmlns:a="http://schemas.openxmlformats.org/drawingml/2006/main" lIns="0" tIns="0" rIns="0" bIns="0" anchor="t"/>
          <a:lstStyle xmlns:a="http://schemas.openxmlformats.org/drawingml/2006/main">
            <a:defPPr>
              <a:defRPr sz="2250" b="1">
                <a:solidFill>
                  <a:srgbClr val="50B8E8"/>
                </a:solidFill>
                <a:latin typeface="Segoe UI"/>
                <a:ea typeface="Segoe UI"/>
                <a:cs typeface="Segoe UI"/>
              </a:defRPr>
            </a:defPPr>
            <a:lvl1pPr marL="0" indent="0">
              <a:spcBef>
                <a:spcPts val="0"/>
              </a:spcBef>
              <a:buNone/>
              <a:defRPr sz="1650" b="1">
                <a:solidFill>
                  <a:schemeClr val="tx1"/>
                </a:solidFill>
                <a:latin typeface="+mj-lt"/>
                <a:ea typeface="+mj-lt"/>
                <a:cs typeface="+mj-lt"/>
              </a:defRPr>
            </a:lvl1pPr>
            <a:lvl2pPr>
              <a:defRPr sz="2250" b="1">
                <a:solidFill>
                  <a:srgbClr val="50B8E8"/>
                </a:solidFill>
                <a:latin typeface="Segoe UI"/>
                <a:ea typeface="Segoe UI"/>
                <a:cs typeface="Segoe UI"/>
              </a:defRPr>
            </a:lvl2pPr>
            <a:lvl3pPr>
              <a:defRPr sz="2250" b="1">
                <a:solidFill>
                  <a:srgbClr val="50B8E8"/>
                </a:solidFill>
                <a:latin typeface="Segoe UI"/>
                <a:ea typeface="Segoe UI"/>
                <a:cs typeface="Segoe UI"/>
              </a:defRPr>
            </a:lvl3pPr>
            <a:lvl4pPr>
              <a:defRPr sz="2250" b="1">
                <a:solidFill>
                  <a:srgbClr val="50B8E8"/>
                </a:solidFill>
                <a:latin typeface="Segoe UI"/>
                <a:ea typeface="Segoe UI"/>
                <a:cs typeface="Segoe UI"/>
              </a:defRPr>
            </a:lvl4pPr>
            <a:lvl5pPr>
              <a:defRPr sz="2250" b="1">
                <a:solidFill>
                  <a:srgbClr val="50B8E8"/>
                </a:solidFill>
                <a:latin typeface="Segoe UI"/>
                <a:ea typeface="Segoe UI"/>
                <a:cs typeface="Segoe UI"/>
              </a:defRPr>
            </a:lvl5pPr>
            <a:lvl6pPr>
              <a:defRPr sz="2250" b="1">
                <a:solidFill>
                  <a:srgbClr val="50B8E8"/>
                </a:solidFill>
                <a:latin typeface="Segoe UI"/>
                <a:ea typeface="Segoe UI"/>
                <a:cs typeface="Segoe UI"/>
              </a:defRPr>
            </a:lvl6pPr>
            <a:lvl7pPr>
              <a:defRPr sz="2250" b="1">
                <a:solidFill>
                  <a:srgbClr val="50B8E8"/>
                </a:solidFill>
                <a:latin typeface="Segoe UI"/>
                <a:ea typeface="Segoe UI"/>
                <a:cs typeface="Segoe UI"/>
              </a:defRPr>
            </a:lvl7pPr>
            <a:lvl8pPr>
              <a:defRPr sz="2250" b="1">
                <a:solidFill>
                  <a:srgbClr val="50B8E8"/>
                </a:solidFill>
                <a:latin typeface="Segoe UI"/>
                <a:ea typeface="Segoe UI"/>
                <a:cs typeface="Segoe UI"/>
              </a:defRPr>
            </a:lvl8pPr>
            <a:lvl9pPr>
              <a:defRPr sz="2250" b="1">
                <a:solidFill>
                  <a:srgbClr val="50B8E8"/>
                </a:solidFill>
                <a:latin typeface="Segoe UI"/>
                <a:ea typeface="Segoe UI"/>
                <a:cs typeface="Segoe UI"/>
              </a:defRPr>
            </a:lvl9pPr>
          </a:lstStyle>
          <a:p xmlns:a="http://schemas.openxmlformats.org/drawingml/2006/main">
            <a:pPr marL="0" lvl="0" indent="0">
              <a:buNone/>
              <a:defRPr sz="2250" b="1">
                <a:solidFill>
                  <a:srgbClr val="50B8E8"/>
                </a:solidFill>
                <a:latin typeface="Segoe UI"/>
                <a:ea typeface="Segoe UI"/>
                <a:cs typeface="Segoe UI"/>
              </a:defRPr>
            </a:pPr>
            <a:r>
              <a:rPr sz="2250" b="1">
                <a:solidFill>
                  <a:srgbClr val="50B8E8"/>
                </a:solidFill>
                <a:latin typeface="Segoe UI"/>
                <a:ea typeface="Segoe UI"/>
                <a:cs typeface="Segoe UI"/>
              </a:rPr>
              <a:t>Bring APIs</a:t>
            </a:r>
          </a:p>
          <a:p xmlns:a="http://schemas.openxmlformats.org/drawingml/2006/main">
            <a:pPr marL="0" lvl="0" indent="0">
              <a:buNone/>
              <a:defRPr sz="2250" b="1">
                <a:solidFill>
                  <a:srgbClr val="50B8E8"/>
                </a:solidFill>
                <a:latin typeface="Segoe UI"/>
                <a:ea typeface="Segoe UI"/>
                <a:cs typeface="Segoe UI"/>
              </a:defRPr>
            </a:pPr>
            <a:r>
              <a:rPr sz="2250" b="1">
                <a:solidFill>
                  <a:srgbClr val="50B8E8"/>
                </a:solidFill>
                <a:latin typeface="Segoe UI"/>
                <a:ea typeface="Segoe UI"/>
                <a:cs typeface="Segoe UI"/>
              </a:rPr>
              <a:t>into Git</a:t>
            </a:r>
          </a:p>
        </p:txBody>
      </p:sp>
      <p:sp>
        <p:nvSpPr>
          <p:cNvPr id="8" name="Text Placeholder 7">
            <a:extLst xmlns:a="http://schemas.openxmlformats.org/drawingml/2006/main">
              <a:ext uri="{FF2B5EF4-FFF2-40B4-BE49-F238E27FC236}">
                <a16:creationId xmlns:a16="http://schemas.microsoft.com/office/drawing/2014/main" id="{2205743D-F71A-4647-9BE4-2900BDA2582B}"/>
              </a:ext>
            </a:extLst>
          </p:cNvPr>
          <p:cNvSpPr>
            <a:spLocks xmlns:a="http://schemas.openxmlformats.org/drawingml/2006/main" noGrp="1"/>
          </p:cNvSpPr>
          <p:nvPr>
            <p:ph type="body" idx="19"/>
          </p:nvPr>
        </p:nvSpPr>
        <p:spPr>
          <a:xfrm xmlns:a="http://schemas.openxmlformats.org/drawingml/2006/main">
            <a:off x="6248400" y="2657475"/>
            <a:ext cx="2524125" cy="548640"/>
          </a:xfrm>
        </p:spPr>
        <p:txBody>
          <a:bodyPr xmlns:a="http://schemas.openxmlformats.org/drawingml/2006/main" wrap="square" lIns="0" tIns="0" rIns="0" bIns="0" anchor="t">
            <a:spAutoFit/>
          </a:bodyPr>
          <a:lstStyle xmlns:a="http://schemas.openxmlformats.org/drawingml/2006/main">
            <a:defPPr>
              <a:defRPr sz="1800" b="0">
                <a:solidFill>
                  <a:srgbClr val="FFFFFF"/>
                </a:solidFill>
                <a:latin typeface="Segoe UI"/>
                <a:ea typeface="Segoe UI"/>
                <a:cs typeface="Segoe UI"/>
              </a:defRPr>
            </a:defPPr>
            <a:lvl1pPr marL="0" indent="0">
              <a:buNone/>
              <a:defRPr sz="1500" b="0">
                <a:solidFill>
                  <a:srgbClr val="FFFFFF"/>
                </a:solidFill>
                <a:latin typeface="Segoe UI"/>
                <a:ea typeface="Segoe UI"/>
                <a:cs typeface="Segoe UI"/>
              </a:defRPr>
            </a:lvl1pPr>
            <a:lvl2pPr marL="0" indent="0">
              <a:buNone/>
              <a:defRPr sz="1350" b="0">
                <a:solidFill>
                  <a:srgbClr val="FFFFFF"/>
                </a:solidFill>
                <a:latin typeface="Segoe UI"/>
                <a:ea typeface="Segoe UI"/>
                <a:cs typeface="Segoe UI"/>
              </a:defRPr>
            </a:lvl2pPr>
            <a:lvl3pPr marL="0" indent="0">
              <a:buNone/>
              <a:defRPr sz="1800" b="0">
                <a:solidFill>
                  <a:srgbClr val="FFFFFF"/>
                </a:solidFill>
                <a:latin typeface="Segoe UI"/>
                <a:ea typeface="Segoe UI"/>
                <a:cs typeface="Segoe UI"/>
              </a:defRPr>
            </a:lvl3pPr>
            <a:lvl4pPr marL="0" indent="0">
              <a:buNone/>
              <a:defRPr sz="1800" b="0">
                <a:solidFill>
                  <a:srgbClr val="FFFFFF"/>
                </a:solidFill>
                <a:latin typeface="Segoe UI"/>
                <a:ea typeface="Segoe UI"/>
                <a:cs typeface="Segoe UI"/>
              </a:defRPr>
            </a:lvl4pPr>
            <a:lvl5pPr marL="0" indent="0">
              <a:buNone/>
              <a:defRPr sz="1800" b="0">
                <a:solidFill>
                  <a:srgbClr val="FFFFFF"/>
                </a:solidFill>
                <a:latin typeface="Segoe UI"/>
                <a:ea typeface="Segoe UI"/>
                <a:cs typeface="Segoe UI"/>
              </a:defRPr>
            </a:lvl5pPr>
            <a:lvl6pPr>
              <a:defRPr sz="1800" b="0">
                <a:solidFill>
                  <a:srgbClr val="FFFFFF"/>
                </a:solidFill>
                <a:latin typeface="Segoe UI"/>
                <a:ea typeface="Segoe UI"/>
                <a:cs typeface="Segoe UI"/>
              </a:defRPr>
            </a:lvl6pPr>
            <a:lvl7pPr>
              <a:defRPr sz="1800" b="0">
                <a:solidFill>
                  <a:srgbClr val="FFFFFF"/>
                </a:solidFill>
                <a:latin typeface="Segoe UI"/>
                <a:ea typeface="Segoe UI"/>
                <a:cs typeface="Segoe UI"/>
              </a:defRPr>
            </a:lvl7pPr>
            <a:lvl8pPr>
              <a:defRPr sz="1800" b="0">
                <a:solidFill>
                  <a:srgbClr val="FFFFFF"/>
                </a:solidFill>
                <a:latin typeface="Segoe UI"/>
                <a:ea typeface="Segoe UI"/>
                <a:cs typeface="Segoe UI"/>
              </a:defRPr>
            </a:lvl8pPr>
            <a:lvl9pPr>
              <a:defRPr sz="1800" b="0">
                <a:solidFill>
                  <a:srgbClr val="FFFFFF"/>
                </a:solidFill>
                <a:latin typeface="Segoe UI"/>
                <a:ea typeface="Segoe UI"/>
                <a:cs typeface="Segoe UI"/>
              </a:defRPr>
            </a:lvl9pPr>
          </a:lstStyle>
          <a:p xmlns:a="http://schemas.openxmlformats.org/drawingml/2006/main">
            <a:pPr marL="0" lvl="0" indent="0">
              <a:buNone/>
              <a:defRPr sz="1800" b="0">
                <a:solidFill>
                  <a:srgbClr val="FFFFFF"/>
                </a:solidFill>
                <a:latin typeface="Segoe UI"/>
                <a:ea typeface="Segoe UI"/>
                <a:cs typeface="Segoe UI"/>
              </a:defRPr>
            </a:pPr>
            <a:r>
              <a:rPr sz="1800" b="0">
                <a:solidFill>
                  <a:srgbClr val="FFFFFF"/>
                </a:solidFill>
                <a:latin typeface="Segoe UI"/>
                <a:ea typeface="Segoe UI"/>
                <a:cs typeface="Segoe UI"/>
              </a:rPr>
              <a:t>Extract a baseline, then review future changes.</a:t>
            </a:r>
          </a:p>
        </p:txBody>
      </p:sp>
    </p:spTree>
    <p:extLst>
      <p:ext uri="{BB962C8B-B14F-4D97-AF65-F5344CB8AC3E}">
        <p14:creationId xmlns:p14="http://schemas.microsoft.com/office/powerpoint/2010/main" val="163657008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876633-3E8D-4CF4-A5D4-D4E9D88A6DE0}"/>
              </a:ext>
            </a:extLst>
          </p:cNvPr>
          <p:cNvSpPr>
            <a:spLocks xmlns:a="http://schemas.openxmlformats.org/drawingml/2006/main" noGrp="1"/>
          </p:cNvSpPr>
          <p:nvPr>
            <p:ph type="title" idx="0"/>
          </p:nvPr>
        </p:nvSpPr>
        <p:spPr>
          <a:xfrm xmlns:a="http://schemas.openxmlformats.org/drawingml/2006/main">
            <a:off x="438150" y="342900"/>
            <a:ext cx="8258175" cy="411480"/>
          </a:xfrm>
        </p:spPr>
        <p:txBody>
          <a:bodyPr xmlns:a="http://schemas.openxmlformats.org/drawingml/2006/main" lIns="0" tIns="0" rIns="0" bIns="0" anchor="t">
            <a:spAutoFit/>
          </a:bodyPr>
          <a:lstStyle xmlns:a="http://schemas.openxmlformats.org/drawingml/2006/main">
            <a:defPPr>
              <a:defRPr sz="2700" b="1">
                <a:solidFill>
                  <a:srgbClr val="FFFFFF"/>
                </a:solidFill>
                <a:latin typeface="Segoe UI"/>
                <a:ea typeface="Segoe UI"/>
                <a:cs typeface="Segoe UI"/>
              </a:defRPr>
            </a:defPPr>
            <a:lvl1pPr marL="0" indent="0">
              <a:buNone/>
              <a:defRPr sz="2700" b="1">
                <a:solidFill>
                  <a:srgbClr val="FFFFFF"/>
                </a:solidFill>
                <a:latin typeface="Segoe UI"/>
                <a:ea typeface="Segoe UI"/>
                <a:cs typeface="Segoe UI"/>
              </a:defRPr>
            </a:lvl1pPr>
            <a:lvl2pPr>
              <a:defRPr sz="2700" b="1">
                <a:solidFill>
                  <a:srgbClr val="FFFFFF"/>
                </a:solidFill>
                <a:latin typeface="Segoe UI"/>
                <a:ea typeface="Segoe UI"/>
                <a:cs typeface="Segoe UI"/>
              </a:defRPr>
            </a:lvl2pPr>
            <a:lvl3pPr>
              <a:defRPr sz="2700" b="1">
                <a:solidFill>
                  <a:srgbClr val="FFFFFF"/>
                </a:solidFill>
                <a:latin typeface="Segoe UI"/>
                <a:ea typeface="Segoe UI"/>
                <a:cs typeface="Segoe UI"/>
              </a:defRPr>
            </a:lvl3pPr>
            <a:lvl4pPr>
              <a:defRPr sz="2700" b="1">
                <a:solidFill>
                  <a:srgbClr val="FFFFFF"/>
                </a:solidFill>
                <a:latin typeface="Segoe UI"/>
                <a:ea typeface="Segoe UI"/>
                <a:cs typeface="Segoe UI"/>
              </a:defRPr>
            </a:lvl4pPr>
            <a:lvl5pPr>
              <a:defRPr sz="2700" b="1">
                <a:solidFill>
                  <a:srgbClr val="FFFFFF"/>
                </a:solidFill>
                <a:latin typeface="Segoe UI"/>
                <a:ea typeface="Segoe UI"/>
                <a:cs typeface="Segoe UI"/>
              </a:defRPr>
            </a:lvl5pPr>
            <a:lvl6pPr>
              <a:defRPr sz="2700" b="1">
                <a:solidFill>
                  <a:srgbClr val="FFFFFF"/>
                </a:solidFill>
                <a:latin typeface="Segoe UI"/>
                <a:ea typeface="Segoe UI"/>
                <a:cs typeface="Segoe UI"/>
              </a:defRPr>
            </a:lvl6pPr>
            <a:lvl7pPr>
              <a:defRPr sz="2700" b="1">
                <a:solidFill>
                  <a:srgbClr val="FFFFFF"/>
                </a:solidFill>
                <a:latin typeface="Segoe UI"/>
                <a:ea typeface="Segoe UI"/>
                <a:cs typeface="Segoe UI"/>
              </a:defRPr>
            </a:lvl7pPr>
            <a:lvl8pPr>
              <a:defRPr sz="2700" b="1">
                <a:solidFill>
                  <a:srgbClr val="FFFFFF"/>
                </a:solidFill>
                <a:latin typeface="Segoe UI"/>
                <a:ea typeface="Segoe UI"/>
                <a:cs typeface="Segoe UI"/>
              </a:defRPr>
            </a:lvl8pPr>
            <a:lvl9pPr>
              <a:defRPr sz="2700" b="1">
                <a:solidFill>
                  <a:srgbClr val="FFFFFF"/>
                </a:solidFill>
                <a:latin typeface="Segoe UI"/>
                <a:ea typeface="Segoe UI"/>
                <a:cs typeface="Segoe UI"/>
              </a:defRPr>
            </a:lvl9pPr>
          </a:lstStyle>
          <a:p xmlns:a="http://schemas.openxmlformats.org/drawingml/2006/main">
            <a:pPr>
              <a:defRPr sz="2700" b="1">
                <a:solidFill>
                  <a:srgbClr val="FFFFFF"/>
                </a:solidFill>
                <a:latin typeface="Segoe UI"/>
                <a:ea typeface="Segoe UI"/>
                <a:cs typeface="Segoe UI"/>
              </a:defRPr>
            </a:pPr>
            <a:r>
              <a:rPr sz="2700" b="1">
                <a:solidFill>
                  <a:srgbClr val="FFFFFF"/>
                </a:solidFill>
                <a:latin typeface="Segoe UI"/>
                <a:ea typeface="Segoe UI"/>
                <a:cs typeface="Segoe UI"/>
              </a:rPr>
              <a:t>The working demo</a:t>
            </a:r>
          </a:p>
        </p:txBody>
      </p:sp>
      <p:sp>
        <p:nvSpPr>
          <p:cNvPr id="3" name="Text Placeholder 11">
            <a:extLst xmlns:a="http://schemas.openxmlformats.org/drawingml/2006/main">
              <a:ext uri="{FF2B5EF4-FFF2-40B4-BE49-F238E27FC236}">
                <a16:creationId xmlns:a16="http://schemas.microsoft.com/office/drawing/2014/main" id="{C2759870-0BEA-44DC-A414-1C70D04E35CC}"/>
              </a:ext>
            </a:extLst>
          </p:cNvPr>
          <p:cNvSpPr>
            <a:spLocks xmlns:a="http://schemas.openxmlformats.org/drawingml/2006/main" noGrp="1"/>
          </p:cNvSpPr>
          <p:nvPr>
            <p:ph type="body" idx="16"/>
          </p:nvPr>
        </p:nvSpPr>
        <p:spPr>
          <a:xfrm xmlns:a="http://schemas.openxmlformats.org/drawingml/2006/main">
            <a:off x="438150" y="1428750"/>
            <a:ext cx="3905250" cy="457200"/>
          </a:xfrm>
        </p:spPr>
        <p:txBody>
          <a:bodyPr xmlns:a="http://schemas.openxmlformats.org/drawingml/2006/main" lIns="0" tIns="0" rIns="0" bIns="0" anchor="t"/>
          <a:lstStyle xmlns:a="http://schemas.openxmlformats.org/drawingml/2006/main">
            <a:defPPr>
              <a:defRPr sz="2250" b="1">
                <a:solidFill>
                  <a:srgbClr val="50B8E8"/>
                </a:solidFill>
                <a:latin typeface="Segoe UI"/>
                <a:ea typeface="Segoe UI"/>
                <a:cs typeface="Segoe UI"/>
              </a:defRPr>
            </a:defPPr>
            <a:lvl1pPr marL="0" indent="0">
              <a:spcBef>
                <a:spcPts val="0"/>
              </a:spcBef>
              <a:buNone/>
              <a:defRPr sz="2100" b="1">
                <a:solidFill>
                  <a:schemeClr val="tx1"/>
                </a:solidFill>
                <a:latin typeface="+mj-lt"/>
                <a:ea typeface="+mj-lt"/>
                <a:cs typeface="+mj-lt"/>
              </a:defRPr>
            </a:lvl1pPr>
            <a:lvl2pPr>
              <a:defRPr sz="2250" b="1">
                <a:solidFill>
                  <a:srgbClr val="50B8E8"/>
                </a:solidFill>
                <a:latin typeface="Segoe UI"/>
                <a:ea typeface="Segoe UI"/>
                <a:cs typeface="Segoe UI"/>
              </a:defRPr>
            </a:lvl2pPr>
            <a:lvl3pPr>
              <a:defRPr sz="2250" b="1">
                <a:solidFill>
                  <a:srgbClr val="50B8E8"/>
                </a:solidFill>
                <a:latin typeface="Segoe UI"/>
                <a:ea typeface="Segoe UI"/>
                <a:cs typeface="Segoe UI"/>
              </a:defRPr>
            </a:lvl3pPr>
            <a:lvl4pPr>
              <a:defRPr sz="2250" b="1">
                <a:solidFill>
                  <a:srgbClr val="50B8E8"/>
                </a:solidFill>
                <a:latin typeface="Segoe UI"/>
                <a:ea typeface="Segoe UI"/>
                <a:cs typeface="Segoe UI"/>
              </a:defRPr>
            </a:lvl4pPr>
            <a:lvl5pPr>
              <a:defRPr sz="2250" b="1">
                <a:solidFill>
                  <a:srgbClr val="50B8E8"/>
                </a:solidFill>
                <a:latin typeface="Segoe UI"/>
                <a:ea typeface="Segoe UI"/>
                <a:cs typeface="Segoe UI"/>
              </a:defRPr>
            </a:lvl5pPr>
            <a:lvl6pPr>
              <a:defRPr sz="2250" b="1">
                <a:solidFill>
                  <a:srgbClr val="50B8E8"/>
                </a:solidFill>
                <a:latin typeface="Segoe UI"/>
                <a:ea typeface="Segoe UI"/>
                <a:cs typeface="Segoe UI"/>
              </a:defRPr>
            </a:lvl6pPr>
            <a:lvl7pPr>
              <a:defRPr sz="2250" b="1">
                <a:solidFill>
                  <a:srgbClr val="50B8E8"/>
                </a:solidFill>
                <a:latin typeface="Segoe UI"/>
                <a:ea typeface="Segoe UI"/>
                <a:cs typeface="Segoe UI"/>
              </a:defRPr>
            </a:lvl7pPr>
            <a:lvl8pPr>
              <a:defRPr sz="2250" b="1">
                <a:solidFill>
                  <a:srgbClr val="50B8E8"/>
                </a:solidFill>
                <a:latin typeface="Segoe UI"/>
                <a:ea typeface="Segoe UI"/>
                <a:cs typeface="Segoe UI"/>
              </a:defRPr>
            </a:lvl8pPr>
            <a:lvl9pPr>
              <a:defRPr sz="2250" b="1">
                <a:solidFill>
                  <a:srgbClr val="50B8E8"/>
                </a:solidFill>
                <a:latin typeface="Segoe UI"/>
                <a:ea typeface="Segoe UI"/>
                <a:cs typeface="Segoe UI"/>
              </a:defRPr>
            </a:lvl9pPr>
          </a:lstStyle>
          <a:p xmlns:a="http://schemas.openxmlformats.org/drawingml/2006/main">
            <a:pPr marL="0" lvl="0" indent="0">
              <a:buNone/>
              <a:defRPr sz="2250" b="1">
                <a:solidFill>
                  <a:srgbClr val="50B8E8"/>
                </a:solidFill>
                <a:latin typeface="Segoe UI"/>
                <a:ea typeface="Segoe UI"/>
                <a:cs typeface="Segoe UI"/>
              </a:defRPr>
            </a:pPr>
            <a:r>
              <a:rPr sz="2250" b="1">
                <a:solidFill>
                  <a:srgbClr val="50B8E8"/>
                </a:solidFill>
                <a:latin typeface="Segoe UI"/>
                <a:ea typeface="Segoe UI"/>
                <a:cs typeface="Segoe UI"/>
              </a:rPr>
              <a:t>Development</a:t>
            </a:r>
          </a:p>
        </p:txBody>
      </p:sp>
      <p:sp>
        <p:nvSpPr>
          <p:cNvPr id="4" name="Content Placeholder 14">
            <a:extLst xmlns:a="http://schemas.openxmlformats.org/drawingml/2006/main">
              <a:ext uri="{FF2B5EF4-FFF2-40B4-BE49-F238E27FC236}">
                <a16:creationId xmlns:a16="http://schemas.microsoft.com/office/drawing/2014/main" id="{BFEF95FA-F121-4653-B60A-0D068C345462}"/>
              </a:ext>
            </a:extLst>
          </p:cNvPr>
          <p:cNvSpPr>
            <a:spLocks xmlns:a="http://schemas.openxmlformats.org/drawingml/2006/main" noGrp="1"/>
          </p:cNvSpPr>
          <p:nvPr>
            <p:ph idx="11"/>
          </p:nvPr>
        </p:nvSpPr>
        <p:spPr>
          <a:xfrm xmlns:a="http://schemas.openxmlformats.org/drawingml/2006/main">
            <a:off x="438150" y="2076450"/>
            <a:ext cx="3857625" cy="2000250"/>
          </a:xfrm>
        </p:spPr>
        <p:txBody>
          <a:bodyPr xmlns:a="http://schemas.openxmlformats.org/drawingml/2006/main" lIns="0" tIns="0" rIns="0" bIns="0" anchor="t"/>
          <a:lstStyle xmlns:a="http://schemas.openxmlformats.org/drawingml/2006/main">
            <a:defPPr>
              <a:defRPr sz="1950" b="0">
                <a:solidFill>
                  <a:srgbClr val="FFFFFF"/>
                </a:solidFill>
                <a:latin typeface="Segoe UI"/>
                <a:ea typeface="Segoe UI"/>
                <a:cs typeface="Segoe UI"/>
              </a:defRPr>
            </a:defPPr>
            <a:lvl1pPr marL="0" indent="0">
              <a:buNone/>
              <a:defRPr sz="1800" b="0">
                <a:solidFill>
                  <a:srgbClr val="FFFFFF"/>
                </a:solidFill>
                <a:latin typeface="Segoe UI"/>
                <a:ea typeface="Segoe UI"/>
                <a:cs typeface="Segoe UI"/>
              </a:defRPr>
            </a:lvl1pPr>
            <a:lvl2pPr>
              <a:defRPr sz="1950" b="0">
                <a:solidFill>
                  <a:srgbClr val="FFFFFF"/>
                </a:solidFill>
                <a:latin typeface="Segoe UI"/>
                <a:ea typeface="Segoe UI"/>
                <a:cs typeface="Segoe UI"/>
              </a:defRPr>
            </a:lvl2pPr>
            <a:lvl3pPr>
              <a:defRPr sz="1950" b="0">
                <a:solidFill>
                  <a:srgbClr val="FFFFFF"/>
                </a:solidFill>
                <a:latin typeface="Segoe UI"/>
                <a:ea typeface="Segoe UI"/>
                <a:cs typeface="Segoe UI"/>
              </a:defRPr>
            </a:lvl3pPr>
            <a:lvl4pPr>
              <a:defRPr sz="1950" b="0">
                <a:solidFill>
                  <a:srgbClr val="FFFFFF"/>
                </a:solidFill>
                <a:latin typeface="Segoe UI"/>
                <a:ea typeface="Segoe UI"/>
                <a:cs typeface="Segoe UI"/>
              </a:defRPr>
            </a:lvl4pPr>
            <a:lvl5pPr>
              <a:defRPr sz="1950" b="0">
                <a:solidFill>
                  <a:srgbClr val="FFFFFF"/>
                </a:solidFill>
                <a:latin typeface="Segoe UI"/>
                <a:ea typeface="Segoe UI"/>
                <a:cs typeface="Segoe UI"/>
              </a:defRPr>
            </a:lvl5pPr>
            <a:lvl6pPr>
              <a:defRPr sz="1950" b="0">
                <a:solidFill>
                  <a:srgbClr val="FFFFFF"/>
                </a:solidFill>
                <a:latin typeface="Segoe UI"/>
                <a:ea typeface="Segoe UI"/>
                <a:cs typeface="Segoe UI"/>
              </a:defRPr>
            </a:lvl6pPr>
            <a:lvl7pPr>
              <a:defRPr sz="1950" b="0">
                <a:solidFill>
                  <a:srgbClr val="FFFFFF"/>
                </a:solidFill>
                <a:latin typeface="Segoe UI"/>
                <a:ea typeface="Segoe UI"/>
                <a:cs typeface="Segoe UI"/>
              </a:defRPr>
            </a:lvl7pPr>
            <a:lvl8pPr>
              <a:defRPr sz="1950" b="0">
                <a:solidFill>
                  <a:srgbClr val="FFFFFF"/>
                </a:solidFill>
                <a:latin typeface="Segoe UI"/>
                <a:ea typeface="Segoe UI"/>
                <a:cs typeface="Segoe UI"/>
              </a:defRPr>
            </a:lvl8pPr>
            <a:lvl9pPr>
              <a:defRPr sz="1950" b="0">
                <a:solidFill>
                  <a:srgbClr val="FFFFFF"/>
                </a:solidFill>
                <a:latin typeface="Segoe UI"/>
                <a:ea typeface="Segoe UI"/>
                <a:cs typeface="Segoe UI"/>
              </a:defRPr>
            </a:lvl9pPr>
          </a:lstStyle>
          <a:p xmlns:a="http://schemas.openxmlformats.org/drawingml/2006/main">
            <a:pPr marL="0" lvl="0" indent="0">
              <a:buNone/>
              <a:defRPr sz="1950" b="0">
                <a:solidFill>
                  <a:srgbClr val="FFFFFF"/>
                </a:solidFill>
                <a:latin typeface="Segoe UI"/>
                <a:ea typeface="Segoe UI"/>
                <a:cs typeface="Segoe UI"/>
              </a:defRPr>
            </a:pPr>
            <a:r>
              <a:rPr sz="1950" b="0">
                <a:solidFill>
                  <a:srgbClr val="FFFFFF"/>
                </a:solidFill>
                <a:latin typeface="Segoe UI"/>
                <a:ea typeface="Segoe UI"/>
                <a:cs typeface="Segoe UI"/>
              </a:rPr>
              <a:t>/dev/orders/status</a:t>
            </a:r>
          </a:p>
          <a:p xmlns:a="http://schemas.openxmlformats.org/drawingml/2006/main">
            <a:pPr marL="0" lvl="0" indent="0">
              <a:buNone/>
            </a:pPr>
            <a:r>
              <a:t/>
            </a:r>
          </a:p>
          <a:p xmlns:a="http://schemas.openxmlformats.org/drawingml/2006/main">
            <a:pPr marL="0" lvl="0" indent="0">
              <a:buNone/>
              <a:defRPr sz="1950" b="0">
                <a:solidFill>
                  <a:srgbClr val="FFFFFF"/>
                </a:solidFill>
                <a:latin typeface="Segoe UI"/>
                <a:ea typeface="Segoe UI"/>
                <a:cs typeface="Segoe UI"/>
              </a:defRPr>
            </a:pPr>
            <a:r>
              <a:rPr sz="1950" b="0">
                <a:solidFill>
                  <a:srgbClr val="FFFFFF"/>
                </a:solidFill>
                <a:latin typeface="Segoe UI"/>
                <a:ea typeface="Segoe UI"/>
                <a:cs typeface="Segoe UI"/>
              </a:rPr>
              <a:t>Release v1</a:t>
            </a:r>
          </a:p>
          <a:p xmlns:a="http://schemas.openxmlformats.org/drawingml/2006/main">
            <a:pPr marL="0" lvl="0" indent="0">
              <a:buNone/>
              <a:defRPr sz="1950" b="0">
                <a:solidFill>
                  <a:srgbClr val="FFFFFF"/>
                </a:solidFill>
                <a:latin typeface="Segoe UI"/>
                <a:ea typeface="Segoe UI"/>
                <a:cs typeface="Segoe UI"/>
              </a:defRPr>
            </a:pPr>
            <a:r>
              <a:rPr sz="1950" b="0">
                <a:solidFill>
                  <a:srgbClr val="FFFFFF"/>
                </a:solidFill>
                <a:latin typeface="Segoe UI"/>
                <a:ea typeface="Segoe UI"/>
                <a:cs typeface="Segoe UI"/>
              </a:rPr>
              <a:t>After rollback</a:t>
            </a:r>
          </a:p>
        </p:txBody>
      </p:sp>
      <p:sp>
        <p:nvSpPr>
          <p:cNvPr id="5" name="Text Placeholder 11">
            <a:extLst xmlns:a="http://schemas.openxmlformats.org/drawingml/2006/main">
              <a:ext uri="{FF2B5EF4-FFF2-40B4-BE49-F238E27FC236}">
                <a16:creationId xmlns:a16="http://schemas.microsoft.com/office/drawing/2014/main" id="{C327262A-D327-4189-AD22-BAD67CF4AB79}"/>
              </a:ext>
            </a:extLst>
          </p:cNvPr>
          <p:cNvSpPr>
            <a:spLocks xmlns:a="http://schemas.openxmlformats.org/drawingml/2006/main" noGrp="1"/>
          </p:cNvSpPr>
          <p:nvPr>
            <p:ph type="body" idx="17"/>
          </p:nvPr>
        </p:nvSpPr>
        <p:spPr>
          <a:xfrm xmlns:a="http://schemas.openxmlformats.org/drawingml/2006/main">
            <a:off x="4791075" y="1428750"/>
            <a:ext cx="3905250" cy="457200"/>
          </a:xfrm>
        </p:spPr>
        <p:txBody>
          <a:bodyPr xmlns:a="http://schemas.openxmlformats.org/drawingml/2006/main" lIns="0" tIns="0" rIns="0" bIns="0" anchor="t"/>
          <a:lstStyle xmlns:a="http://schemas.openxmlformats.org/drawingml/2006/main">
            <a:defPPr>
              <a:defRPr sz="2250" b="1">
                <a:solidFill>
                  <a:srgbClr val="50B8E8"/>
                </a:solidFill>
                <a:latin typeface="Segoe UI"/>
                <a:ea typeface="Segoe UI"/>
                <a:cs typeface="Segoe UI"/>
              </a:defRPr>
            </a:defPPr>
            <a:lvl1pPr marL="0" indent="0">
              <a:spcBef>
                <a:spcPts val="0"/>
              </a:spcBef>
              <a:buNone/>
              <a:defRPr sz="2100" b="1">
                <a:solidFill>
                  <a:schemeClr val="tx1"/>
                </a:solidFill>
                <a:latin typeface="+mj-lt"/>
                <a:ea typeface="+mj-lt"/>
                <a:cs typeface="+mj-lt"/>
              </a:defRPr>
            </a:lvl1pPr>
            <a:lvl2pPr>
              <a:defRPr sz="2250" b="1">
                <a:solidFill>
                  <a:srgbClr val="50B8E8"/>
                </a:solidFill>
                <a:latin typeface="Segoe UI"/>
                <a:ea typeface="Segoe UI"/>
                <a:cs typeface="Segoe UI"/>
              </a:defRPr>
            </a:lvl2pPr>
            <a:lvl3pPr>
              <a:defRPr sz="2250" b="1">
                <a:solidFill>
                  <a:srgbClr val="50B8E8"/>
                </a:solidFill>
                <a:latin typeface="Segoe UI"/>
                <a:ea typeface="Segoe UI"/>
                <a:cs typeface="Segoe UI"/>
              </a:defRPr>
            </a:lvl3pPr>
            <a:lvl4pPr>
              <a:defRPr sz="2250" b="1">
                <a:solidFill>
                  <a:srgbClr val="50B8E8"/>
                </a:solidFill>
                <a:latin typeface="Segoe UI"/>
                <a:ea typeface="Segoe UI"/>
                <a:cs typeface="Segoe UI"/>
              </a:defRPr>
            </a:lvl4pPr>
            <a:lvl5pPr>
              <a:defRPr sz="2250" b="1">
                <a:solidFill>
                  <a:srgbClr val="50B8E8"/>
                </a:solidFill>
                <a:latin typeface="Segoe UI"/>
                <a:ea typeface="Segoe UI"/>
                <a:cs typeface="Segoe UI"/>
              </a:defRPr>
            </a:lvl5pPr>
            <a:lvl6pPr>
              <a:defRPr sz="2250" b="1">
                <a:solidFill>
                  <a:srgbClr val="50B8E8"/>
                </a:solidFill>
                <a:latin typeface="Segoe UI"/>
                <a:ea typeface="Segoe UI"/>
                <a:cs typeface="Segoe UI"/>
              </a:defRPr>
            </a:lvl6pPr>
            <a:lvl7pPr>
              <a:defRPr sz="2250" b="1">
                <a:solidFill>
                  <a:srgbClr val="50B8E8"/>
                </a:solidFill>
                <a:latin typeface="Segoe UI"/>
                <a:ea typeface="Segoe UI"/>
                <a:cs typeface="Segoe UI"/>
              </a:defRPr>
            </a:lvl7pPr>
            <a:lvl8pPr>
              <a:defRPr sz="2250" b="1">
                <a:solidFill>
                  <a:srgbClr val="50B8E8"/>
                </a:solidFill>
                <a:latin typeface="Segoe UI"/>
                <a:ea typeface="Segoe UI"/>
                <a:cs typeface="Segoe UI"/>
              </a:defRPr>
            </a:lvl8pPr>
            <a:lvl9pPr>
              <a:defRPr sz="2250" b="1">
                <a:solidFill>
                  <a:srgbClr val="50B8E8"/>
                </a:solidFill>
                <a:latin typeface="Segoe UI"/>
                <a:ea typeface="Segoe UI"/>
                <a:cs typeface="Segoe UI"/>
              </a:defRPr>
            </a:lvl9pPr>
          </a:lstStyle>
          <a:p xmlns:a="http://schemas.openxmlformats.org/drawingml/2006/main">
            <a:pPr marL="0" lvl="0" indent="0">
              <a:buNone/>
              <a:defRPr sz="2250" b="1">
                <a:solidFill>
                  <a:srgbClr val="50B8E8"/>
                </a:solidFill>
                <a:latin typeface="Segoe UI"/>
                <a:ea typeface="Segoe UI"/>
                <a:cs typeface="Segoe UI"/>
              </a:defRPr>
            </a:pPr>
            <a:r>
              <a:rPr sz="2250" b="1">
                <a:solidFill>
                  <a:srgbClr val="50B8E8"/>
                </a:solidFill>
                <a:latin typeface="Segoe UI"/>
                <a:ea typeface="Segoe UI"/>
                <a:cs typeface="Segoe UI"/>
              </a:rPr>
              <a:t>QA</a:t>
            </a:r>
          </a:p>
        </p:txBody>
      </p:sp>
      <p:sp>
        <p:nvSpPr>
          <p:cNvPr id="6" name="Content Placeholder 14">
            <a:extLst xmlns:a="http://schemas.openxmlformats.org/drawingml/2006/main">
              <a:ext uri="{FF2B5EF4-FFF2-40B4-BE49-F238E27FC236}">
                <a16:creationId xmlns:a16="http://schemas.microsoft.com/office/drawing/2014/main" id="{47F8EAA9-0E64-4589-A234-BC31685BE7D3}"/>
              </a:ext>
            </a:extLst>
          </p:cNvPr>
          <p:cNvSpPr>
            <a:spLocks xmlns:a="http://schemas.openxmlformats.org/drawingml/2006/main" noGrp="1"/>
          </p:cNvSpPr>
          <p:nvPr>
            <p:ph idx="13"/>
          </p:nvPr>
        </p:nvSpPr>
        <p:spPr>
          <a:xfrm xmlns:a="http://schemas.openxmlformats.org/drawingml/2006/main">
            <a:off x="4791075" y="2076450"/>
            <a:ext cx="3857625" cy="2000250"/>
          </a:xfrm>
        </p:spPr>
        <p:txBody>
          <a:bodyPr xmlns:a="http://schemas.openxmlformats.org/drawingml/2006/main" lIns="0" tIns="0" rIns="0" bIns="0" anchor="t"/>
          <a:lstStyle xmlns:a="http://schemas.openxmlformats.org/drawingml/2006/main">
            <a:defPPr>
              <a:defRPr sz="1950" b="0">
                <a:solidFill>
                  <a:srgbClr val="FFFFFF"/>
                </a:solidFill>
                <a:latin typeface="Segoe UI"/>
                <a:ea typeface="Segoe UI"/>
                <a:cs typeface="Segoe UI"/>
              </a:defRPr>
            </a:defPPr>
            <a:lvl1pPr marL="0" indent="0">
              <a:buNone/>
              <a:defRPr sz="1800" b="0">
                <a:solidFill>
                  <a:srgbClr val="FFFFFF"/>
                </a:solidFill>
                <a:latin typeface="Segoe UI"/>
                <a:ea typeface="Segoe UI"/>
                <a:cs typeface="Segoe UI"/>
              </a:defRPr>
            </a:lvl1pPr>
            <a:lvl2pPr>
              <a:defRPr sz="1950" b="0">
                <a:solidFill>
                  <a:srgbClr val="FFFFFF"/>
                </a:solidFill>
                <a:latin typeface="Segoe UI"/>
                <a:ea typeface="Segoe UI"/>
                <a:cs typeface="Segoe UI"/>
              </a:defRPr>
            </a:lvl2pPr>
            <a:lvl3pPr>
              <a:defRPr sz="1950" b="0">
                <a:solidFill>
                  <a:srgbClr val="FFFFFF"/>
                </a:solidFill>
                <a:latin typeface="Segoe UI"/>
                <a:ea typeface="Segoe UI"/>
                <a:cs typeface="Segoe UI"/>
              </a:defRPr>
            </a:lvl3pPr>
            <a:lvl4pPr>
              <a:defRPr sz="1950" b="0">
                <a:solidFill>
                  <a:srgbClr val="FFFFFF"/>
                </a:solidFill>
                <a:latin typeface="Segoe UI"/>
                <a:ea typeface="Segoe UI"/>
                <a:cs typeface="Segoe UI"/>
              </a:defRPr>
            </a:lvl4pPr>
            <a:lvl5pPr>
              <a:defRPr sz="1950" b="0">
                <a:solidFill>
                  <a:srgbClr val="FFFFFF"/>
                </a:solidFill>
                <a:latin typeface="Segoe UI"/>
                <a:ea typeface="Segoe UI"/>
                <a:cs typeface="Segoe UI"/>
              </a:defRPr>
            </a:lvl5pPr>
            <a:lvl6pPr>
              <a:defRPr sz="1950" b="0">
                <a:solidFill>
                  <a:srgbClr val="FFFFFF"/>
                </a:solidFill>
                <a:latin typeface="Segoe UI"/>
                <a:ea typeface="Segoe UI"/>
                <a:cs typeface="Segoe UI"/>
              </a:defRPr>
            </a:lvl6pPr>
            <a:lvl7pPr>
              <a:defRPr sz="1950" b="0">
                <a:solidFill>
                  <a:srgbClr val="FFFFFF"/>
                </a:solidFill>
                <a:latin typeface="Segoe UI"/>
                <a:ea typeface="Segoe UI"/>
                <a:cs typeface="Segoe UI"/>
              </a:defRPr>
            </a:lvl7pPr>
            <a:lvl8pPr>
              <a:defRPr sz="1950" b="0">
                <a:solidFill>
                  <a:srgbClr val="FFFFFF"/>
                </a:solidFill>
                <a:latin typeface="Segoe UI"/>
                <a:ea typeface="Segoe UI"/>
                <a:cs typeface="Segoe UI"/>
              </a:defRPr>
            </a:lvl8pPr>
            <a:lvl9pPr>
              <a:defRPr sz="1950" b="0">
                <a:solidFill>
                  <a:srgbClr val="FFFFFF"/>
                </a:solidFill>
                <a:latin typeface="Segoe UI"/>
                <a:ea typeface="Segoe UI"/>
                <a:cs typeface="Segoe UI"/>
              </a:defRPr>
            </a:lvl9pPr>
          </a:lstStyle>
          <a:p xmlns:a="http://schemas.openxmlformats.org/drawingml/2006/main">
            <a:pPr marL="0" lvl="0" indent="0">
              <a:buNone/>
              <a:defRPr sz="1950" b="0">
                <a:solidFill>
                  <a:srgbClr val="FFFFFF"/>
                </a:solidFill>
                <a:latin typeface="Segoe UI"/>
                <a:ea typeface="Segoe UI"/>
                <a:cs typeface="Segoe UI"/>
              </a:defRPr>
            </a:pPr>
            <a:r>
              <a:rPr sz="1950" b="0">
                <a:solidFill>
                  <a:srgbClr val="FFFFFF"/>
                </a:solidFill>
                <a:latin typeface="Segoe UI"/>
                <a:ea typeface="Segoe UI"/>
                <a:cs typeface="Segoe UI"/>
              </a:rPr>
              <a:t>/qa/orders/status</a:t>
            </a:r>
          </a:p>
          <a:p xmlns:a="http://schemas.openxmlformats.org/drawingml/2006/main">
            <a:pPr marL="0" lvl="0" indent="0">
              <a:buNone/>
            </a:pPr>
            <a:r>
              <a:t/>
            </a:r>
          </a:p>
          <a:p xmlns:a="http://schemas.openxmlformats.org/drawingml/2006/main">
            <a:pPr marL="0" lvl="0" indent="0">
              <a:buNone/>
              <a:defRPr sz="1950" b="0">
                <a:solidFill>
                  <a:srgbClr val="FFFFFF"/>
                </a:solidFill>
                <a:latin typeface="Segoe UI"/>
                <a:ea typeface="Segoe UI"/>
                <a:cs typeface="Segoe UI"/>
              </a:defRPr>
            </a:pPr>
            <a:r>
              <a:rPr sz="1950" b="0">
                <a:solidFill>
                  <a:srgbClr val="FFFFFF"/>
                </a:solidFill>
                <a:latin typeface="Segoe UI"/>
                <a:ea typeface="Segoe UI"/>
                <a:cs typeface="Segoe UI"/>
              </a:rPr>
              <a:t>Release v2</a:t>
            </a:r>
          </a:p>
          <a:p xmlns:a="http://schemas.openxmlformats.org/drawingml/2006/main">
            <a:pPr marL="0" lvl="0" indent="0">
              <a:buNone/>
              <a:defRPr sz="1950" b="0">
                <a:solidFill>
                  <a:srgbClr val="FFFFFF"/>
                </a:solidFill>
                <a:latin typeface="Segoe UI"/>
                <a:ea typeface="Segoe UI"/>
                <a:cs typeface="Segoe UI"/>
              </a:defRPr>
            </a:pPr>
            <a:r>
              <a:rPr sz="1950" b="0">
                <a:solidFill>
                  <a:srgbClr val="FFFFFF"/>
                </a:solidFill>
                <a:latin typeface="Segoe UI"/>
                <a:ea typeface="Segoe UI"/>
                <a:cs typeface="Segoe UI"/>
              </a:rPr>
              <a:t>Independent settings</a:t>
            </a:r>
          </a:p>
        </p:txBody>
      </p:sp>
      <p:sp>
        <p:nvSpPr>
          <p:cNvPr id="7" name="APIOps content">
            <a:extLst xmlns:a="http://schemas.openxmlformats.org/drawingml/2006/main">
              <a:ext uri="{FF2B5EF4-FFF2-40B4-BE49-F238E27FC236}">
                <a16:creationId xmlns:a16="http://schemas.microsoft.com/office/drawing/2014/main" id="{6118FB7C-E903-4080-959E-271595ECA5E3}"/>
              </a:ext>
            </a:extLst>
          </p:cNvPr>
          <p:cNvSpPr>
            <a:spLocks xmlns:a="http://schemas.openxmlformats.org/drawingml/2006/main" noGrp="1"/>
          </p:cNvSpPr>
          <p:nvPr/>
        </p:nvSpPr>
        <p:spPr>
          <a:xfrm xmlns:a="http://schemas.openxmlformats.org/drawingml/2006/main">
            <a:off x="438150" y="45529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D9D9D6"/>
                </a:solidFill>
                <a:latin typeface="Segoe UI"/>
                <a:ea typeface="Segoe UI"/>
                <a:cs typeface="Segoe UI"/>
              </a:defRPr>
            </a:defPPr>
            <a:lvl1pPr>
              <a:defRPr sz="1275" b="0">
                <a:solidFill>
                  <a:srgbClr val="D9D9D6"/>
                </a:solidFill>
                <a:latin typeface="Segoe UI"/>
                <a:ea typeface="Segoe UI"/>
                <a:cs typeface="Segoe UI"/>
              </a:defRPr>
            </a:lvl1pPr>
            <a:lvl2pPr>
              <a:defRPr sz="1275" b="0">
                <a:solidFill>
                  <a:srgbClr val="D9D9D6"/>
                </a:solidFill>
                <a:latin typeface="Segoe UI"/>
                <a:ea typeface="Segoe UI"/>
                <a:cs typeface="Segoe UI"/>
              </a:defRPr>
            </a:lvl2pPr>
            <a:lvl3pPr>
              <a:defRPr sz="1275" b="0">
                <a:solidFill>
                  <a:srgbClr val="D9D9D6"/>
                </a:solidFill>
                <a:latin typeface="Segoe UI"/>
                <a:ea typeface="Segoe UI"/>
                <a:cs typeface="Segoe UI"/>
              </a:defRPr>
            </a:lvl3pPr>
            <a:lvl4pPr>
              <a:defRPr sz="1275" b="0">
                <a:solidFill>
                  <a:srgbClr val="D9D9D6"/>
                </a:solidFill>
                <a:latin typeface="Segoe UI"/>
                <a:ea typeface="Segoe UI"/>
                <a:cs typeface="Segoe UI"/>
              </a:defRPr>
            </a:lvl4pPr>
            <a:lvl5pPr>
              <a:defRPr sz="1275" b="0">
                <a:solidFill>
                  <a:srgbClr val="D9D9D6"/>
                </a:solidFill>
                <a:latin typeface="Segoe UI"/>
                <a:ea typeface="Segoe UI"/>
                <a:cs typeface="Segoe UI"/>
              </a:defRPr>
            </a:lvl5pPr>
            <a:lvl6pPr>
              <a:defRPr sz="1275" b="0">
                <a:solidFill>
                  <a:srgbClr val="D9D9D6"/>
                </a:solidFill>
                <a:latin typeface="Segoe UI"/>
                <a:ea typeface="Segoe UI"/>
                <a:cs typeface="Segoe UI"/>
              </a:defRPr>
            </a:lvl6pPr>
            <a:lvl7pPr>
              <a:defRPr sz="1275" b="0">
                <a:solidFill>
                  <a:srgbClr val="D9D9D6"/>
                </a:solidFill>
                <a:latin typeface="Segoe UI"/>
                <a:ea typeface="Segoe UI"/>
                <a:cs typeface="Segoe UI"/>
              </a:defRPr>
            </a:lvl7pPr>
            <a:lvl8pPr>
              <a:defRPr sz="1275" b="0">
                <a:solidFill>
                  <a:srgbClr val="D9D9D6"/>
                </a:solidFill>
                <a:latin typeface="Segoe UI"/>
                <a:ea typeface="Segoe UI"/>
                <a:cs typeface="Segoe UI"/>
              </a:defRPr>
            </a:lvl8pPr>
            <a:lvl9pPr>
              <a:defRPr sz="1275" b="0">
                <a:solidFill>
                  <a:srgbClr val="D9D9D6"/>
                </a:solidFill>
                <a:latin typeface="Segoe UI"/>
                <a:ea typeface="Segoe UI"/>
                <a:cs typeface="Segoe UI"/>
              </a:defRPr>
            </a:lvl9pPr>
          </a:lstStyle>
          <a:p xmlns:a="http://schemas.openxmlformats.org/drawingml/2006/main">
            <a:pPr>
              <a:defRPr sz="1275" b="0">
                <a:solidFill>
                  <a:srgbClr val="D9D9D6"/>
                </a:solidFill>
                <a:latin typeface="Segoe UI"/>
                <a:ea typeface="Segoe UI"/>
                <a:cs typeface="Segoe UI"/>
              </a:defRPr>
            </a:pPr>
            <a:r>
              <a:rPr sz="1275" b="0">
                <a:solidFill>
                  <a:srgbClr val="D9D9D6"/>
                </a:solidFill>
                <a:latin typeface="Segoe UI"/>
                <a:ea typeface="Segoe UI"/>
                <a:cs typeface="Segoe UI"/>
              </a:rPr>
              <a:t>Both returned HTTP 200. One shared APIM instance, with synthetic data.</a:t>
            </a:r>
          </a:p>
        </p:txBody>
      </p:sp>
    </p:spTree>
    <p:extLst>
      <p:ext uri="{BB962C8B-B14F-4D97-AF65-F5344CB8AC3E}">
        <p14:creationId xmlns:p14="http://schemas.microsoft.com/office/powerpoint/2010/main" val="180734552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2">
            <a:extLst xmlns:a="http://schemas.openxmlformats.org/drawingml/2006/main">
              <a:ext uri="{FF2B5EF4-FFF2-40B4-BE49-F238E27FC236}">
                <a16:creationId xmlns:a16="http://schemas.microsoft.com/office/drawing/2014/main" id="{F260F77E-464D-46F7-A8F8-6F281DAB0C7A}"/>
              </a:ext>
            </a:extLst>
          </p:cNvPr>
          <p:cNvSpPr>
            <a:spLocks xmlns:a="http://schemas.openxmlformats.org/drawingml/2006/main" noGrp="1"/>
          </p:cNvSpPr>
          <p:nvPr>
            <p:ph type="title" idx="0"/>
          </p:nvPr>
        </p:nvSpPr>
        <p:spPr>
          <a:xfrm xmlns:a="http://schemas.openxmlformats.org/drawingml/2006/main">
            <a:off x="438150" y="342900"/>
            <a:ext cx="8258175" cy="411480"/>
          </a:xfrm>
        </p:spPr>
        <p:txBody>
          <a:bodyPr xmlns:a="http://schemas.openxmlformats.org/drawingml/2006/main" lIns="0" tIns="0" rIns="0" bIns="0" anchor="t">
            <a:spAutoFit/>
          </a:bodyPr>
          <a:lstStyle xmlns:a="http://schemas.openxmlformats.org/drawingml/2006/main">
            <a:defPPr>
              <a:defRPr sz="2700" b="1">
                <a:solidFill>
                  <a:srgbClr val="FFFFFF"/>
                </a:solidFill>
                <a:latin typeface="Segoe UI"/>
                <a:ea typeface="Segoe UI"/>
                <a:cs typeface="Segoe UI"/>
              </a:defRPr>
            </a:defPPr>
            <a:lvl1pPr>
              <a:defRPr sz="2700" b="1">
                <a:solidFill>
                  <a:srgbClr val="FFFFFF"/>
                </a:solidFill>
                <a:latin typeface="Segoe UI"/>
                <a:ea typeface="Segoe UI"/>
                <a:cs typeface="Segoe UI"/>
              </a:defRPr>
            </a:lvl1pPr>
            <a:lvl2pPr>
              <a:defRPr sz="2700" b="1">
                <a:solidFill>
                  <a:srgbClr val="FFFFFF"/>
                </a:solidFill>
                <a:latin typeface="Segoe UI"/>
                <a:ea typeface="Segoe UI"/>
                <a:cs typeface="Segoe UI"/>
              </a:defRPr>
            </a:lvl2pPr>
            <a:lvl3pPr>
              <a:defRPr sz="2700" b="1">
                <a:solidFill>
                  <a:srgbClr val="FFFFFF"/>
                </a:solidFill>
                <a:latin typeface="Segoe UI"/>
                <a:ea typeface="Segoe UI"/>
                <a:cs typeface="Segoe UI"/>
              </a:defRPr>
            </a:lvl3pPr>
            <a:lvl4pPr>
              <a:defRPr sz="2700" b="1">
                <a:solidFill>
                  <a:srgbClr val="FFFFFF"/>
                </a:solidFill>
                <a:latin typeface="Segoe UI"/>
                <a:ea typeface="Segoe UI"/>
                <a:cs typeface="Segoe UI"/>
              </a:defRPr>
            </a:lvl4pPr>
            <a:lvl5pPr>
              <a:defRPr sz="2700" b="1">
                <a:solidFill>
                  <a:srgbClr val="FFFFFF"/>
                </a:solidFill>
                <a:latin typeface="Segoe UI"/>
                <a:ea typeface="Segoe UI"/>
                <a:cs typeface="Segoe UI"/>
              </a:defRPr>
            </a:lvl5pPr>
            <a:lvl6pPr>
              <a:defRPr sz="2700" b="1">
                <a:solidFill>
                  <a:srgbClr val="FFFFFF"/>
                </a:solidFill>
                <a:latin typeface="Segoe UI"/>
                <a:ea typeface="Segoe UI"/>
                <a:cs typeface="Segoe UI"/>
              </a:defRPr>
            </a:lvl6pPr>
            <a:lvl7pPr>
              <a:defRPr sz="2700" b="1">
                <a:solidFill>
                  <a:srgbClr val="FFFFFF"/>
                </a:solidFill>
                <a:latin typeface="Segoe UI"/>
                <a:ea typeface="Segoe UI"/>
                <a:cs typeface="Segoe UI"/>
              </a:defRPr>
            </a:lvl7pPr>
            <a:lvl8pPr>
              <a:defRPr sz="2700" b="1">
                <a:solidFill>
                  <a:srgbClr val="FFFFFF"/>
                </a:solidFill>
                <a:latin typeface="Segoe UI"/>
                <a:ea typeface="Segoe UI"/>
                <a:cs typeface="Segoe UI"/>
              </a:defRPr>
            </a:lvl8pPr>
            <a:lvl9pPr>
              <a:defRPr sz="2700" b="1">
                <a:solidFill>
                  <a:srgbClr val="FFFFFF"/>
                </a:solidFill>
                <a:latin typeface="Segoe UI"/>
                <a:ea typeface="Segoe UI"/>
                <a:cs typeface="Segoe UI"/>
              </a:defRPr>
            </a:lvl9pPr>
          </a:lstStyle>
          <a:p xmlns:a="http://schemas.openxmlformats.org/drawingml/2006/main">
            <a:pPr>
              <a:defRPr sz="2700" b="1">
                <a:solidFill>
                  <a:srgbClr val="FFFFFF"/>
                </a:solidFill>
                <a:latin typeface="Segoe UI"/>
                <a:ea typeface="Segoe UI"/>
                <a:cs typeface="Segoe UI"/>
              </a:defRPr>
            </a:pPr>
            <a:r>
              <a:rPr sz="2700" b="1">
                <a:solidFill>
                  <a:srgbClr val="FFFFFF"/>
                </a:solidFill>
                <a:latin typeface="Segoe UI"/>
                <a:ea typeface="Segoe UI"/>
                <a:cs typeface="Segoe UI"/>
              </a:rPr>
              <a:t>A release change and rollback</a:t>
            </a:r>
          </a:p>
        </p:txBody>
      </p:sp>
      <p:sp>
        <p:nvSpPr>
          <p:cNvPr id="3" name="Text Placeholder 11">
            <a:extLst xmlns:a="http://schemas.openxmlformats.org/drawingml/2006/main">
              <a:ext uri="{FF2B5EF4-FFF2-40B4-BE49-F238E27FC236}">
                <a16:creationId xmlns:a16="http://schemas.microsoft.com/office/drawing/2014/main" id="{CB20F198-3776-433D-85A8-C2B6AC6235FF}"/>
              </a:ext>
            </a:extLst>
          </p:cNvPr>
          <p:cNvSpPr>
            <a:spLocks xmlns:a="http://schemas.openxmlformats.org/drawingml/2006/main" noGrp="1"/>
          </p:cNvSpPr>
          <p:nvPr>
            <p:ph type="body" idx="16"/>
          </p:nvPr>
        </p:nvSpPr>
        <p:spPr>
          <a:xfrm xmlns:a="http://schemas.openxmlformats.org/drawingml/2006/main">
            <a:off x="438150" y="1390650"/>
            <a:ext cx="2524125" cy="428625"/>
          </a:xfrm>
        </p:spPr>
        <p:txBody>
          <a:bodyPr xmlns:a="http://schemas.openxmlformats.org/drawingml/2006/main" lIns="0" tIns="0" rIns="0" bIns="0" anchor="t"/>
          <a:lstStyle xmlns:a="http://schemas.openxmlformats.org/drawingml/2006/main">
            <a:defPPr>
              <a:defRPr sz="2175" b="1">
                <a:solidFill>
                  <a:srgbClr val="FFFFFF"/>
                </a:solidFill>
                <a:latin typeface="Segoe UI"/>
                <a:ea typeface="Segoe UI"/>
                <a:cs typeface="Segoe UI"/>
              </a:defRPr>
            </a:defPPr>
            <a:lvl1pPr marL="0" indent="0">
              <a:spcBef>
                <a:spcPts val="0"/>
              </a:spcBef>
              <a:buNone/>
              <a:defRPr sz="1650" b="1">
                <a:solidFill>
                  <a:schemeClr val="tx1"/>
                </a:solidFill>
                <a:latin typeface="+mj-lt"/>
                <a:ea typeface="+mj-lt"/>
                <a:cs typeface="+mj-lt"/>
              </a:defRPr>
            </a:lvl1pPr>
            <a:lvl2pPr>
              <a:defRPr sz="2175" b="1">
                <a:solidFill>
                  <a:srgbClr val="FFFFFF"/>
                </a:solidFill>
                <a:latin typeface="Segoe UI"/>
                <a:ea typeface="Segoe UI"/>
                <a:cs typeface="Segoe UI"/>
              </a:defRPr>
            </a:lvl2pPr>
            <a:lvl3pPr>
              <a:defRPr sz="2175" b="1">
                <a:solidFill>
                  <a:srgbClr val="FFFFFF"/>
                </a:solidFill>
                <a:latin typeface="Segoe UI"/>
                <a:ea typeface="Segoe UI"/>
                <a:cs typeface="Segoe UI"/>
              </a:defRPr>
            </a:lvl3pPr>
            <a:lvl4pPr>
              <a:defRPr sz="2175" b="1">
                <a:solidFill>
                  <a:srgbClr val="FFFFFF"/>
                </a:solidFill>
                <a:latin typeface="Segoe UI"/>
                <a:ea typeface="Segoe UI"/>
                <a:cs typeface="Segoe UI"/>
              </a:defRPr>
            </a:lvl4pPr>
            <a:lvl5pPr>
              <a:defRPr sz="2175" b="1">
                <a:solidFill>
                  <a:srgbClr val="FFFFFF"/>
                </a:solidFill>
                <a:latin typeface="Segoe UI"/>
                <a:ea typeface="Segoe UI"/>
                <a:cs typeface="Segoe UI"/>
              </a:defRPr>
            </a:lvl5pPr>
            <a:lvl6pPr>
              <a:defRPr sz="2175" b="1">
                <a:solidFill>
                  <a:srgbClr val="FFFFFF"/>
                </a:solidFill>
                <a:latin typeface="Segoe UI"/>
                <a:ea typeface="Segoe UI"/>
                <a:cs typeface="Segoe UI"/>
              </a:defRPr>
            </a:lvl6pPr>
            <a:lvl7pPr>
              <a:defRPr sz="2175" b="1">
                <a:solidFill>
                  <a:srgbClr val="FFFFFF"/>
                </a:solidFill>
                <a:latin typeface="Segoe UI"/>
                <a:ea typeface="Segoe UI"/>
                <a:cs typeface="Segoe UI"/>
              </a:defRPr>
            </a:lvl7pPr>
            <a:lvl8pPr>
              <a:defRPr sz="2175" b="1">
                <a:solidFill>
                  <a:srgbClr val="FFFFFF"/>
                </a:solidFill>
                <a:latin typeface="Segoe UI"/>
                <a:ea typeface="Segoe UI"/>
                <a:cs typeface="Segoe UI"/>
              </a:defRPr>
            </a:lvl8pPr>
            <a:lvl9pPr>
              <a:defRPr sz="2175" b="1">
                <a:solidFill>
                  <a:srgbClr val="FFFFFF"/>
                </a:solidFill>
                <a:latin typeface="Segoe UI"/>
                <a:ea typeface="Segoe UI"/>
                <a:cs typeface="Segoe UI"/>
              </a:defRPr>
            </a:lvl9pPr>
          </a:lstStyle>
          <a:p xmlns:a="http://schemas.openxmlformats.org/drawingml/2006/main">
            <a:pPr marL="0" lvl="0" indent="0">
              <a:buNone/>
              <a:defRPr sz="2175" b="1">
                <a:solidFill>
                  <a:srgbClr val="FFFFFF"/>
                </a:solidFill>
                <a:latin typeface="Segoe UI"/>
                <a:ea typeface="Segoe UI"/>
                <a:cs typeface="Segoe UI"/>
              </a:defRPr>
            </a:pPr>
            <a:r>
              <a:rPr sz="2175" b="1">
                <a:solidFill>
                  <a:srgbClr val="FFFFFF"/>
                </a:solidFill>
                <a:latin typeface="Segoe UI"/>
                <a:ea typeface="Segoe UI"/>
                <a:cs typeface="Segoe UI"/>
              </a:rPr>
              <a:t>Baseline</a:t>
            </a:r>
          </a:p>
        </p:txBody>
      </p:sp>
      <p:sp>
        <p:nvSpPr>
          <p:cNvPr id="4" name="Text Placeholder 7">
            <a:extLst xmlns:a="http://schemas.openxmlformats.org/drawingml/2006/main">
              <a:ext uri="{FF2B5EF4-FFF2-40B4-BE49-F238E27FC236}">
                <a16:creationId xmlns:a16="http://schemas.microsoft.com/office/drawing/2014/main" id="{97BC59AA-6CF8-4091-8008-21AA9AD8E8B5}"/>
              </a:ext>
            </a:extLst>
          </p:cNvPr>
          <p:cNvSpPr>
            <a:spLocks xmlns:a="http://schemas.openxmlformats.org/drawingml/2006/main" noGrp="1"/>
          </p:cNvSpPr>
          <p:nvPr>
            <p:ph type="body" idx="14"/>
          </p:nvPr>
        </p:nvSpPr>
        <p:spPr>
          <a:xfrm xmlns:a="http://schemas.openxmlformats.org/drawingml/2006/main">
            <a:off x="438150" y="1990725"/>
            <a:ext cx="2524125" cy="914400"/>
          </a:xfrm>
        </p:spPr>
        <p:txBody>
          <a:bodyPr xmlns:a="http://schemas.openxmlformats.org/drawingml/2006/main" wrap="square" lIns="0" tIns="0" rIns="0" bIns="0" anchor="t">
            <a:spAutoFit/>
          </a:bodyPr>
          <a:lstStyle xmlns:a="http://schemas.openxmlformats.org/drawingml/2006/main">
            <a:defPPr>
              <a:defRPr sz="6000" b="1">
                <a:solidFill>
                  <a:srgbClr val="50B8E8"/>
                </a:solidFill>
                <a:latin typeface="Segoe UI"/>
                <a:ea typeface="Segoe UI"/>
                <a:cs typeface="Segoe UI"/>
              </a:defRPr>
            </a:defPPr>
            <a:lvl1pPr marL="0" indent="0">
              <a:buNone/>
              <a:defRPr sz="1500" b="1">
                <a:solidFill>
                  <a:srgbClr val="50B8E8"/>
                </a:solidFill>
                <a:latin typeface="Segoe UI"/>
                <a:ea typeface="Segoe UI"/>
                <a:cs typeface="Segoe UI"/>
              </a:defRPr>
            </a:lvl1pPr>
            <a:lvl2pPr marL="0" indent="0">
              <a:buNone/>
              <a:defRPr sz="1350" b="1">
                <a:solidFill>
                  <a:srgbClr val="50B8E8"/>
                </a:solidFill>
                <a:latin typeface="Segoe UI"/>
                <a:ea typeface="Segoe UI"/>
                <a:cs typeface="Segoe UI"/>
              </a:defRPr>
            </a:lvl2pPr>
            <a:lvl3pPr marL="0" indent="0">
              <a:buNone/>
              <a:defRPr sz="6000" b="1">
                <a:solidFill>
                  <a:srgbClr val="50B8E8"/>
                </a:solidFill>
                <a:latin typeface="Segoe UI"/>
                <a:ea typeface="Segoe UI"/>
                <a:cs typeface="Segoe UI"/>
              </a:defRPr>
            </a:lvl3pPr>
            <a:lvl4pPr marL="0" indent="0">
              <a:buNone/>
              <a:defRPr sz="6000" b="1">
                <a:solidFill>
                  <a:srgbClr val="50B8E8"/>
                </a:solidFill>
                <a:latin typeface="Segoe UI"/>
                <a:ea typeface="Segoe UI"/>
                <a:cs typeface="Segoe UI"/>
              </a:defRPr>
            </a:lvl4pPr>
            <a:lvl5pPr marL="0" indent="0">
              <a:buNone/>
              <a:defRPr sz="6000" b="1">
                <a:solidFill>
                  <a:srgbClr val="50B8E8"/>
                </a:solidFill>
                <a:latin typeface="Segoe UI"/>
                <a:ea typeface="Segoe UI"/>
                <a:cs typeface="Segoe UI"/>
              </a:defRPr>
            </a:lvl5pPr>
            <a:lvl6pPr>
              <a:defRPr sz="6000" b="1">
                <a:solidFill>
                  <a:srgbClr val="50B8E8"/>
                </a:solidFill>
                <a:latin typeface="Segoe UI"/>
                <a:ea typeface="Segoe UI"/>
                <a:cs typeface="Segoe UI"/>
              </a:defRPr>
            </a:lvl6pPr>
            <a:lvl7pPr>
              <a:defRPr sz="6000" b="1">
                <a:solidFill>
                  <a:srgbClr val="50B8E8"/>
                </a:solidFill>
                <a:latin typeface="Segoe UI"/>
                <a:ea typeface="Segoe UI"/>
                <a:cs typeface="Segoe UI"/>
              </a:defRPr>
            </a:lvl7pPr>
            <a:lvl8pPr>
              <a:defRPr sz="6000" b="1">
                <a:solidFill>
                  <a:srgbClr val="50B8E8"/>
                </a:solidFill>
                <a:latin typeface="Segoe UI"/>
                <a:ea typeface="Segoe UI"/>
                <a:cs typeface="Segoe UI"/>
              </a:defRPr>
            </a:lvl8pPr>
            <a:lvl9pPr>
              <a:defRPr sz="6000" b="1">
                <a:solidFill>
                  <a:srgbClr val="50B8E8"/>
                </a:solidFill>
                <a:latin typeface="Segoe UI"/>
                <a:ea typeface="Segoe UI"/>
                <a:cs typeface="Segoe UI"/>
              </a:defRPr>
            </a:lvl9pPr>
          </a:lstStyle>
          <a:p xmlns:a="http://schemas.openxmlformats.org/drawingml/2006/main">
            <a:pPr marL="0" lvl="0" indent="0">
              <a:buNone/>
              <a:defRPr sz="6000" b="1">
                <a:solidFill>
                  <a:srgbClr val="50B8E8"/>
                </a:solidFill>
                <a:latin typeface="Segoe UI"/>
                <a:ea typeface="Segoe UI"/>
                <a:cs typeface="Segoe UI"/>
              </a:defRPr>
            </a:pPr>
            <a:r>
              <a:rPr sz="6000" b="1">
                <a:solidFill>
                  <a:srgbClr val="50B8E8"/>
                </a:solidFill>
                <a:latin typeface="Segoe UI"/>
                <a:ea typeface="Segoe UI"/>
                <a:cs typeface="Segoe UI"/>
              </a:rPr>
              <a:t>v1</a:t>
            </a:r>
          </a:p>
        </p:txBody>
      </p:sp>
      <p:sp>
        <p:nvSpPr>
          <p:cNvPr id="5" name="Text Placeholder 11">
            <a:extLst xmlns:a="http://schemas.openxmlformats.org/drawingml/2006/main">
              <a:ext uri="{FF2B5EF4-FFF2-40B4-BE49-F238E27FC236}">
                <a16:creationId xmlns:a16="http://schemas.microsoft.com/office/drawing/2014/main" id="{BECED387-BA3E-49B2-8F1E-0E371E09E0A4}"/>
              </a:ext>
            </a:extLst>
          </p:cNvPr>
          <p:cNvSpPr>
            <a:spLocks xmlns:a="http://schemas.openxmlformats.org/drawingml/2006/main" noGrp="1"/>
          </p:cNvSpPr>
          <p:nvPr>
            <p:ph type="body" idx="17"/>
          </p:nvPr>
        </p:nvSpPr>
        <p:spPr>
          <a:xfrm xmlns:a="http://schemas.openxmlformats.org/drawingml/2006/main">
            <a:off x="3343275" y="1390650"/>
            <a:ext cx="2524125" cy="428625"/>
          </a:xfrm>
        </p:spPr>
        <p:txBody>
          <a:bodyPr xmlns:a="http://schemas.openxmlformats.org/drawingml/2006/main" lIns="0" tIns="0" rIns="0" bIns="0" anchor="t"/>
          <a:lstStyle xmlns:a="http://schemas.openxmlformats.org/drawingml/2006/main">
            <a:defPPr>
              <a:defRPr sz="2175" b="1">
                <a:solidFill>
                  <a:srgbClr val="FFFFFF"/>
                </a:solidFill>
                <a:latin typeface="Segoe UI"/>
                <a:ea typeface="Segoe UI"/>
                <a:cs typeface="Segoe UI"/>
              </a:defRPr>
            </a:defPPr>
            <a:lvl1pPr marL="0" indent="0">
              <a:spcBef>
                <a:spcPts val="0"/>
              </a:spcBef>
              <a:buNone/>
              <a:defRPr sz="1650" b="1">
                <a:solidFill>
                  <a:schemeClr val="tx1"/>
                </a:solidFill>
                <a:latin typeface="+mj-lt"/>
                <a:ea typeface="+mj-lt"/>
                <a:cs typeface="+mj-lt"/>
              </a:defRPr>
            </a:lvl1pPr>
            <a:lvl2pPr>
              <a:defRPr sz="2175" b="1">
                <a:solidFill>
                  <a:srgbClr val="FFFFFF"/>
                </a:solidFill>
                <a:latin typeface="Segoe UI"/>
                <a:ea typeface="Segoe UI"/>
                <a:cs typeface="Segoe UI"/>
              </a:defRPr>
            </a:lvl2pPr>
            <a:lvl3pPr>
              <a:defRPr sz="2175" b="1">
                <a:solidFill>
                  <a:srgbClr val="FFFFFF"/>
                </a:solidFill>
                <a:latin typeface="Segoe UI"/>
                <a:ea typeface="Segoe UI"/>
                <a:cs typeface="Segoe UI"/>
              </a:defRPr>
            </a:lvl3pPr>
            <a:lvl4pPr>
              <a:defRPr sz="2175" b="1">
                <a:solidFill>
                  <a:srgbClr val="FFFFFF"/>
                </a:solidFill>
                <a:latin typeface="Segoe UI"/>
                <a:ea typeface="Segoe UI"/>
                <a:cs typeface="Segoe UI"/>
              </a:defRPr>
            </a:lvl4pPr>
            <a:lvl5pPr>
              <a:defRPr sz="2175" b="1">
                <a:solidFill>
                  <a:srgbClr val="FFFFFF"/>
                </a:solidFill>
                <a:latin typeface="Segoe UI"/>
                <a:ea typeface="Segoe UI"/>
                <a:cs typeface="Segoe UI"/>
              </a:defRPr>
            </a:lvl5pPr>
            <a:lvl6pPr>
              <a:defRPr sz="2175" b="1">
                <a:solidFill>
                  <a:srgbClr val="FFFFFF"/>
                </a:solidFill>
                <a:latin typeface="Segoe UI"/>
                <a:ea typeface="Segoe UI"/>
                <a:cs typeface="Segoe UI"/>
              </a:defRPr>
            </a:lvl6pPr>
            <a:lvl7pPr>
              <a:defRPr sz="2175" b="1">
                <a:solidFill>
                  <a:srgbClr val="FFFFFF"/>
                </a:solidFill>
                <a:latin typeface="Segoe UI"/>
                <a:ea typeface="Segoe UI"/>
                <a:cs typeface="Segoe UI"/>
              </a:defRPr>
            </a:lvl7pPr>
            <a:lvl8pPr>
              <a:defRPr sz="2175" b="1">
                <a:solidFill>
                  <a:srgbClr val="FFFFFF"/>
                </a:solidFill>
                <a:latin typeface="Segoe UI"/>
                <a:ea typeface="Segoe UI"/>
                <a:cs typeface="Segoe UI"/>
              </a:defRPr>
            </a:lvl8pPr>
            <a:lvl9pPr>
              <a:defRPr sz="2175" b="1">
                <a:solidFill>
                  <a:srgbClr val="FFFFFF"/>
                </a:solidFill>
                <a:latin typeface="Segoe UI"/>
                <a:ea typeface="Segoe UI"/>
                <a:cs typeface="Segoe UI"/>
              </a:defRPr>
            </a:lvl9pPr>
          </a:lstStyle>
          <a:p xmlns:a="http://schemas.openxmlformats.org/drawingml/2006/main">
            <a:pPr marL="0" lvl="0" indent="0">
              <a:buNone/>
              <a:defRPr sz="2175" b="1">
                <a:solidFill>
                  <a:srgbClr val="FFFFFF"/>
                </a:solidFill>
                <a:latin typeface="Segoe UI"/>
                <a:ea typeface="Segoe UI"/>
                <a:cs typeface="Segoe UI"/>
              </a:defRPr>
            </a:pPr>
            <a:r>
              <a:rPr sz="2175" b="1">
                <a:solidFill>
                  <a:srgbClr val="FFFFFF"/>
                </a:solidFill>
                <a:latin typeface="Segoe UI"/>
                <a:ea typeface="Segoe UI"/>
                <a:cs typeface="Segoe UI"/>
              </a:rPr>
              <a:t>Change</a:t>
            </a:r>
          </a:p>
        </p:txBody>
      </p:sp>
      <p:sp>
        <p:nvSpPr>
          <p:cNvPr id="6" name="Text Placeholder 9">
            <a:extLst xmlns:a="http://schemas.openxmlformats.org/drawingml/2006/main">
              <a:ext uri="{FF2B5EF4-FFF2-40B4-BE49-F238E27FC236}">
                <a16:creationId xmlns:a16="http://schemas.microsoft.com/office/drawing/2014/main" id="{6B26A1CD-81F9-4C2F-896F-E69757C6658C}"/>
              </a:ext>
            </a:extLst>
          </p:cNvPr>
          <p:cNvSpPr>
            <a:spLocks xmlns:a="http://schemas.openxmlformats.org/drawingml/2006/main" noGrp="1"/>
          </p:cNvSpPr>
          <p:nvPr>
            <p:ph type="body" idx="15"/>
          </p:nvPr>
        </p:nvSpPr>
        <p:spPr>
          <a:xfrm xmlns:a="http://schemas.openxmlformats.org/drawingml/2006/main">
            <a:off x="3343275" y="1990725"/>
            <a:ext cx="2524125" cy="914400"/>
          </a:xfrm>
        </p:spPr>
        <p:txBody>
          <a:bodyPr xmlns:a="http://schemas.openxmlformats.org/drawingml/2006/main" wrap="square" lIns="0" tIns="0" rIns="0" bIns="0" anchor="t">
            <a:spAutoFit/>
          </a:bodyPr>
          <a:lstStyle xmlns:a="http://schemas.openxmlformats.org/drawingml/2006/main">
            <a:defPPr>
              <a:defRPr sz="6000" b="1">
                <a:solidFill>
                  <a:srgbClr val="50B8E8"/>
                </a:solidFill>
                <a:latin typeface="Segoe UI"/>
                <a:ea typeface="Segoe UI"/>
                <a:cs typeface="Segoe UI"/>
              </a:defRPr>
            </a:defPPr>
            <a:lvl1pPr marL="0" indent="0">
              <a:buNone/>
              <a:defRPr sz="1500" b="1">
                <a:solidFill>
                  <a:srgbClr val="50B8E8"/>
                </a:solidFill>
                <a:latin typeface="Segoe UI"/>
                <a:ea typeface="Segoe UI"/>
                <a:cs typeface="Segoe UI"/>
              </a:defRPr>
            </a:lvl1pPr>
            <a:lvl2pPr marL="0" indent="0">
              <a:buNone/>
              <a:defRPr sz="1350" b="1">
                <a:solidFill>
                  <a:srgbClr val="50B8E8"/>
                </a:solidFill>
                <a:latin typeface="Segoe UI"/>
                <a:ea typeface="Segoe UI"/>
                <a:cs typeface="Segoe UI"/>
              </a:defRPr>
            </a:lvl2pPr>
            <a:lvl3pPr marL="0" indent="0">
              <a:buNone/>
              <a:defRPr sz="6000" b="1">
                <a:solidFill>
                  <a:srgbClr val="50B8E8"/>
                </a:solidFill>
                <a:latin typeface="Segoe UI"/>
                <a:ea typeface="Segoe UI"/>
                <a:cs typeface="Segoe UI"/>
              </a:defRPr>
            </a:lvl3pPr>
            <a:lvl4pPr marL="0" indent="0">
              <a:buNone/>
              <a:defRPr sz="6000" b="1">
                <a:solidFill>
                  <a:srgbClr val="50B8E8"/>
                </a:solidFill>
                <a:latin typeface="Segoe UI"/>
                <a:ea typeface="Segoe UI"/>
                <a:cs typeface="Segoe UI"/>
              </a:defRPr>
            </a:lvl4pPr>
            <a:lvl5pPr marL="0" indent="0">
              <a:buNone/>
              <a:defRPr sz="6000" b="1">
                <a:solidFill>
                  <a:srgbClr val="50B8E8"/>
                </a:solidFill>
                <a:latin typeface="Segoe UI"/>
                <a:ea typeface="Segoe UI"/>
                <a:cs typeface="Segoe UI"/>
              </a:defRPr>
            </a:lvl5pPr>
            <a:lvl6pPr>
              <a:defRPr sz="6000" b="1">
                <a:solidFill>
                  <a:srgbClr val="50B8E8"/>
                </a:solidFill>
                <a:latin typeface="Segoe UI"/>
                <a:ea typeface="Segoe UI"/>
                <a:cs typeface="Segoe UI"/>
              </a:defRPr>
            </a:lvl6pPr>
            <a:lvl7pPr>
              <a:defRPr sz="6000" b="1">
                <a:solidFill>
                  <a:srgbClr val="50B8E8"/>
                </a:solidFill>
                <a:latin typeface="Segoe UI"/>
                <a:ea typeface="Segoe UI"/>
                <a:cs typeface="Segoe UI"/>
              </a:defRPr>
            </a:lvl7pPr>
            <a:lvl8pPr>
              <a:defRPr sz="6000" b="1">
                <a:solidFill>
                  <a:srgbClr val="50B8E8"/>
                </a:solidFill>
                <a:latin typeface="Segoe UI"/>
                <a:ea typeface="Segoe UI"/>
                <a:cs typeface="Segoe UI"/>
              </a:defRPr>
            </a:lvl8pPr>
            <a:lvl9pPr>
              <a:defRPr sz="6000" b="1">
                <a:solidFill>
                  <a:srgbClr val="50B8E8"/>
                </a:solidFill>
                <a:latin typeface="Segoe UI"/>
                <a:ea typeface="Segoe UI"/>
                <a:cs typeface="Segoe UI"/>
              </a:defRPr>
            </a:lvl9pPr>
          </a:lstStyle>
          <a:p xmlns:a="http://schemas.openxmlformats.org/drawingml/2006/main">
            <a:pPr marL="0" lvl="0" indent="0">
              <a:buNone/>
              <a:defRPr sz="6000" b="1">
                <a:solidFill>
                  <a:srgbClr val="50B8E8"/>
                </a:solidFill>
                <a:latin typeface="Segoe UI"/>
                <a:ea typeface="Segoe UI"/>
                <a:cs typeface="Segoe UI"/>
              </a:defRPr>
            </a:pPr>
            <a:r>
              <a:rPr sz="6000" b="1">
                <a:solidFill>
                  <a:srgbClr val="50B8E8"/>
                </a:solidFill>
                <a:latin typeface="Segoe UI"/>
                <a:ea typeface="Segoe UI"/>
                <a:cs typeface="Segoe UI"/>
              </a:rPr>
              <a:t>v2</a:t>
            </a:r>
          </a:p>
        </p:txBody>
      </p:sp>
      <p:sp>
        <p:nvSpPr>
          <p:cNvPr id="7" name="Text Placeholder 11">
            <a:extLst xmlns:a="http://schemas.openxmlformats.org/drawingml/2006/main">
              <a:ext uri="{FF2B5EF4-FFF2-40B4-BE49-F238E27FC236}">
                <a16:creationId xmlns:a16="http://schemas.microsoft.com/office/drawing/2014/main" id="{79263A4B-A9A8-4CE5-96A8-6F6EC365E512}"/>
              </a:ext>
            </a:extLst>
          </p:cNvPr>
          <p:cNvSpPr>
            <a:spLocks xmlns:a="http://schemas.openxmlformats.org/drawingml/2006/main" noGrp="1"/>
          </p:cNvSpPr>
          <p:nvPr>
            <p:ph type="body" idx="18"/>
          </p:nvPr>
        </p:nvSpPr>
        <p:spPr>
          <a:xfrm xmlns:a="http://schemas.openxmlformats.org/drawingml/2006/main">
            <a:off x="6248400" y="1390650"/>
            <a:ext cx="2524125" cy="428625"/>
          </a:xfrm>
        </p:spPr>
        <p:txBody>
          <a:bodyPr xmlns:a="http://schemas.openxmlformats.org/drawingml/2006/main" lIns="0" tIns="0" rIns="0" bIns="0" anchor="t"/>
          <a:lstStyle xmlns:a="http://schemas.openxmlformats.org/drawingml/2006/main">
            <a:defPPr>
              <a:defRPr sz="2175" b="1">
                <a:solidFill>
                  <a:srgbClr val="FFFFFF"/>
                </a:solidFill>
                <a:latin typeface="Segoe UI"/>
                <a:ea typeface="Segoe UI"/>
                <a:cs typeface="Segoe UI"/>
              </a:defRPr>
            </a:defPPr>
            <a:lvl1pPr marL="0" indent="0">
              <a:spcBef>
                <a:spcPts val="0"/>
              </a:spcBef>
              <a:buNone/>
              <a:defRPr sz="1650" b="1">
                <a:solidFill>
                  <a:schemeClr val="tx1"/>
                </a:solidFill>
                <a:latin typeface="+mj-lt"/>
                <a:ea typeface="+mj-lt"/>
                <a:cs typeface="+mj-lt"/>
              </a:defRPr>
            </a:lvl1pPr>
            <a:lvl2pPr>
              <a:defRPr sz="2175" b="1">
                <a:solidFill>
                  <a:srgbClr val="FFFFFF"/>
                </a:solidFill>
                <a:latin typeface="Segoe UI"/>
                <a:ea typeface="Segoe UI"/>
                <a:cs typeface="Segoe UI"/>
              </a:defRPr>
            </a:lvl2pPr>
            <a:lvl3pPr>
              <a:defRPr sz="2175" b="1">
                <a:solidFill>
                  <a:srgbClr val="FFFFFF"/>
                </a:solidFill>
                <a:latin typeface="Segoe UI"/>
                <a:ea typeface="Segoe UI"/>
                <a:cs typeface="Segoe UI"/>
              </a:defRPr>
            </a:lvl3pPr>
            <a:lvl4pPr>
              <a:defRPr sz="2175" b="1">
                <a:solidFill>
                  <a:srgbClr val="FFFFFF"/>
                </a:solidFill>
                <a:latin typeface="Segoe UI"/>
                <a:ea typeface="Segoe UI"/>
                <a:cs typeface="Segoe UI"/>
              </a:defRPr>
            </a:lvl4pPr>
            <a:lvl5pPr>
              <a:defRPr sz="2175" b="1">
                <a:solidFill>
                  <a:srgbClr val="FFFFFF"/>
                </a:solidFill>
                <a:latin typeface="Segoe UI"/>
                <a:ea typeface="Segoe UI"/>
                <a:cs typeface="Segoe UI"/>
              </a:defRPr>
            </a:lvl5pPr>
            <a:lvl6pPr>
              <a:defRPr sz="2175" b="1">
                <a:solidFill>
                  <a:srgbClr val="FFFFFF"/>
                </a:solidFill>
                <a:latin typeface="Segoe UI"/>
                <a:ea typeface="Segoe UI"/>
                <a:cs typeface="Segoe UI"/>
              </a:defRPr>
            </a:lvl6pPr>
            <a:lvl7pPr>
              <a:defRPr sz="2175" b="1">
                <a:solidFill>
                  <a:srgbClr val="FFFFFF"/>
                </a:solidFill>
                <a:latin typeface="Segoe UI"/>
                <a:ea typeface="Segoe UI"/>
                <a:cs typeface="Segoe UI"/>
              </a:defRPr>
            </a:lvl7pPr>
            <a:lvl8pPr>
              <a:defRPr sz="2175" b="1">
                <a:solidFill>
                  <a:srgbClr val="FFFFFF"/>
                </a:solidFill>
                <a:latin typeface="Segoe UI"/>
                <a:ea typeface="Segoe UI"/>
                <a:cs typeface="Segoe UI"/>
              </a:defRPr>
            </a:lvl8pPr>
            <a:lvl9pPr>
              <a:defRPr sz="2175" b="1">
                <a:solidFill>
                  <a:srgbClr val="FFFFFF"/>
                </a:solidFill>
                <a:latin typeface="Segoe UI"/>
                <a:ea typeface="Segoe UI"/>
                <a:cs typeface="Segoe UI"/>
              </a:defRPr>
            </a:lvl9pPr>
          </a:lstStyle>
          <a:p xmlns:a="http://schemas.openxmlformats.org/drawingml/2006/main">
            <a:pPr marL="0" lvl="0" indent="0">
              <a:buNone/>
              <a:defRPr sz="2175" b="1">
                <a:solidFill>
                  <a:srgbClr val="FFFFFF"/>
                </a:solidFill>
                <a:latin typeface="Segoe UI"/>
                <a:ea typeface="Segoe UI"/>
                <a:cs typeface="Segoe UI"/>
              </a:defRPr>
            </a:pPr>
            <a:r>
              <a:rPr sz="2175" b="1">
                <a:solidFill>
                  <a:srgbClr val="FFFFFF"/>
                </a:solidFill>
                <a:latin typeface="Segoe UI"/>
                <a:ea typeface="Segoe UI"/>
                <a:cs typeface="Segoe UI"/>
              </a:rPr>
              <a:t>Rollback</a:t>
            </a:r>
          </a:p>
        </p:txBody>
      </p:sp>
      <p:sp>
        <p:nvSpPr>
          <p:cNvPr id="8" name="Text Placeholder 7">
            <a:extLst xmlns:a="http://schemas.openxmlformats.org/drawingml/2006/main">
              <a:ext uri="{FF2B5EF4-FFF2-40B4-BE49-F238E27FC236}">
                <a16:creationId xmlns:a16="http://schemas.microsoft.com/office/drawing/2014/main" id="{2205743D-F71A-4647-9BE4-2900BDA2582B}"/>
              </a:ext>
            </a:extLst>
          </p:cNvPr>
          <p:cNvSpPr>
            <a:spLocks xmlns:a="http://schemas.openxmlformats.org/drawingml/2006/main" noGrp="1"/>
          </p:cNvSpPr>
          <p:nvPr>
            <p:ph type="body" idx="19"/>
          </p:nvPr>
        </p:nvSpPr>
        <p:spPr>
          <a:xfrm xmlns:a="http://schemas.openxmlformats.org/drawingml/2006/main">
            <a:off x="6248400" y="1990725"/>
            <a:ext cx="2524125" cy="914400"/>
          </a:xfrm>
        </p:spPr>
        <p:txBody>
          <a:bodyPr xmlns:a="http://schemas.openxmlformats.org/drawingml/2006/main" wrap="square" lIns="0" tIns="0" rIns="0" bIns="0" anchor="t">
            <a:spAutoFit/>
          </a:bodyPr>
          <a:lstStyle xmlns:a="http://schemas.openxmlformats.org/drawingml/2006/main">
            <a:defPPr>
              <a:defRPr sz="6000" b="1">
                <a:solidFill>
                  <a:srgbClr val="50B8E8"/>
                </a:solidFill>
                <a:latin typeface="Segoe UI"/>
                <a:ea typeface="Segoe UI"/>
                <a:cs typeface="Segoe UI"/>
              </a:defRPr>
            </a:defPPr>
            <a:lvl1pPr marL="0" indent="0">
              <a:buNone/>
              <a:defRPr sz="1500" b="1">
                <a:solidFill>
                  <a:srgbClr val="50B8E8"/>
                </a:solidFill>
                <a:latin typeface="Segoe UI"/>
                <a:ea typeface="Segoe UI"/>
                <a:cs typeface="Segoe UI"/>
              </a:defRPr>
            </a:lvl1pPr>
            <a:lvl2pPr marL="0" indent="0">
              <a:buNone/>
              <a:defRPr sz="1350" b="1">
                <a:solidFill>
                  <a:srgbClr val="50B8E8"/>
                </a:solidFill>
                <a:latin typeface="Segoe UI"/>
                <a:ea typeface="Segoe UI"/>
                <a:cs typeface="Segoe UI"/>
              </a:defRPr>
            </a:lvl2pPr>
            <a:lvl3pPr marL="0" indent="0">
              <a:buNone/>
              <a:defRPr sz="6000" b="1">
                <a:solidFill>
                  <a:srgbClr val="50B8E8"/>
                </a:solidFill>
                <a:latin typeface="Segoe UI"/>
                <a:ea typeface="Segoe UI"/>
                <a:cs typeface="Segoe UI"/>
              </a:defRPr>
            </a:lvl3pPr>
            <a:lvl4pPr marL="0" indent="0">
              <a:buNone/>
              <a:defRPr sz="6000" b="1">
                <a:solidFill>
                  <a:srgbClr val="50B8E8"/>
                </a:solidFill>
                <a:latin typeface="Segoe UI"/>
                <a:ea typeface="Segoe UI"/>
                <a:cs typeface="Segoe UI"/>
              </a:defRPr>
            </a:lvl4pPr>
            <a:lvl5pPr marL="0" indent="0">
              <a:buNone/>
              <a:defRPr sz="6000" b="1">
                <a:solidFill>
                  <a:srgbClr val="50B8E8"/>
                </a:solidFill>
                <a:latin typeface="Segoe UI"/>
                <a:ea typeface="Segoe UI"/>
                <a:cs typeface="Segoe UI"/>
              </a:defRPr>
            </a:lvl5pPr>
            <a:lvl6pPr>
              <a:defRPr sz="6000" b="1">
                <a:solidFill>
                  <a:srgbClr val="50B8E8"/>
                </a:solidFill>
                <a:latin typeface="Segoe UI"/>
                <a:ea typeface="Segoe UI"/>
                <a:cs typeface="Segoe UI"/>
              </a:defRPr>
            </a:lvl6pPr>
            <a:lvl7pPr>
              <a:defRPr sz="6000" b="1">
                <a:solidFill>
                  <a:srgbClr val="50B8E8"/>
                </a:solidFill>
                <a:latin typeface="Segoe UI"/>
                <a:ea typeface="Segoe UI"/>
                <a:cs typeface="Segoe UI"/>
              </a:defRPr>
            </a:lvl7pPr>
            <a:lvl8pPr>
              <a:defRPr sz="6000" b="1">
                <a:solidFill>
                  <a:srgbClr val="50B8E8"/>
                </a:solidFill>
                <a:latin typeface="Segoe UI"/>
                <a:ea typeface="Segoe UI"/>
                <a:cs typeface="Segoe UI"/>
              </a:defRPr>
            </a:lvl8pPr>
            <a:lvl9pPr>
              <a:defRPr sz="6000" b="1">
                <a:solidFill>
                  <a:srgbClr val="50B8E8"/>
                </a:solidFill>
                <a:latin typeface="Segoe UI"/>
                <a:ea typeface="Segoe UI"/>
                <a:cs typeface="Segoe UI"/>
              </a:defRPr>
            </a:lvl9pPr>
          </a:lstStyle>
          <a:p xmlns:a="http://schemas.openxmlformats.org/drawingml/2006/main">
            <a:pPr marL="0" lvl="0" indent="0">
              <a:buNone/>
              <a:defRPr sz="6000" b="1">
                <a:solidFill>
                  <a:srgbClr val="50B8E8"/>
                </a:solidFill>
                <a:latin typeface="Segoe UI"/>
                <a:ea typeface="Segoe UI"/>
                <a:cs typeface="Segoe UI"/>
              </a:defRPr>
            </a:pPr>
            <a:r>
              <a:rPr sz="6000" b="1">
                <a:solidFill>
                  <a:srgbClr val="50B8E8"/>
                </a:solidFill>
                <a:latin typeface="Segoe UI"/>
                <a:ea typeface="Segoe UI"/>
                <a:cs typeface="Segoe UI"/>
              </a:rPr>
              <a:t>v1</a:t>
            </a:r>
          </a:p>
        </p:txBody>
      </p:sp>
      <p:sp>
        <p:nvSpPr>
          <p:cNvPr id="9" name="APIOps content">
            <a:extLst xmlns:a="http://schemas.openxmlformats.org/drawingml/2006/main">
              <a:ext uri="{FF2B5EF4-FFF2-40B4-BE49-F238E27FC236}">
                <a16:creationId xmlns:a16="http://schemas.microsoft.com/office/drawing/2014/main" id="{B37988F9-3351-45A0-988E-8EA8D44C107B}"/>
              </a:ext>
            </a:extLst>
          </p:cNvPr>
          <p:cNvSpPr>
            <a:spLocks xmlns:a="http://schemas.openxmlformats.org/drawingml/2006/main" noGrp="1"/>
          </p:cNvSpPr>
          <p:nvPr/>
        </p:nvSpPr>
        <p:spPr>
          <a:xfrm xmlns:a="http://schemas.openxmlformats.org/drawingml/2006/main">
            <a:off x="438150" y="3305175"/>
            <a:ext cx="2524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FFFFF"/>
                </a:solidFill>
                <a:latin typeface="Segoe UI"/>
                <a:ea typeface="Segoe UI"/>
                <a:cs typeface="Segoe UI"/>
              </a:defRPr>
            </a:defPPr>
            <a:lvl1pPr>
              <a:defRPr sz="1875" b="0">
                <a:solidFill>
                  <a:srgbClr val="FFFFFF"/>
                </a:solidFill>
                <a:latin typeface="Segoe UI"/>
                <a:ea typeface="Segoe UI"/>
                <a:cs typeface="Segoe UI"/>
              </a:defRPr>
            </a:lvl1pPr>
            <a:lvl2pPr>
              <a:defRPr sz="1875" b="0">
                <a:solidFill>
                  <a:srgbClr val="FFFFFF"/>
                </a:solidFill>
                <a:latin typeface="Segoe UI"/>
                <a:ea typeface="Segoe UI"/>
                <a:cs typeface="Segoe UI"/>
              </a:defRPr>
            </a:lvl2pPr>
            <a:lvl3pPr>
              <a:defRPr sz="1875" b="0">
                <a:solidFill>
                  <a:srgbClr val="FFFFFF"/>
                </a:solidFill>
                <a:latin typeface="Segoe UI"/>
                <a:ea typeface="Segoe UI"/>
                <a:cs typeface="Segoe UI"/>
              </a:defRPr>
            </a:lvl3pPr>
            <a:lvl4pPr>
              <a:defRPr sz="1875" b="0">
                <a:solidFill>
                  <a:srgbClr val="FFFFFF"/>
                </a:solidFill>
                <a:latin typeface="Segoe UI"/>
                <a:ea typeface="Segoe UI"/>
                <a:cs typeface="Segoe UI"/>
              </a:defRPr>
            </a:lvl4pPr>
            <a:lvl5pPr>
              <a:defRPr sz="1875" b="0">
                <a:solidFill>
                  <a:srgbClr val="FFFFFF"/>
                </a:solidFill>
                <a:latin typeface="Segoe UI"/>
                <a:ea typeface="Segoe UI"/>
                <a:cs typeface="Segoe UI"/>
              </a:defRPr>
            </a:lvl5pPr>
            <a:lvl6pPr>
              <a:defRPr sz="1875" b="0">
                <a:solidFill>
                  <a:srgbClr val="FFFFFF"/>
                </a:solidFill>
                <a:latin typeface="Segoe UI"/>
                <a:ea typeface="Segoe UI"/>
                <a:cs typeface="Segoe UI"/>
              </a:defRPr>
            </a:lvl6pPr>
            <a:lvl7pPr>
              <a:defRPr sz="1875" b="0">
                <a:solidFill>
                  <a:srgbClr val="FFFFFF"/>
                </a:solidFill>
                <a:latin typeface="Segoe UI"/>
                <a:ea typeface="Segoe UI"/>
                <a:cs typeface="Segoe UI"/>
              </a:defRPr>
            </a:lvl7pPr>
            <a:lvl8pPr>
              <a:defRPr sz="1875" b="0">
                <a:solidFill>
                  <a:srgbClr val="FFFFFF"/>
                </a:solidFill>
                <a:latin typeface="Segoe UI"/>
                <a:ea typeface="Segoe UI"/>
                <a:cs typeface="Segoe UI"/>
              </a:defRPr>
            </a:lvl8pPr>
            <a:lvl9pPr>
              <a:defRPr sz="1875" b="0">
                <a:solidFill>
                  <a:srgbClr val="FFFFFF"/>
                </a:solidFill>
                <a:latin typeface="Segoe UI"/>
                <a:ea typeface="Segoe UI"/>
                <a:cs typeface="Segoe UI"/>
              </a:defRPr>
            </a:lvl9pPr>
          </a:lstStyle>
          <a:p xmlns:a="http://schemas.openxmlformats.org/drawingml/2006/main">
            <a:pPr>
              <a:defRPr sz="1875" b="0">
                <a:solidFill>
                  <a:srgbClr val="FFFFFF"/>
                </a:solidFill>
                <a:latin typeface="Segoe UI"/>
                <a:ea typeface="Segoe UI"/>
                <a:cs typeface="Segoe UI"/>
              </a:defRPr>
            </a:pPr>
            <a:r>
              <a:rPr sz="1875" b="0">
                <a:solidFill>
                  <a:srgbClr val="FFFFFF"/>
                </a:solidFill>
                <a:latin typeface="Segoe UI"/>
                <a:ea typeface="Segoe UI"/>
                <a:cs typeface="Segoe UI"/>
              </a:rPr>
              <a:t>Publish the API.</a:t>
            </a:r>
          </a:p>
        </p:txBody>
      </p:sp>
      <p:sp>
        <p:nvSpPr>
          <p:cNvPr id="10" name="APIOps content">
            <a:extLst xmlns:a="http://schemas.openxmlformats.org/drawingml/2006/main">
              <a:ext uri="{FF2B5EF4-FFF2-40B4-BE49-F238E27FC236}">
                <a16:creationId xmlns:a16="http://schemas.microsoft.com/office/drawing/2014/main" id="{B90559E6-5CCD-461C-9ADF-22806C5ADE5F}"/>
              </a:ext>
            </a:extLst>
          </p:cNvPr>
          <p:cNvSpPr>
            <a:spLocks xmlns:a="http://schemas.openxmlformats.org/drawingml/2006/main" noGrp="1"/>
          </p:cNvSpPr>
          <p:nvPr/>
        </p:nvSpPr>
        <p:spPr>
          <a:xfrm xmlns:a="http://schemas.openxmlformats.org/drawingml/2006/main">
            <a:off x="3343275" y="3305175"/>
            <a:ext cx="2524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FFFFF"/>
                </a:solidFill>
                <a:latin typeface="Segoe UI"/>
                <a:ea typeface="Segoe UI"/>
                <a:cs typeface="Segoe UI"/>
              </a:defRPr>
            </a:defPPr>
            <a:lvl1pPr>
              <a:defRPr sz="1875" b="0">
                <a:solidFill>
                  <a:srgbClr val="FFFFFF"/>
                </a:solidFill>
                <a:latin typeface="Segoe UI"/>
                <a:ea typeface="Segoe UI"/>
                <a:cs typeface="Segoe UI"/>
              </a:defRPr>
            </a:lvl1pPr>
            <a:lvl2pPr>
              <a:defRPr sz="1875" b="0">
                <a:solidFill>
                  <a:srgbClr val="FFFFFF"/>
                </a:solidFill>
                <a:latin typeface="Segoe UI"/>
                <a:ea typeface="Segoe UI"/>
                <a:cs typeface="Segoe UI"/>
              </a:defRPr>
            </a:lvl2pPr>
            <a:lvl3pPr>
              <a:defRPr sz="1875" b="0">
                <a:solidFill>
                  <a:srgbClr val="FFFFFF"/>
                </a:solidFill>
                <a:latin typeface="Segoe UI"/>
                <a:ea typeface="Segoe UI"/>
                <a:cs typeface="Segoe UI"/>
              </a:defRPr>
            </a:lvl3pPr>
            <a:lvl4pPr>
              <a:defRPr sz="1875" b="0">
                <a:solidFill>
                  <a:srgbClr val="FFFFFF"/>
                </a:solidFill>
                <a:latin typeface="Segoe UI"/>
                <a:ea typeface="Segoe UI"/>
                <a:cs typeface="Segoe UI"/>
              </a:defRPr>
            </a:lvl4pPr>
            <a:lvl5pPr>
              <a:defRPr sz="1875" b="0">
                <a:solidFill>
                  <a:srgbClr val="FFFFFF"/>
                </a:solidFill>
                <a:latin typeface="Segoe UI"/>
                <a:ea typeface="Segoe UI"/>
                <a:cs typeface="Segoe UI"/>
              </a:defRPr>
            </a:lvl5pPr>
            <a:lvl6pPr>
              <a:defRPr sz="1875" b="0">
                <a:solidFill>
                  <a:srgbClr val="FFFFFF"/>
                </a:solidFill>
                <a:latin typeface="Segoe UI"/>
                <a:ea typeface="Segoe UI"/>
                <a:cs typeface="Segoe UI"/>
              </a:defRPr>
            </a:lvl6pPr>
            <a:lvl7pPr>
              <a:defRPr sz="1875" b="0">
                <a:solidFill>
                  <a:srgbClr val="FFFFFF"/>
                </a:solidFill>
                <a:latin typeface="Segoe UI"/>
                <a:ea typeface="Segoe UI"/>
                <a:cs typeface="Segoe UI"/>
              </a:defRPr>
            </a:lvl7pPr>
            <a:lvl8pPr>
              <a:defRPr sz="1875" b="0">
                <a:solidFill>
                  <a:srgbClr val="FFFFFF"/>
                </a:solidFill>
                <a:latin typeface="Segoe UI"/>
                <a:ea typeface="Segoe UI"/>
                <a:cs typeface="Segoe UI"/>
              </a:defRPr>
            </a:lvl8pPr>
            <a:lvl9pPr>
              <a:defRPr sz="1875" b="0">
                <a:solidFill>
                  <a:srgbClr val="FFFFFF"/>
                </a:solidFill>
                <a:latin typeface="Segoe UI"/>
                <a:ea typeface="Segoe UI"/>
                <a:cs typeface="Segoe UI"/>
              </a:defRPr>
            </a:lvl9pPr>
          </a:lstStyle>
          <a:p xmlns:a="http://schemas.openxmlformats.org/drawingml/2006/main">
            <a:pPr>
              <a:defRPr sz="1875" b="0">
                <a:solidFill>
                  <a:srgbClr val="FFFFFF"/>
                </a:solidFill>
                <a:latin typeface="Segoe UI"/>
                <a:ea typeface="Segoe UI"/>
                <a:cs typeface="Segoe UI"/>
              </a:defRPr>
            </a:pPr>
            <a:r>
              <a:rPr sz="1875" b="0">
                <a:solidFill>
                  <a:srgbClr val="FFFFFF"/>
                </a:solidFill>
                <a:latin typeface="Segoe UI"/>
                <a:ea typeface="Segoe UI"/>
                <a:cs typeface="Segoe UI"/>
              </a:rPr>
              <a:t>Commit and publish</a:t>
            </a:r>
          </a:p>
          <a:p xmlns:a="http://schemas.openxmlformats.org/drawingml/2006/main">
            <a:pPr>
              <a:defRPr sz="1875" b="0">
                <a:solidFill>
                  <a:srgbClr val="FFFFFF"/>
                </a:solidFill>
                <a:latin typeface="Segoe UI"/>
                <a:ea typeface="Segoe UI"/>
                <a:cs typeface="Segoe UI"/>
              </a:defRPr>
            </a:pPr>
            <a:r>
              <a:rPr sz="1875" b="0">
                <a:solidFill>
                  <a:srgbClr val="FFFFFF"/>
                </a:solidFill>
                <a:latin typeface="Segoe UI"/>
                <a:ea typeface="Segoe UI"/>
                <a:cs typeface="Segoe UI"/>
              </a:rPr>
              <a:t>one update.</a:t>
            </a:r>
          </a:p>
        </p:txBody>
      </p:sp>
      <p:sp>
        <p:nvSpPr>
          <p:cNvPr id="11" name="APIOps content">
            <a:extLst xmlns:a="http://schemas.openxmlformats.org/drawingml/2006/main">
              <a:ext uri="{FF2B5EF4-FFF2-40B4-BE49-F238E27FC236}">
                <a16:creationId xmlns:a16="http://schemas.microsoft.com/office/drawing/2014/main" id="{1723A4A8-81AF-4D66-A6AB-5637AF7AFCC7}"/>
              </a:ext>
            </a:extLst>
          </p:cNvPr>
          <p:cNvSpPr>
            <a:spLocks xmlns:a="http://schemas.openxmlformats.org/drawingml/2006/main" noGrp="1"/>
          </p:cNvSpPr>
          <p:nvPr/>
        </p:nvSpPr>
        <p:spPr>
          <a:xfrm xmlns:a="http://schemas.openxmlformats.org/drawingml/2006/main">
            <a:off x="6248400" y="3305175"/>
            <a:ext cx="2524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FFFFF"/>
                </a:solidFill>
                <a:latin typeface="Segoe UI"/>
                <a:ea typeface="Segoe UI"/>
                <a:cs typeface="Segoe UI"/>
              </a:defRPr>
            </a:defPPr>
            <a:lvl1pPr>
              <a:defRPr sz="1875" b="0">
                <a:solidFill>
                  <a:srgbClr val="FFFFFF"/>
                </a:solidFill>
                <a:latin typeface="Segoe UI"/>
                <a:ea typeface="Segoe UI"/>
                <a:cs typeface="Segoe UI"/>
              </a:defRPr>
            </a:lvl1pPr>
            <a:lvl2pPr>
              <a:defRPr sz="1875" b="0">
                <a:solidFill>
                  <a:srgbClr val="FFFFFF"/>
                </a:solidFill>
                <a:latin typeface="Segoe UI"/>
                <a:ea typeface="Segoe UI"/>
                <a:cs typeface="Segoe UI"/>
              </a:defRPr>
            </a:lvl2pPr>
            <a:lvl3pPr>
              <a:defRPr sz="1875" b="0">
                <a:solidFill>
                  <a:srgbClr val="FFFFFF"/>
                </a:solidFill>
                <a:latin typeface="Segoe UI"/>
                <a:ea typeface="Segoe UI"/>
                <a:cs typeface="Segoe UI"/>
              </a:defRPr>
            </a:lvl3pPr>
            <a:lvl4pPr>
              <a:defRPr sz="1875" b="0">
                <a:solidFill>
                  <a:srgbClr val="FFFFFF"/>
                </a:solidFill>
                <a:latin typeface="Segoe UI"/>
                <a:ea typeface="Segoe UI"/>
                <a:cs typeface="Segoe UI"/>
              </a:defRPr>
            </a:lvl4pPr>
            <a:lvl5pPr>
              <a:defRPr sz="1875" b="0">
                <a:solidFill>
                  <a:srgbClr val="FFFFFF"/>
                </a:solidFill>
                <a:latin typeface="Segoe UI"/>
                <a:ea typeface="Segoe UI"/>
                <a:cs typeface="Segoe UI"/>
              </a:defRPr>
            </a:lvl5pPr>
            <a:lvl6pPr>
              <a:defRPr sz="1875" b="0">
                <a:solidFill>
                  <a:srgbClr val="FFFFFF"/>
                </a:solidFill>
                <a:latin typeface="Segoe UI"/>
                <a:ea typeface="Segoe UI"/>
                <a:cs typeface="Segoe UI"/>
              </a:defRPr>
            </a:lvl6pPr>
            <a:lvl7pPr>
              <a:defRPr sz="1875" b="0">
                <a:solidFill>
                  <a:srgbClr val="FFFFFF"/>
                </a:solidFill>
                <a:latin typeface="Segoe UI"/>
                <a:ea typeface="Segoe UI"/>
                <a:cs typeface="Segoe UI"/>
              </a:defRPr>
            </a:lvl7pPr>
            <a:lvl8pPr>
              <a:defRPr sz="1875" b="0">
                <a:solidFill>
                  <a:srgbClr val="FFFFFF"/>
                </a:solidFill>
                <a:latin typeface="Segoe UI"/>
                <a:ea typeface="Segoe UI"/>
                <a:cs typeface="Segoe UI"/>
              </a:defRPr>
            </a:lvl8pPr>
            <a:lvl9pPr>
              <a:defRPr sz="1875" b="0">
                <a:solidFill>
                  <a:srgbClr val="FFFFFF"/>
                </a:solidFill>
                <a:latin typeface="Segoe UI"/>
                <a:ea typeface="Segoe UI"/>
                <a:cs typeface="Segoe UI"/>
              </a:defRPr>
            </a:lvl9pPr>
          </a:lstStyle>
          <a:p xmlns:a="http://schemas.openxmlformats.org/drawingml/2006/main">
            <a:pPr>
              <a:defRPr sz="1875" b="0">
                <a:solidFill>
                  <a:srgbClr val="FFFFFF"/>
                </a:solidFill>
                <a:latin typeface="Segoe UI"/>
                <a:ea typeface="Segoe UI"/>
                <a:cs typeface="Segoe UI"/>
              </a:defRPr>
            </a:pPr>
            <a:r>
              <a:rPr sz="1875" b="0">
                <a:solidFill>
                  <a:srgbClr val="FFFFFF"/>
                </a:solidFill>
                <a:latin typeface="Segoe UI"/>
                <a:ea typeface="Segoe UI"/>
                <a:cs typeface="Segoe UI"/>
              </a:rPr>
              <a:t>Revert, publish</a:t>
            </a:r>
          </a:p>
          <a:p xmlns:a="http://schemas.openxmlformats.org/drawingml/2006/main">
            <a:pPr>
              <a:defRPr sz="1875" b="0">
                <a:solidFill>
                  <a:srgbClr val="FFFFFF"/>
                </a:solidFill>
                <a:latin typeface="Segoe UI"/>
                <a:ea typeface="Segoe UI"/>
                <a:cs typeface="Segoe UI"/>
              </a:defRPr>
            </a:pPr>
            <a:r>
              <a:rPr sz="1875" b="0">
                <a:solidFill>
                  <a:srgbClr val="FFFFFF"/>
                </a:solidFill>
                <a:latin typeface="Segoe UI"/>
                <a:ea typeface="Segoe UI"/>
                <a:cs typeface="Segoe UI"/>
              </a:rPr>
              <a:t>and verify.</a:t>
            </a:r>
          </a:p>
        </p:txBody>
      </p:sp>
      <p:sp>
        <p:nvSpPr>
          <p:cNvPr id="12" name="APIOps content">
            <a:extLst xmlns:a="http://schemas.openxmlformats.org/drawingml/2006/main">
              <a:ext uri="{FF2B5EF4-FFF2-40B4-BE49-F238E27FC236}">
                <a16:creationId xmlns:a16="http://schemas.microsoft.com/office/drawing/2014/main" id="{461E70CE-F2AA-4416-80B7-0A57FC79FD0E}"/>
              </a:ext>
            </a:extLst>
          </p:cNvPr>
          <p:cNvSpPr>
            <a:spLocks xmlns:a="http://schemas.openxmlformats.org/drawingml/2006/main" noGrp="1"/>
          </p:cNvSpPr>
          <p:nvPr/>
        </p:nvSpPr>
        <p:spPr>
          <a:xfrm xmlns:a="http://schemas.openxmlformats.org/drawingml/2006/main">
            <a:off x="438150" y="45529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D9D9D6"/>
                </a:solidFill>
                <a:latin typeface="Segoe UI"/>
                <a:ea typeface="Segoe UI"/>
                <a:cs typeface="Segoe UI"/>
              </a:defRPr>
            </a:defPPr>
            <a:lvl1pPr>
              <a:defRPr sz="1275" b="0">
                <a:solidFill>
                  <a:srgbClr val="D9D9D6"/>
                </a:solidFill>
                <a:latin typeface="Segoe UI"/>
                <a:ea typeface="Segoe UI"/>
                <a:cs typeface="Segoe UI"/>
              </a:defRPr>
            </a:lvl1pPr>
            <a:lvl2pPr>
              <a:defRPr sz="1275" b="0">
                <a:solidFill>
                  <a:srgbClr val="D9D9D6"/>
                </a:solidFill>
                <a:latin typeface="Segoe UI"/>
                <a:ea typeface="Segoe UI"/>
                <a:cs typeface="Segoe UI"/>
              </a:defRPr>
            </a:lvl2pPr>
            <a:lvl3pPr>
              <a:defRPr sz="1275" b="0">
                <a:solidFill>
                  <a:srgbClr val="D9D9D6"/>
                </a:solidFill>
                <a:latin typeface="Segoe UI"/>
                <a:ea typeface="Segoe UI"/>
                <a:cs typeface="Segoe UI"/>
              </a:defRPr>
            </a:lvl3pPr>
            <a:lvl4pPr>
              <a:defRPr sz="1275" b="0">
                <a:solidFill>
                  <a:srgbClr val="D9D9D6"/>
                </a:solidFill>
                <a:latin typeface="Segoe UI"/>
                <a:ea typeface="Segoe UI"/>
                <a:cs typeface="Segoe UI"/>
              </a:defRPr>
            </a:lvl4pPr>
            <a:lvl5pPr>
              <a:defRPr sz="1275" b="0">
                <a:solidFill>
                  <a:srgbClr val="D9D9D6"/>
                </a:solidFill>
                <a:latin typeface="Segoe UI"/>
                <a:ea typeface="Segoe UI"/>
                <a:cs typeface="Segoe UI"/>
              </a:defRPr>
            </a:lvl5pPr>
            <a:lvl6pPr>
              <a:defRPr sz="1275" b="0">
                <a:solidFill>
                  <a:srgbClr val="D9D9D6"/>
                </a:solidFill>
                <a:latin typeface="Segoe UI"/>
                <a:ea typeface="Segoe UI"/>
                <a:cs typeface="Segoe UI"/>
              </a:defRPr>
            </a:lvl6pPr>
            <a:lvl7pPr>
              <a:defRPr sz="1275" b="0">
                <a:solidFill>
                  <a:srgbClr val="D9D9D6"/>
                </a:solidFill>
                <a:latin typeface="Segoe UI"/>
                <a:ea typeface="Segoe UI"/>
                <a:cs typeface="Segoe UI"/>
              </a:defRPr>
            </a:lvl7pPr>
            <a:lvl8pPr>
              <a:defRPr sz="1275" b="0">
                <a:solidFill>
                  <a:srgbClr val="D9D9D6"/>
                </a:solidFill>
                <a:latin typeface="Segoe UI"/>
                <a:ea typeface="Segoe UI"/>
                <a:cs typeface="Segoe UI"/>
              </a:defRPr>
            </a:lvl8pPr>
            <a:lvl9pPr>
              <a:defRPr sz="1275" b="0">
                <a:solidFill>
                  <a:srgbClr val="D9D9D6"/>
                </a:solidFill>
                <a:latin typeface="Segoe UI"/>
                <a:ea typeface="Segoe UI"/>
                <a:cs typeface="Segoe UI"/>
              </a:defRPr>
            </a:lvl9pPr>
          </a:lstStyle>
          <a:p xmlns:a="http://schemas.openxmlformats.org/drawingml/2006/main">
            <a:pPr>
              <a:defRPr sz="1275" b="0">
                <a:solidFill>
                  <a:srgbClr val="D9D9D6"/>
                </a:solidFill>
                <a:latin typeface="Segoe UI"/>
                <a:ea typeface="Segoe UI"/>
                <a:cs typeface="Segoe UI"/>
              </a:defRPr>
            </a:pPr>
            <a:r>
              <a:rPr sz="1275" b="0">
                <a:solidFill>
                  <a:srgbClr val="D9D9D6"/>
                </a:solidFill>
                <a:latin typeface="Segoe UI"/>
                <a:ea typeface="Segoe UI"/>
                <a:cs typeface="Segoe UI"/>
              </a:rPr>
              <a:t>Observed live: HTTP 200 and the expected X-Demo-Release header at every stage.</a:t>
            </a:r>
          </a:p>
        </p:txBody>
      </p:sp>
    </p:spTree>
    <p:extLst>
      <p:ext uri="{BB962C8B-B14F-4D97-AF65-F5344CB8AC3E}">
        <p14:creationId xmlns:p14="http://schemas.microsoft.com/office/powerpoint/2010/main" val="157138679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90636FE-845C-418D-82A1-1DA6DB73D781}"/>
              </a:ext>
            </a:extLst>
          </p:cNvPr>
          <p:cNvSpPr>
            <a:spLocks xmlns:a="http://schemas.openxmlformats.org/drawingml/2006/main" noGrp="1"/>
          </p:cNvSpPr>
          <p:nvPr>
            <p:ph type="title" idx="0"/>
          </p:nvPr>
        </p:nvSpPr>
        <p:spPr>
          <a:xfrm xmlns:a="http://schemas.openxmlformats.org/drawingml/2006/main">
            <a:off x="438150" y="342900"/>
            <a:ext cx="8258175" cy="571500"/>
          </a:xfrm>
        </p:spPr>
        <p:txBody>
          <a:bodyPr xmlns:a="http://schemas.openxmlformats.org/drawingml/2006/main" lIns="0" tIns="0" rIns="0" bIns="0" anchor="t"/>
          <a:lstStyle xmlns:a="http://schemas.openxmlformats.org/drawingml/2006/main">
            <a:defPPr>
              <a:defRPr sz="2700" b="1">
                <a:solidFill>
                  <a:srgbClr val="FFFFFF"/>
                </a:solidFill>
                <a:latin typeface="Segoe UI"/>
                <a:ea typeface="Segoe UI"/>
                <a:cs typeface="Segoe UI"/>
              </a:defRPr>
            </a:defPPr>
            <a:lvl1pPr>
              <a:defRPr sz="2700" b="1">
                <a:solidFill>
                  <a:srgbClr val="FFFFFF"/>
                </a:solidFill>
                <a:latin typeface="Segoe UI"/>
                <a:ea typeface="Segoe UI"/>
                <a:cs typeface="Segoe UI"/>
              </a:defRPr>
            </a:lvl1pPr>
            <a:lvl2pPr>
              <a:defRPr sz="2700" b="1">
                <a:solidFill>
                  <a:srgbClr val="FFFFFF"/>
                </a:solidFill>
                <a:latin typeface="Segoe UI"/>
                <a:ea typeface="Segoe UI"/>
                <a:cs typeface="Segoe UI"/>
              </a:defRPr>
            </a:lvl2pPr>
            <a:lvl3pPr>
              <a:defRPr sz="2700" b="1">
                <a:solidFill>
                  <a:srgbClr val="FFFFFF"/>
                </a:solidFill>
                <a:latin typeface="Segoe UI"/>
                <a:ea typeface="Segoe UI"/>
                <a:cs typeface="Segoe UI"/>
              </a:defRPr>
            </a:lvl3pPr>
            <a:lvl4pPr>
              <a:defRPr sz="2700" b="1">
                <a:solidFill>
                  <a:srgbClr val="FFFFFF"/>
                </a:solidFill>
                <a:latin typeface="Segoe UI"/>
                <a:ea typeface="Segoe UI"/>
                <a:cs typeface="Segoe UI"/>
              </a:defRPr>
            </a:lvl4pPr>
            <a:lvl5pPr>
              <a:defRPr sz="2700" b="1">
                <a:solidFill>
                  <a:srgbClr val="FFFFFF"/>
                </a:solidFill>
                <a:latin typeface="Segoe UI"/>
                <a:ea typeface="Segoe UI"/>
                <a:cs typeface="Segoe UI"/>
              </a:defRPr>
            </a:lvl5pPr>
            <a:lvl6pPr>
              <a:defRPr sz="2700" b="1">
                <a:solidFill>
                  <a:srgbClr val="FFFFFF"/>
                </a:solidFill>
                <a:latin typeface="Segoe UI"/>
                <a:ea typeface="Segoe UI"/>
                <a:cs typeface="Segoe UI"/>
              </a:defRPr>
            </a:lvl6pPr>
            <a:lvl7pPr>
              <a:defRPr sz="2700" b="1">
                <a:solidFill>
                  <a:srgbClr val="FFFFFF"/>
                </a:solidFill>
                <a:latin typeface="Segoe UI"/>
                <a:ea typeface="Segoe UI"/>
                <a:cs typeface="Segoe UI"/>
              </a:defRPr>
            </a:lvl7pPr>
            <a:lvl8pPr>
              <a:defRPr sz="2700" b="1">
                <a:solidFill>
                  <a:srgbClr val="FFFFFF"/>
                </a:solidFill>
                <a:latin typeface="Segoe UI"/>
                <a:ea typeface="Segoe UI"/>
                <a:cs typeface="Segoe UI"/>
              </a:defRPr>
            </a:lvl8pPr>
            <a:lvl9pPr>
              <a:defRPr sz="2700" b="1">
                <a:solidFill>
                  <a:srgbClr val="FFFFFF"/>
                </a:solidFill>
                <a:latin typeface="Segoe UI"/>
                <a:ea typeface="Segoe UI"/>
                <a:cs typeface="Segoe UI"/>
              </a:defRPr>
            </a:lvl9pPr>
          </a:lstStyle>
          <a:p xmlns:a="http://schemas.openxmlformats.org/drawingml/2006/main">
            <a:pPr>
              <a:defRPr sz="2700" b="1">
                <a:solidFill>
                  <a:srgbClr val="FFFFFF"/>
                </a:solidFill>
                <a:latin typeface="Segoe UI"/>
                <a:ea typeface="Segoe UI"/>
                <a:cs typeface="Segoe UI"/>
              </a:defRPr>
            </a:pPr>
            <a:r>
              <a:rPr sz="2700" b="1">
                <a:solidFill>
                  <a:srgbClr val="FFFFFF"/>
                </a:solidFill>
                <a:latin typeface="Segoe UI"/>
                <a:ea typeface="Segoe UI"/>
                <a:cs typeface="Segoe UI"/>
              </a:rPr>
              <a:t>One source, different environments</a:t>
            </a:r>
          </a:p>
        </p:txBody>
      </p:sp>
      <p:sp>
        <p:nvSpPr>
          <p:cNvPr id="3" name="Text Placeholder 14">
            <a:extLst xmlns:a="http://schemas.openxmlformats.org/drawingml/2006/main">
              <a:ext uri="{FF2B5EF4-FFF2-40B4-BE49-F238E27FC236}">
                <a16:creationId xmlns:a16="http://schemas.microsoft.com/office/drawing/2014/main" id="{44977AB6-1D7E-4858-A2EA-BF86577C3990}"/>
              </a:ext>
            </a:extLst>
          </p:cNvPr>
          <p:cNvSpPr>
            <a:spLocks xmlns:a="http://schemas.openxmlformats.org/drawingml/2006/main" noGrp="1"/>
          </p:cNvSpPr>
          <p:nvPr>
            <p:ph type="body" idx="13" hasCustomPrompt="1"/>
          </p:nvPr>
        </p:nvSpPr>
        <p:spPr>
          <a:xfrm xmlns:a="http://schemas.openxmlformats.org/drawingml/2006/main">
            <a:off x="438150" y="1133475"/>
            <a:ext cx="8191500" cy="361950"/>
          </a:xfrm>
          <a:prstGeom xmlns:a="http://schemas.openxmlformats.org/drawingml/2006/main" prst="rect">
            <a:avLst/>
          </a:prstGeom>
          <a:gradFill xmlns:a="http://schemas.openxmlformats.org/drawingml/2006/main" flip="none" rotWithShape="1">
            <a:gsLst>
              <a:gs pos="0">
                <a:srgbClr val="000000"/>
              </a:gs>
              <a:gs pos="92000">
                <a:srgbClr val="000000"/>
              </a:gs>
              <a:gs pos="92000">
                <a:schemeClr val="accent1"/>
              </a:gs>
            </a:gsLst>
            <a:lin ang="16200000" scaled="1"/>
            <a:tileRect/>
          </a:gradFill>
        </p:spPr>
        <p:txBody>
          <a:bodyPr xmlns:a="http://schemas.openxmlformats.org/drawingml/2006/main" lIns="0" tIns="0" rIns="0" bIns="0" anchor="t"/>
          <a:lstStyle xmlns:a="http://schemas.openxmlformats.org/drawingml/2006/main">
            <a:defPPr>
              <a:defRPr sz="1650" b="1">
                <a:solidFill>
                  <a:srgbClr val="FFFFFF"/>
                </a:solidFill>
                <a:latin typeface="Segoe UI"/>
                <a:ea typeface="Segoe UI"/>
                <a:cs typeface="Segoe UI"/>
              </a:defRPr>
            </a:defPPr>
            <a:lvl1pPr marL="0" indent="0">
              <a:buNone/>
              <a:defRPr sz="1499" b="1">
                <a:solidFill>
                  <a:srgbClr val="FFFFFF"/>
                </a:solidFill>
                <a:latin typeface="+mj-lt"/>
                <a:ea typeface="+mj-lt"/>
                <a:cs typeface="+mj-lt"/>
              </a:defRPr>
            </a:lvl1pPr>
            <a:lvl2pPr>
              <a:defRPr sz="1650" b="1">
                <a:solidFill>
                  <a:srgbClr val="FFFFFF"/>
                </a:solidFill>
                <a:latin typeface="Segoe UI"/>
                <a:ea typeface="Segoe UI"/>
                <a:cs typeface="Segoe UI"/>
              </a:defRPr>
            </a:lvl2pPr>
            <a:lvl3pPr>
              <a:defRPr sz="1650" b="1">
                <a:solidFill>
                  <a:srgbClr val="FFFFFF"/>
                </a:solidFill>
                <a:latin typeface="Segoe UI"/>
                <a:ea typeface="Segoe UI"/>
                <a:cs typeface="Segoe UI"/>
              </a:defRPr>
            </a:lvl3pPr>
            <a:lvl4pPr>
              <a:defRPr sz="1650" b="1">
                <a:solidFill>
                  <a:srgbClr val="FFFFFF"/>
                </a:solidFill>
                <a:latin typeface="Segoe UI"/>
                <a:ea typeface="Segoe UI"/>
                <a:cs typeface="Segoe UI"/>
              </a:defRPr>
            </a:lvl4pPr>
            <a:lvl5pPr>
              <a:defRPr sz="1650" b="1">
                <a:solidFill>
                  <a:srgbClr val="FFFFFF"/>
                </a:solidFill>
                <a:latin typeface="Segoe UI"/>
                <a:ea typeface="Segoe UI"/>
                <a:cs typeface="Segoe UI"/>
              </a:defRPr>
            </a:lvl5pPr>
            <a:lvl6pPr>
              <a:defRPr sz="1650" b="1">
                <a:solidFill>
                  <a:srgbClr val="FFFFFF"/>
                </a:solidFill>
                <a:latin typeface="Segoe UI"/>
                <a:ea typeface="Segoe UI"/>
                <a:cs typeface="Segoe UI"/>
              </a:defRPr>
            </a:lvl6pPr>
            <a:lvl7pPr>
              <a:defRPr sz="1650" b="1">
                <a:solidFill>
                  <a:srgbClr val="FFFFFF"/>
                </a:solidFill>
                <a:latin typeface="Segoe UI"/>
                <a:ea typeface="Segoe UI"/>
                <a:cs typeface="Segoe UI"/>
              </a:defRPr>
            </a:lvl7pPr>
            <a:lvl8pPr>
              <a:defRPr sz="1650" b="1">
                <a:solidFill>
                  <a:srgbClr val="FFFFFF"/>
                </a:solidFill>
                <a:latin typeface="Segoe UI"/>
                <a:ea typeface="Segoe UI"/>
                <a:cs typeface="Segoe UI"/>
              </a:defRPr>
            </a:lvl8pPr>
            <a:lvl9pPr>
              <a:defRPr sz="1650" b="1">
                <a:solidFill>
                  <a:srgbClr val="FFFFFF"/>
                </a:solidFill>
                <a:latin typeface="Segoe UI"/>
                <a:ea typeface="Segoe UI"/>
                <a:cs typeface="Segoe UI"/>
              </a:defRPr>
            </a:lvl9pPr>
          </a:lstStyle>
          <a:p xmlns:a="http://schemas.openxmlformats.org/drawingml/2006/main">
            <a:pPr marL="0" lvl="0" indent="0">
              <a:buNone/>
              <a:defRPr sz="1650" b="1">
                <a:solidFill>
                  <a:srgbClr val="FFFFFF"/>
                </a:solidFill>
                <a:latin typeface="Segoe UI"/>
                <a:ea typeface="Segoe UI"/>
                <a:cs typeface="Segoe UI"/>
              </a:defRPr>
            </a:pPr>
            <a:r>
              <a:rPr sz="1650" b="1">
                <a:solidFill>
                  <a:srgbClr val="FFFFFF"/>
                </a:solidFill>
                <a:latin typeface="Segoe UI"/>
                <a:ea typeface="Segoe UI"/>
                <a:cs typeface="Segoe UI"/>
              </a:rPr>
              <a:t>configuration.qa.yaml</a:t>
            </a:r>
          </a:p>
        </p:txBody>
      </p:sp>
      <p:sp>
        <p:nvSpPr>
          <p:cNvPr id="4" name="Text Placeholder 4">
            <a:extLst xmlns:a="http://schemas.openxmlformats.org/drawingml/2006/main">
              <a:ext uri="{FF2B5EF4-FFF2-40B4-BE49-F238E27FC236}">
                <a16:creationId xmlns:a16="http://schemas.microsoft.com/office/drawing/2014/main" id="{BA9F61CF-FF79-485A-A6C8-A1952EFD58AE}"/>
              </a:ext>
            </a:extLst>
          </p:cNvPr>
          <p:cNvSpPr>
            <a:spLocks xmlns:a="http://schemas.openxmlformats.org/drawingml/2006/main" noGrp="1"/>
          </p:cNvSpPr>
          <p:nvPr>
            <p:ph type="body" idx="10"/>
          </p:nvPr>
        </p:nvSpPr>
        <p:spPr>
          <a:xfrm xmlns:a="http://schemas.openxmlformats.org/drawingml/2006/main">
            <a:off x="438150" y="1695450"/>
            <a:ext cx="4953000" cy="2952750"/>
          </a:xfrm>
        </p:spPr>
        <p:txBody>
          <a:bodyPr xmlns:a="http://schemas.openxmlformats.org/drawingml/2006/main" lIns="0" tIns="0" rIns="0" bIns="0" anchor="t"/>
          <a:lstStyle xmlns:a="http://schemas.openxmlformats.org/drawingml/2006/main">
            <a:defPPr>
              <a:defRPr sz="1875" b="0">
                <a:solidFill>
                  <a:srgbClr val="17212B"/>
                </a:solidFill>
                <a:latin typeface="Segoe UI"/>
                <a:ea typeface="Segoe UI"/>
                <a:cs typeface="Segoe UI"/>
              </a:defRPr>
            </a:defPPr>
            <a:lvl1pPr marL="0" indent="0">
              <a:buNone/>
              <a:defRPr sz="1800" b="0">
                <a:solidFill>
                  <a:srgbClr val="000000"/>
                </a:solidFill>
                <a:latin typeface="Consolas"/>
                <a:ea typeface="Consolas"/>
                <a:cs typeface="Consolas"/>
              </a:defRPr>
            </a:lvl1pPr>
            <a:lvl2pPr marL="0" indent="0">
              <a:buNone/>
              <a:tabLst>
                <a:tab pos="258366" algn="l"/>
              </a:tabLst>
              <a:defRPr sz="1800" b="0">
                <a:solidFill>
                  <a:schemeClr val="tx1"/>
                </a:solidFill>
                <a:latin typeface="Consolas"/>
                <a:ea typeface="Consolas"/>
                <a:cs typeface="Consolas"/>
              </a:defRPr>
            </a:lvl2pPr>
            <a:lvl3pPr marL="0" indent="0">
              <a:buNone/>
              <a:tabLst>
                <a:tab pos="427435" algn="l"/>
              </a:tabLst>
              <a:defRPr sz="1800" b="0">
                <a:solidFill>
                  <a:schemeClr val="tx1"/>
                </a:solidFill>
                <a:latin typeface="Consolas"/>
                <a:ea typeface="Consolas"/>
                <a:cs typeface="Consolas"/>
              </a:defRPr>
            </a:lvl3pPr>
            <a:lvl4pPr marL="0" indent="0">
              <a:buNone/>
              <a:tabLst>
                <a:tab pos="600075" algn="l"/>
              </a:tabLst>
              <a:defRPr sz="1800" b="0">
                <a:solidFill>
                  <a:schemeClr val="tx1"/>
                </a:solidFill>
                <a:latin typeface="Consolas"/>
                <a:ea typeface="Consolas"/>
                <a:cs typeface="Consolas"/>
              </a:defRPr>
            </a:lvl4pPr>
            <a:lvl5pPr marL="0" indent="0">
              <a:buNone/>
              <a:tabLst>
                <a:tab pos="771525" algn="l"/>
              </a:tabLst>
              <a:defRPr sz="1800" b="0">
                <a:solidFill>
                  <a:schemeClr val="tx1"/>
                </a:solidFill>
                <a:latin typeface="Consolas"/>
                <a:ea typeface="Consolas"/>
                <a:cs typeface="Consolas"/>
              </a:defRPr>
            </a:lvl5pPr>
            <a:lvl6pPr>
              <a:defRPr sz="1875" b="0">
                <a:solidFill>
                  <a:srgbClr val="17212B"/>
                </a:solidFill>
                <a:latin typeface="Segoe UI"/>
                <a:ea typeface="Segoe UI"/>
                <a:cs typeface="Segoe UI"/>
              </a:defRPr>
            </a:lvl6pPr>
            <a:lvl7pPr>
              <a:defRPr sz="1875" b="0">
                <a:solidFill>
                  <a:srgbClr val="17212B"/>
                </a:solidFill>
                <a:latin typeface="Segoe UI"/>
                <a:ea typeface="Segoe UI"/>
                <a:cs typeface="Segoe UI"/>
              </a:defRPr>
            </a:lvl7pPr>
            <a:lvl8pPr>
              <a:defRPr sz="1875" b="0">
                <a:solidFill>
                  <a:srgbClr val="17212B"/>
                </a:solidFill>
                <a:latin typeface="Segoe UI"/>
                <a:ea typeface="Segoe UI"/>
                <a:cs typeface="Segoe UI"/>
              </a:defRPr>
            </a:lvl8pPr>
            <a:lvl9pPr>
              <a:defRPr sz="1875" b="0">
                <a:solidFill>
                  <a:srgbClr val="17212B"/>
                </a:solidFill>
                <a:latin typeface="Segoe UI"/>
                <a:ea typeface="Segoe UI"/>
                <a:cs typeface="Segoe UI"/>
              </a:defRPr>
            </a:lvl9pPr>
          </a:lstStyle>
          <a:p xmlns:a="http://schemas.openxmlformats.org/drawingml/2006/main">
            <a:pPr marL="0" lvl="0" indent="0">
              <a:buNone/>
              <a:defRPr sz="1875" b="0">
                <a:solidFill>
                  <a:srgbClr val="17212B"/>
                </a:solidFill>
                <a:latin typeface="Segoe UI"/>
                <a:ea typeface="Segoe UI"/>
                <a:cs typeface="Segoe UI"/>
              </a:defRPr>
            </a:pPr>
            <a:r>
              <a:rPr sz="1875" b="0">
                <a:solidFill>
                  <a:srgbClr val="17212B"/>
                </a:solidFill>
                <a:latin typeface="Segoe UI"/>
                <a:ea typeface="Segoe UI"/>
                <a:cs typeface="Segoe UI"/>
              </a:rPr>
              <a:t>environment:</a:t>
            </a:r>
          </a:p>
          <a:p xmlns:a="http://schemas.openxmlformats.org/drawingml/2006/main">
            <a:pPr marL="0" lvl="0" indent="0">
              <a:buNone/>
              <a:defRPr sz="1875" b="0">
                <a:solidFill>
                  <a:srgbClr val="17212B"/>
                </a:solidFill>
                <a:latin typeface="Segoe UI"/>
                <a:ea typeface="Segoe UI"/>
                <a:cs typeface="Segoe UI"/>
              </a:defRPr>
            </a:pPr>
            <a:r>
              <a:rPr sz="1875" b="0">
                <a:solidFill>
                  <a:srgbClr val="17212B"/>
                </a:solidFill>
                <a:latin typeface="Segoe UI"/>
                <a:ea typeface="Segoe UI"/>
                <a:cs typeface="Segoe UI"/>
              </a:rPr>
              <a:t>  namePrefix: "qa-"</a:t>
            </a:r>
          </a:p>
          <a:p xmlns:a="http://schemas.openxmlformats.org/drawingml/2006/main">
            <a:pPr marL="0" lvl="0" indent="0">
              <a:buNone/>
              <a:defRPr sz="1875" b="0">
                <a:solidFill>
                  <a:srgbClr val="17212B"/>
                </a:solidFill>
                <a:latin typeface="Segoe UI"/>
                <a:ea typeface="Segoe UI"/>
                <a:cs typeface="Segoe UI"/>
              </a:defRPr>
            </a:pPr>
            <a:r>
              <a:rPr sz="1875" b="0">
                <a:solidFill>
                  <a:srgbClr val="17212B"/>
                </a:solidFill>
                <a:latin typeface="Segoe UI"/>
                <a:ea typeface="Segoe UI"/>
                <a:cs typeface="Segoe UI"/>
              </a:rPr>
              <a:t>  apiPathPrefix: "qa/"</a:t>
            </a:r>
          </a:p>
          <a:p xmlns:a="http://schemas.openxmlformats.org/drawingml/2006/main">
            <a:pPr marL="0" lvl="0" indent="0">
              <a:buNone/>
            </a:pPr>
            <a:r>
              <a:t/>
            </a:r>
          </a:p>
          <a:p xmlns:a="http://schemas.openxmlformats.org/drawingml/2006/main">
            <a:pPr marL="0" lvl="0" indent="0">
              <a:buNone/>
              <a:defRPr sz="1875" b="0">
                <a:solidFill>
                  <a:srgbClr val="17212B"/>
                </a:solidFill>
                <a:latin typeface="Segoe UI"/>
                <a:ea typeface="Segoe UI"/>
                <a:cs typeface="Segoe UI"/>
              </a:defRPr>
            </a:pPr>
            <a:r>
              <a:rPr sz="1875" b="0">
                <a:solidFill>
                  <a:srgbClr val="17212B"/>
                </a:solidFill>
                <a:latin typeface="Segoe UI"/>
                <a:ea typeface="Segoe UI"/>
                <a:cs typeface="Segoe UI"/>
              </a:rPr>
              <a:t>namedValues:</a:t>
            </a:r>
          </a:p>
          <a:p xmlns:a="http://schemas.openxmlformats.org/drawingml/2006/main">
            <a:pPr marL="0" lvl="0" indent="0">
              <a:buNone/>
              <a:defRPr sz="1875" b="0">
                <a:solidFill>
                  <a:srgbClr val="17212B"/>
                </a:solidFill>
                <a:latin typeface="Segoe UI"/>
                <a:ea typeface="Segoe UI"/>
                <a:cs typeface="Segoe UI"/>
              </a:defRPr>
            </a:pPr>
            <a:r>
              <a:rPr sz="1875" b="0">
                <a:solidFill>
                  <a:srgbClr val="17212B"/>
                </a:solidFill>
                <a:latin typeface="Segoe UI"/>
                <a:ea typeface="Segoe UI"/>
                <a:cs typeface="Segoe UI"/>
              </a:rPr>
              <a:t>  - name: demo-environment</a:t>
            </a:r>
          </a:p>
          <a:p xmlns:a="http://schemas.openxmlformats.org/drawingml/2006/main">
            <a:pPr marL="0" lvl="0" indent="0">
              <a:buNone/>
              <a:defRPr sz="1875" b="0">
                <a:solidFill>
                  <a:srgbClr val="17212B"/>
                </a:solidFill>
                <a:latin typeface="Segoe UI"/>
                <a:ea typeface="Segoe UI"/>
                <a:cs typeface="Segoe UI"/>
              </a:defRPr>
            </a:pPr>
            <a:r>
              <a:rPr sz="1875" b="0">
                <a:solidFill>
                  <a:srgbClr val="17212B"/>
                </a:solidFill>
                <a:latin typeface="Segoe UI"/>
                <a:ea typeface="Segoe UI"/>
                <a:cs typeface="Segoe UI"/>
              </a:rPr>
              <a:t>    properties:</a:t>
            </a:r>
          </a:p>
          <a:p xmlns:a="http://schemas.openxmlformats.org/drawingml/2006/main">
            <a:pPr marL="0" lvl="0" indent="0">
              <a:buNone/>
              <a:defRPr sz="1875" b="0">
                <a:solidFill>
                  <a:srgbClr val="17212B"/>
                </a:solidFill>
                <a:latin typeface="Segoe UI"/>
                <a:ea typeface="Segoe UI"/>
                <a:cs typeface="Segoe UI"/>
              </a:defRPr>
            </a:pPr>
            <a:r>
              <a:rPr sz="1875" b="0">
                <a:solidFill>
                  <a:srgbClr val="17212B"/>
                </a:solidFill>
                <a:latin typeface="Segoe UI"/>
                <a:ea typeface="Segoe UI"/>
                <a:cs typeface="Segoe UI"/>
              </a:rPr>
              <a:t>      value: "qa"</a:t>
            </a:r>
          </a:p>
        </p:txBody>
      </p:sp>
      <p:sp>
        <p:nvSpPr>
          <p:cNvPr id="5" name="APIOps content">
            <a:extLst xmlns:a="http://schemas.openxmlformats.org/drawingml/2006/main">
              <a:ext uri="{FF2B5EF4-FFF2-40B4-BE49-F238E27FC236}">
                <a16:creationId xmlns:a16="http://schemas.microsoft.com/office/drawing/2014/main" id="{56C36DA5-717A-432E-99ED-69DB0712D3F5}"/>
              </a:ext>
            </a:extLst>
          </p:cNvPr>
          <p:cNvSpPr>
            <a:spLocks xmlns:a="http://schemas.openxmlformats.org/drawingml/2006/main" noGrp="1"/>
          </p:cNvSpPr>
          <p:nvPr/>
        </p:nvSpPr>
        <p:spPr>
          <a:xfrm xmlns:a="http://schemas.openxmlformats.org/drawingml/2006/main">
            <a:off x="5905500" y="1771650"/>
            <a:ext cx="2667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0078D4"/>
                </a:solidFill>
                <a:latin typeface="Segoe UI"/>
                <a:ea typeface="Segoe UI"/>
                <a:cs typeface="Segoe UI"/>
              </a:defRPr>
            </a:defPPr>
            <a:lvl1pPr>
              <a:defRPr sz="1800" b="0">
                <a:solidFill>
                  <a:srgbClr val="0078D4"/>
                </a:solidFill>
                <a:latin typeface="Segoe UI"/>
                <a:ea typeface="Segoe UI"/>
                <a:cs typeface="Segoe UI"/>
              </a:defRPr>
            </a:lvl1pPr>
            <a:lvl2pPr>
              <a:defRPr sz="1800" b="0">
                <a:solidFill>
                  <a:srgbClr val="0078D4"/>
                </a:solidFill>
                <a:latin typeface="Segoe UI"/>
                <a:ea typeface="Segoe UI"/>
                <a:cs typeface="Segoe UI"/>
              </a:defRPr>
            </a:lvl2pPr>
            <a:lvl3pPr>
              <a:defRPr sz="1800" b="0">
                <a:solidFill>
                  <a:srgbClr val="0078D4"/>
                </a:solidFill>
                <a:latin typeface="Segoe UI"/>
                <a:ea typeface="Segoe UI"/>
                <a:cs typeface="Segoe UI"/>
              </a:defRPr>
            </a:lvl3pPr>
            <a:lvl4pPr>
              <a:defRPr sz="1800" b="0">
                <a:solidFill>
                  <a:srgbClr val="0078D4"/>
                </a:solidFill>
                <a:latin typeface="Segoe UI"/>
                <a:ea typeface="Segoe UI"/>
                <a:cs typeface="Segoe UI"/>
              </a:defRPr>
            </a:lvl4pPr>
            <a:lvl5pPr>
              <a:defRPr sz="1800" b="0">
                <a:solidFill>
                  <a:srgbClr val="0078D4"/>
                </a:solidFill>
                <a:latin typeface="Segoe UI"/>
                <a:ea typeface="Segoe UI"/>
                <a:cs typeface="Segoe UI"/>
              </a:defRPr>
            </a:lvl5pPr>
            <a:lvl6pPr>
              <a:defRPr sz="1800" b="0">
                <a:solidFill>
                  <a:srgbClr val="0078D4"/>
                </a:solidFill>
                <a:latin typeface="Segoe UI"/>
                <a:ea typeface="Segoe UI"/>
                <a:cs typeface="Segoe UI"/>
              </a:defRPr>
            </a:lvl6pPr>
            <a:lvl7pPr>
              <a:defRPr sz="1800" b="0">
                <a:solidFill>
                  <a:srgbClr val="0078D4"/>
                </a:solidFill>
                <a:latin typeface="Segoe UI"/>
                <a:ea typeface="Segoe UI"/>
                <a:cs typeface="Segoe UI"/>
              </a:defRPr>
            </a:lvl7pPr>
            <a:lvl8pPr>
              <a:defRPr sz="1800" b="0">
                <a:solidFill>
                  <a:srgbClr val="0078D4"/>
                </a:solidFill>
                <a:latin typeface="Segoe UI"/>
                <a:ea typeface="Segoe UI"/>
                <a:cs typeface="Segoe UI"/>
              </a:defRPr>
            </a:lvl8pPr>
            <a:lvl9pPr>
              <a:defRPr sz="1800" b="0">
                <a:solidFill>
                  <a:srgbClr val="0078D4"/>
                </a:solidFill>
                <a:latin typeface="Segoe UI"/>
                <a:ea typeface="Segoe UI"/>
                <a:cs typeface="Segoe UI"/>
              </a:defRPr>
            </a:lvl9pPr>
          </a:lstStyle>
          <a:p xmlns:a="http://schemas.openxmlformats.org/drawingml/2006/main">
            <a:pPr>
              <a:defRPr sz="1800" b="0">
                <a:solidFill>
                  <a:srgbClr val="0078D4"/>
                </a:solidFill>
                <a:latin typeface="Segoe UI"/>
                <a:ea typeface="Segoe UI"/>
                <a:cs typeface="Segoe UI"/>
              </a:defRPr>
            </a:pPr>
            <a:r>
              <a:rPr sz="1800" b="0">
                <a:solidFill>
                  <a:srgbClr val="0078D4"/>
                </a:solidFill>
                <a:latin typeface="Segoe UI"/>
                <a:ea typeface="Segoe UI"/>
                <a:cs typeface="Segoe UI"/>
              </a:rPr>
              <a:t>API name</a:t>
            </a:r>
          </a:p>
          <a:p xmlns:a="http://schemas.openxmlformats.org/drawingml/2006/main">
            <a:pPr>
              <a:defRPr sz="1800" b="0">
                <a:solidFill>
                  <a:srgbClr val="0078D4"/>
                </a:solidFill>
                <a:latin typeface="Segoe UI"/>
                <a:ea typeface="Segoe UI"/>
                <a:cs typeface="Segoe UI"/>
              </a:defRPr>
            </a:pPr>
            <a:r>
              <a:rPr sz="1800" b="0">
                <a:solidFill>
                  <a:srgbClr val="0078D4"/>
                </a:solidFill>
                <a:latin typeface="Segoe UI"/>
                <a:ea typeface="Segoe UI"/>
                <a:cs typeface="Segoe UI"/>
              </a:rPr>
              <a:t>qa-demo-orders</a:t>
            </a:r>
          </a:p>
          <a:p xmlns:a="http://schemas.openxmlformats.org/drawingml/2006/main">
            <a:r>
              <a:t/>
            </a:r>
          </a:p>
          <a:p xmlns:a="http://schemas.openxmlformats.org/drawingml/2006/main">
            <a:pPr>
              <a:defRPr sz="1800" b="0">
                <a:solidFill>
                  <a:srgbClr val="0078D4"/>
                </a:solidFill>
                <a:latin typeface="Segoe UI"/>
                <a:ea typeface="Segoe UI"/>
                <a:cs typeface="Segoe UI"/>
              </a:defRPr>
            </a:pPr>
            <a:r>
              <a:rPr sz="1800" b="0">
                <a:solidFill>
                  <a:srgbClr val="0078D4"/>
                </a:solidFill>
                <a:latin typeface="Segoe UI"/>
                <a:ea typeface="Segoe UI"/>
                <a:cs typeface="Segoe UI"/>
              </a:rPr>
              <a:t>Public path</a:t>
            </a:r>
          </a:p>
          <a:p xmlns:a="http://schemas.openxmlformats.org/drawingml/2006/main">
            <a:pPr>
              <a:defRPr sz="1800" b="0">
                <a:solidFill>
                  <a:srgbClr val="0078D4"/>
                </a:solidFill>
                <a:latin typeface="Segoe UI"/>
                <a:ea typeface="Segoe UI"/>
                <a:cs typeface="Segoe UI"/>
              </a:defRPr>
            </a:pPr>
            <a:r>
              <a:rPr sz="1800" b="0">
                <a:solidFill>
                  <a:srgbClr val="0078D4"/>
                </a:solidFill>
                <a:latin typeface="Segoe UI"/>
                <a:ea typeface="Segoe UI"/>
                <a:cs typeface="Segoe UI"/>
              </a:rPr>
              <a:t>/qa/orders</a:t>
            </a:r>
          </a:p>
          <a:p xmlns:a="http://schemas.openxmlformats.org/drawingml/2006/main">
            <a:r>
              <a:t/>
            </a:r>
          </a:p>
          <a:p xmlns:a="http://schemas.openxmlformats.org/drawingml/2006/main">
            <a:pPr>
              <a:defRPr sz="1800" b="0">
                <a:solidFill>
                  <a:srgbClr val="0078D4"/>
                </a:solidFill>
                <a:latin typeface="Segoe UI"/>
                <a:ea typeface="Segoe UI"/>
                <a:cs typeface="Segoe UI"/>
              </a:defRPr>
            </a:pPr>
            <a:r>
              <a:rPr sz="1800" b="0">
                <a:solidFill>
                  <a:srgbClr val="0078D4"/>
                </a:solidFill>
                <a:latin typeface="Segoe UI"/>
                <a:ea typeface="Segoe UI"/>
                <a:cs typeface="Segoe UI"/>
              </a:rPr>
              <a:t>Environment header</a:t>
            </a:r>
          </a:p>
          <a:p xmlns:a="http://schemas.openxmlformats.org/drawingml/2006/main">
            <a:pPr>
              <a:defRPr sz="1800" b="0">
                <a:solidFill>
                  <a:srgbClr val="0078D4"/>
                </a:solidFill>
                <a:latin typeface="Segoe UI"/>
                <a:ea typeface="Segoe UI"/>
                <a:cs typeface="Segoe UI"/>
              </a:defRPr>
            </a:pPr>
            <a:r>
              <a:rPr sz="1800" b="0">
                <a:solidFill>
                  <a:srgbClr val="0078D4"/>
                </a:solidFill>
                <a:latin typeface="Segoe UI"/>
                <a:ea typeface="Segoe UI"/>
                <a:cs typeface="Segoe UI"/>
              </a:rPr>
              <a:t>qa</a:t>
            </a:r>
          </a:p>
        </p:txBody>
      </p:sp>
    </p:spTree>
    <p:extLst>
      <p:ext uri="{BB962C8B-B14F-4D97-AF65-F5344CB8AC3E}">
        <p14:creationId xmlns:p14="http://schemas.microsoft.com/office/powerpoint/2010/main" val="124387250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876633-3E8D-4CF4-A5D4-D4E9D88A6DE0}"/>
              </a:ext>
            </a:extLst>
          </p:cNvPr>
          <p:cNvSpPr>
            <a:spLocks xmlns:a="http://schemas.openxmlformats.org/drawingml/2006/main" noGrp="1"/>
          </p:cNvSpPr>
          <p:nvPr>
            <p:ph type="title" idx="0"/>
          </p:nvPr>
        </p:nvSpPr>
        <p:spPr>
          <a:xfrm xmlns:a="http://schemas.openxmlformats.org/drawingml/2006/main">
            <a:off x="438150" y="342900"/>
            <a:ext cx="8258175" cy="411480"/>
          </a:xfrm>
        </p:spPr>
        <p:txBody>
          <a:bodyPr xmlns:a="http://schemas.openxmlformats.org/drawingml/2006/main" lIns="0" tIns="0" rIns="0" bIns="0" anchor="t">
            <a:spAutoFit/>
          </a:bodyPr>
          <a:lstStyle xmlns:a="http://schemas.openxmlformats.org/drawingml/2006/main">
            <a:defPPr>
              <a:defRPr sz="2700" b="1">
                <a:solidFill>
                  <a:srgbClr val="FFFFFF"/>
                </a:solidFill>
                <a:latin typeface="Segoe UI"/>
                <a:ea typeface="Segoe UI"/>
                <a:cs typeface="Segoe UI"/>
              </a:defRPr>
            </a:defPPr>
            <a:lvl1pPr marL="0" indent="0">
              <a:buNone/>
              <a:defRPr sz="2700" b="1">
                <a:solidFill>
                  <a:srgbClr val="FFFFFF"/>
                </a:solidFill>
                <a:latin typeface="Segoe UI"/>
                <a:ea typeface="Segoe UI"/>
                <a:cs typeface="Segoe UI"/>
              </a:defRPr>
            </a:lvl1pPr>
            <a:lvl2pPr>
              <a:defRPr sz="2700" b="1">
                <a:solidFill>
                  <a:srgbClr val="FFFFFF"/>
                </a:solidFill>
                <a:latin typeface="Segoe UI"/>
                <a:ea typeface="Segoe UI"/>
                <a:cs typeface="Segoe UI"/>
              </a:defRPr>
            </a:lvl2pPr>
            <a:lvl3pPr>
              <a:defRPr sz="2700" b="1">
                <a:solidFill>
                  <a:srgbClr val="FFFFFF"/>
                </a:solidFill>
                <a:latin typeface="Segoe UI"/>
                <a:ea typeface="Segoe UI"/>
                <a:cs typeface="Segoe UI"/>
              </a:defRPr>
            </a:lvl3pPr>
            <a:lvl4pPr>
              <a:defRPr sz="2700" b="1">
                <a:solidFill>
                  <a:srgbClr val="FFFFFF"/>
                </a:solidFill>
                <a:latin typeface="Segoe UI"/>
                <a:ea typeface="Segoe UI"/>
                <a:cs typeface="Segoe UI"/>
              </a:defRPr>
            </a:lvl4pPr>
            <a:lvl5pPr>
              <a:defRPr sz="2700" b="1">
                <a:solidFill>
                  <a:srgbClr val="FFFFFF"/>
                </a:solidFill>
                <a:latin typeface="Segoe UI"/>
                <a:ea typeface="Segoe UI"/>
                <a:cs typeface="Segoe UI"/>
              </a:defRPr>
            </a:lvl5pPr>
            <a:lvl6pPr>
              <a:defRPr sz="2700" b="1">
                <a:solidFill>
                  <a:srgbClr val="FFFFFF"/>
                </a:solidFill>
                <a:latin typeface="Segoe UI"/>
                <a:ea typeface="Segoe UI"/>
                <a:cs typeface="Segoe UI"/>
              </a:defRPr>
            </a:lvl6pPr>
            <a:lvl7pPr>
              <a:defRPr sz="2700" b="1">
                <a:solidFill>
                  <a:srgbClr val="FFFFFF"/>
                </a:solidFill>
                <a:latin typeface="Segoe UI"/>
                <a:ea typeface="Segoe UI"/>
                <a:cs typeface="Segoe UI"/>
              </a:defRPr>
            </a:lvl7pPr>
            <a:lvl8pPr>
              <a:defRPr sz="2700" b="1">
                <a:solidFill>
                  <a:srgbClr val="FFFFFF"/>
                </a:solidFill>
                <a:latin typeface="Segoe UI"/>
                <a:ea typeface="Segoe UI"/>
                <a:cs typeface="Segoe UI"/>
              </a:defRPr>
            </a:lvl8pPr>
            <a:lvl9pPr>
              <a:defRPr sz="2700" b="1">
                <a:solidFill>
                  <a:srgbClr val="FFFFFF"/>
                </a:solidFill>
                <a:latin typeface="Segoe UI"/>
                <a:ea typeface="Segoe UI"/>
                <a:cs typeface="Segoe UI"/>
              </a:defRPr>
            </a:lvl9pPr>
          </a:lstStyle>
          <a:p xmlns:a="http://schemas.openxmlformats.org/drawingml/2006/main">
            <a:pPr>
              <a:defRPr sz="2700" b="1">
                <a:solidFill>
                  <a:srgbClr val="FFFFFF"/>
                </a:solidFill>
                <a:latin typeface="Segoe UI"/>
                <a:ea typeface="Segoe UI"/>
                <a:cs typeface="Segoe UI"/>
              </a:defRPr>
            </a:pPr>
            <a:r>
              <a:rPr sz="2700" b="1">
                <a:solidFill>
                  <a:srgbClr val="FFFFFF"/>
                </a:solidFill>
                <a:latin typeface="Segoe UI"/>
                <a:ea typeface="Segoe UI"/>
                <a:cs typeface="Segoe UI"/>
              </a:rPr>
              <a:t>The commands you will use</a:t>
            </a:r>
          </a:p>
        </p:txBody>
      </p:sp>
      <p:sp>
        <p:nvSpPr>
          <p:cNvPr id="3" name="Text Placeholder 11">
            <a:extLst xmlns:a="http://schemas.openxmlformats.org/drawingml/2006/main">
              <a:ext uri="{FF2B5EF4-FFF2-40B4-BE49-F238E27FC236}">
                <a16:creationId xmlns:a16="http://schemas.microsoft.com/office/drawing/2014/main" id="{C2759870-0BEA-44DC-A414-1C70D04E35CC}"/>
              </a:ext>
            </a:extLst>
          </p:cNvPr>
          <p:cNvSpPr>
            <a:spLocks xmlns:a="http://schemas.openxmlformats.org/drawingml/2006/main" noGrp="1"/>
          </p:cNvSpPr>
          <p:nvPr>
            <p:ph type="body" idx="16"/>
          </p:nvPr>
        </p:nvSpPr>
        <p:spPr>
          <a:xfrm xmlns:a="http://schemas.openxmlformats.org/drawingml/2006/main">
            <a:off x="438150" y="1400175"/>
            <a:ext cx="3905250" cy="428625"/>
          </a:xfrm>
        </p:spPr>
        <p:txBody>
          <a:bodyPr xmlns:a="http://schemas.openxmlformats.org/drawingml/2006/main" lIns="0" tIns="0" rIns="0" bIns="0" anchor="t"/>
          <a:lstStyle xmlns:a="http://schemas.openxmlformats.org/drawingml/2006/main">
            <a:defPPr>
              <a:defRPr sz="2175" b="1">
                <a:solidFill>
                  <a:srgbClr val="50B8E8"/>
                </a:solidFill>
                <a:latin typeface="Segoe UI"/>
                <a:ea typeface="Segoe UI"/>
                <a:cs typeface="Segoe UI"/>
              </a:defRPr>
            </a:defPPr>
            <a:lvl1pPr marL="0" indent="0">
              <a:spcBef>
                <a:spcPts val="0"/>
              </a:spcBef>
              <a:buNone/>
              <a:defRPr sz="2100" b="1">
                <a:solidFill>
                  <a:schemeClr val="tx1"/>
                </a:solidFill>
                <a:latin typeface="+mj-lt"/>
                <a:ea typeface="+mj-lt"/>
                <a:cs typeface="+mj-lt"/>
              </a:defRPr>
            </a:lvl1pPr>
            <a:lvl2pPr>
              <a:defRPr sz="2175" b="1">
                <a:solidFill>
                  <a:srgbClr val="50B8E8"/>
                </a:solidFill>
                <a:latin typeface="Segoe UI"/>
                <a:ea typeface="Segoe UI"/>
                <a:cs typeface="Segoe UI"/>
              </a:defRPr>
            </a:lvl2pPr>
            <a:lvl3pPr>
              <a:defRPr sz="2175" b="1">
                <a:solidFill>
                  <a:srgbClr val="50B8E8"/>
                </a:solidFill>
                <a:latin typeface="Segoe UI"/>
                <a:ea typeface="Segoe UI"/>
                <a:cs typeface="Segoe UI"/>
              </a:defRPr>
            </a:lvl3pPr>
            <a:lvl4pPr>
              <a:defRPr sz="2175" b="1">
                <a:solidFill>
                  <a:srgbClr val="50B8E8"/>
                </a:solidFill>
                <a:latin typeface="Segoe UI"/>
                <a:ea typeface="Segoe UI"/>
                <a:cs typeface="Segoe UI"/>
              </a:defRPr>
            </a:lvl4pPr>
            <a:lvl5pPr>
              <a:defRPr sz="2175" b="1">
                <a:solidFill>
                  <a:srgbClr val="50B8E8"/>
                </a:solidFill>
                <a:latin typeface="Segoe UI"/>
                <a:ea typeface="Segoe UI"/>
                <a:cs typeface="Segoe UI"/>
              </a:defRPr>
            </a:lvl5pPr>
            <a:lvl6pPr>
              <a:defRPr sz="2175" b="1">
                <a:solidFill>
                  <a:srgbClr val="50B8E8"/>
                </a:solidFill>
                <a:latin typeface="Segoe UI"/>
                <a:ea typeface="Segoe UI"/>
                <a:cs typeface="Segoe UI"/>
              </a:defRPr>
            </a:lvl6pPr>
            <a:lvl7pPr>
              <a:defRPr sz="2175" b="1">
                <a:solidFill>
                  <a:srgbClr val="50B8E8"/>
                </a:solidFill>
                <a:latin typeface="Segoe UI"/>
                <a:ea typeface="Segoe UI"/>
                <a:cs typeface="Segoe UI"/>
              </a:defRPr>
            </a:lvl7pPr>
            <a:lvl8pPr>
              <a:defRPr sz="2175" b="1">
                <a:solidFill>
                  <a:srgbClr val="50B8E8"/>
                </a:solidFill>
                <a:latin typeface="Segoe UI"/>
                <a:ea typeface="Segoe UI"/>
                <a:cs typeface="Segoe UI"/>
              </a:defRPr>
            </a:lvl8pPr>
            <a:lvl9pPr>
              <a:defRPr sz="2175" b="1">
                <a:solidFill>
                  <a:srgbClr val="50B8E8"/>
                </a:solidFill>
                <a:latin typeface="Segoe UI"/>
                <a:ea typeface="Segoe UI"/>
                <a:cs typeface="Segoe UI"/>
              </a:defRPr>
            </a:lvl9pPr>
          </a:lstStyle>
          <a:p xmlns:a="http://schemas.openxmlformats.org/drawingml/2006/main">
            <a:pPr marL="0" lvl="0" indent="0">
              <a:buNone/>
              <a:defRPr sz="2175" b="1">
                <a:solidFill>
                  <a:srgbClr val="50B8E8"/>
                </a:solidFill>
                <a:latin typeface="Segoe UI"/>
                <a:ea typeface="Segoe UI"/>
                <a:cs typeface="Segoe UI"/>
              </a:defRPr>
            </a:pPr>
            <a:r>
              <a:rPr sz="2175" b="1">
                <a:solidFill>
                  <a:srgbClr val="50B8E8"/>
                </a:solidFill>
                <a:latin typeface="Segoe UI"/>
                <a:ea typeface="Segoe UI"/>
                <a:cs typeface="Segoe UI"/>
              </a:rPr>
              <a:t>Capture and prepare</a:t>
            </a:r>
          </a:p>
        </p:txBody>
      </p:sp>
      <p:sp>
        <p:nvSpPr>
          <p:cNvPr id="4" name="Content Placeholder 14">
            <a:extLst xmlns:a="http://schemas.openxmlformats.org/drawingml/2006/main">
              <a:ext uri="{FF2B5EF4-FFF2-40B4-BE49-F238E27FC236}">
                <a16:creationId xmlns:a16="http://schemas.microsoft.com/office/drawing/2014/main" id="{BFEF95FA-F121-4653-B60A-0D068C345462}"/>
              </a:ext>
            </a:extLst>
          </p:cNvPr>
          <p:cNvSpPr>
            <a:spLocks xmlns:a="http://schemas.openxmlformats.org/drawingml/2006/main" noGrp="1"/>
          </p:cNvSpPr>
          <p:nvPr>
            <p:ph idx="11"/>
          </p:nvPr>
        </p:nvSpPr>
        <p:spPr>
          <a:xfrm xmlns:a="http://schemas.openxmlformats.org/drawingml/2006/main">
            <a:off x="438150" y="2105025"/>
            <a:ext cx="3905250" cy="2047875"/>
          </a:xfrm>
        </p:spPr>
        <p:txBody>
          <a:bodyPr xmlns:a="http://schemas.openxmlformats.org/drawingml/2006/main" lIns="0" tIns="0" rIns="0" bIns="0" anchor="t"/>
          <a:lstStyle xmlns:a="http://schemas.openxmlformats.org/drawingml/2006/main">
            <a:defPPr>
              <a:defRPr sz="1875" b="0">
                <a:solidFill>
                  <a:srgbClr val="FFFFFF"/>
                </a:solidFill>
                <a:latin typeface="Segoe UI"/>
                <a:ea typeface="Segoe UI"/>
                <a:cs typeface="Segoe UI"/>
              </a:defRPr>
            </a:defPPr>
            <a:lvl1pPr marL="0" indent="0">
              <a:buNone/>
              <a:defRPr sz="1800" b="0">
                <a:solidFill>
                  <a:srgbClr val="FFFFFF"/>
                </a:solidFill>
                <a:latin typeface="Segoe UI"/>
                <a:ea typeface="Segoe UI"/>
                <a:cs typeface="Segoe UI"/>
              </a:defRPr>
            </a:lvl1pPr>
            <a:lvl2pPr>
              <a:defRPr sz="1875" b="0">
                <a:solidFill>
                  <a:srgbClr val="FFFFFF"/>
                </a:solidFill>
                <a:latin typeface="Segoe UI"/>
                <a:ea typeface="Segoe UI"/>
                <a:cs typeface="Segoe UI"/>
              </a:defRPr>
            </a:lvl2pPr>
            <a:lvl3pPr>
              <a:defRPr sz="1875" b="0">
                <a:solidFill>
                  <a:srgbClr val="FFFFFF"/>
                </a:solidFill>
                <a:latin typeface="Segoe UI"/>
                <a:ea typeface="Segoe UI"/>
                <a:cs typeface="Segoe UI"/>
              </a:defRPr>
            </a:lvl3pPr>
            <a:lvl4pPr>
              <a:defRPr sz="1875" b="0">
                <a:solidFill>
                  <a:srgbClr val="FFFFFF"/>
                </a:solidFill>
                <a:latin typeface="Segoe UI"/>
                <a:ea typeface="Segoe UI"/>
                <a:cs typeface="Segoe UI"/>
              </a:defRPr>
            </a:lvl4pPr>
            <a:lvl5pPr>
              <a:defRPr sz="1875" b="0">
                <a:solidFill>
                  <a:srgbClr val="FFFFFF"/>
                </a:solidFill>
                <a:latin typeface="Segoe UI"/>
                <a:ea typeface="Segoe UI"/>
                <a:cs typeface="Segoe UI"/>
              </a:defRPr>
            </a:lvl5pPr>
            <a:lvl6pPr>
              <a:defRPr sz="1875" b="0">
                <a:solidFill>
                  <a:srgbClr val="FFFFFF"/>
                </a:solidFill>
                <a:latin typeface="Segoe UI"/>
                <a:ea typeface="Segoe UI"/>
                <a:cs typeface="Segoe UI"/>
              </a:defRPr>
            </a:lvl6pPr>
            <a:lvl7pPr>
              <a:defRPr sz="1875" b="0">
                <a:solidFill>
                  <a:srgbClr val="FFFFFF"/>
                </a:solidFill>
                <a:latin typeface="Segoe UI"/>
                <a:ea typeface="Segoe UI"/>
                <a:cs typeface="Segoe UI"/>
              </a:defRPr>
            </a:lvl7pPr>
            <a:lvl8pPr>
              <a:defRPr sz="1875" b="0">
                <a:solidFill>
                  <a:srgbClr val="FFFFFF"/>
                </a:solidFill>
                <a:latin typeface="Segoe UI"/>
                <a:ea typeface="Segoe UI"/>
                <a:cs typeface="Segoe UI"/>
              </a:defRPr>
            </a:lvl8pPr>
            <a:lvl9pPr>
              <a:defRPr sz="1875" b="0">
                <a:solidFill>
                  <a:srgbClr val="FFFFFF"/>
                </a:solidFill>
                <a:latin typeface="Segoe UI"/>
                <a:ea typeface="Segoe UI"/>
                <a:cs typeface="Segoe UI"/>
              </a:defRPr>
            </a:lvl9pPr>
          </a:lstStyle>
          <a:p xmlns:a="http://schemas.openxmlformats.org/drawingml/2006/main">
            <a:pPr marL="0" lvl="0" indent="0">
              <a:buNone/>
              <a:defRPr sz="1875" b="0">
                <a:solidFill>
                  <a:srgbClr val="FFFFFF"/>
                </a:solidFill>
                <a:latin typeface="Segoe UI"/>
                <a:ea typeface="Segoe UI"/>
                <a:cs typeface="Segoe UI"/>
              </a:defRPr>
            </a:pPr>
            <a:r>
              <a:rPr sz="1875" b="0">
                <a:solidFill>
                  <a:srgbClr val="FFFFFF"/>
                </a:solidFill>
                <a:latin typeface="Segoe UI"/>
                <a:ea typeface="Segoe UI"/>
                <a:cs typeface="Segoe UI"/>
              </a:rPr>
              <a:t>apiops init</a:t>
            </a:r>
          </a:p>
          <a:p xmlns:a="http://schemas.openxmlformats.org/drawingml/2006/main">
            <a:pPr marL="0" lvl="0" indent="0">
              <a:buNone/>
              <a:defRPr sz="1875" b="0">
                <a:solidFill>
                  <a:srgbClr val="FFFFFF"/>
                </a:solidFill>
                <a:latin typeface="Segoe UI"/>
                <a:ea typeface="Segoe UI"/>
                <a:cs typeface="Segoe UI"/>
              </a:defRPr>
            </a:pPr>
            <a:r>
              <a:rPr sz="1875" b="0">
                <a:solidFill>
                  <a:srgbClr val="FFFFFF"/>
                </a:solidFill>
                <a:latin typeface="Segoe UI"/>
                <a:ea typeface="Segoe UI"/>
                <a:cs typeface="Segoe UI"/>
              </a:rPr>
              <a:t>Generate CI/CD scaffolding.</a:t>
            </a:r>
          </a:p>
          <a:p xmlns:a="http://schemas.openxmlformats.org/drawingml/2006/main">
            <a:pPr marL="0" lvl="0" indent="0">
              <a:buNone/>
            </a:pPr>
            <a:r>
              <a:t/>
            </a:r>
          </a:p>
          <a:p xmlns:a="http://schemas.openxmlformats.org/drawingml/2006/main">
            <a:pPr marL="0" lvl="0" indent="0">
              <a:buNone/>
              <a:defRPr sz="1875" b="0">
                <a:solidFill>
                  <a:srgbClr val="FFFFFF"/>
                </a:solidFill>
                <a:latin typeface="Segoe UI"/>
                <a:ea typeface="Segoe UI"/>
                <a:cs typeface="Segoe UI"/>
              </a:defRPr>
            </a:pPr>
            <a:r>
              <a:rPr sz="1875" b="0">
                <a:solidFill>
                  <a:srgbClr val="FFFFFF"/>
                </a:solidFill>
                <a:latin typeface="Segoe UI"/>
                <a:ea typeface="Segoe UI"/>
                <a:cs typeface="Segoe UI"/>
              </a:rPr>
              <a:t>apiops extract</a:t>
            </a:r>
          </a:p>
          <a:p xmlns:a="http://schemas.openxmlformats.org/drawingml/2006/main">
            <a:pPr marL="0" lvl="0" indent="0">
              <a:buNone/>
              <a:defRPr sz="1875" b="0">
                <a:solidFill>
                  <a:srgbClr val="FFFFFF"/>
                </a:solidFill>
                <a:latin typeface="Segoe UI"/>
                <a:ea typeface="Segoe UI"/>
                <a:cs typeface="Segoe UI"/>
              </a:defRPr>
            </a:pPr>
            <a:r>
              <a:rPr sz="1875" b="0">
                <a:solidFill>
                  <a:srgbClr val="FFFFFF"/>
                </a:solidFill>
                <a:latin typeface="Segoe UI"/>
                <a:ea typeface="Segoe UI"/>
                <a:cs typeface="Segoe UI"/>
              </a:rPr>
              <a:t>Save APIM configuration.</a:t>
            </a:r>
          </a:p>
        </p:txBody>
      </p:sp>
      <p:sp>
        <p:nvSpPr>
          <p:cNvPr id="5" name="Text Placeholder 11">
            <a:extLst xmlns:a="http://schemas.openxmlformats.org/drawingml/2006/main">
              <a:ext uri="{FF2B5EF4-FFF2-40B4-BE49-F238E27FC236}">
                <a16:creationId xmlns:a16="http://schemas.microsoft.com/office/drawing/2014/main" id="{C327262A-D327-4189-AD22-BAD67CF4AB79}"/>
              </a:ext>
            </a:extLst>
          </p:cNvPr>
          <p:cNvSpPr>
            <a:spLocks xmlns:a="http://schemas.openxmlformats.org/drawingml/2006/main" noGrp="1"/>
          </p:cNvSpPr>
          <p:nvPr>
            <p:ph type="body" idx="17"/>
          </p:nvPr>
        </p:nvSpPr>
        <p:spPr>
          <a:xfrm xmlns:a="http://schemas.openxmlformats.org/drawingml/2006/main">
            <a:off x="4791075" y="1400175"/>
            <a:ext cx="3905250" cy="428625"/>
          </a:xfrm>
        </p:spPr>
        <p:txBody>
          <a:bodyPr xmlns:a="http://schemas.openxmlformats.org/drawingml/2006/main" lIns="0" tIns="0" rIns="0" bIns="0" anchor="t"/>
          <a:lstStyle xmlns:a="http://schemas.openxmlformats.org/drawingml/2006/main">
            <a:defPPr>
              <a:defRPr sz="2175" b="1">
                <a:solidFill>
                  <a:srgbClr val="50B8E8"/>
                </a:solidFill>
                <a:latin typeface="Segoe UI"/>
                <a:ea typeface="Segoe UI"/>
                <a:cs typeface="Segoe UI"/>
              </a:defRPr>
            </a:defPPr>
            <a:lvl1pPr marL="0" indent="0">
              <a:spcBef>
                <a:spcPts val="0"/>
              </a:spcBef>
              <a:buNone/>
              <a:defRPr sz="2100" b="1">
                <a:solidFill>
                  <a:schemeClr val="tx1"/>
                </a:solidFill>
                <a:latin typeface="+mj-lt"/>
                <a:ea typeface="+mj-lt"/>
                <a:cs typeface="+mj-lt"/>
              </a:defRPr>
            </a:lvl1pPr>
            <a:lvl2pPr>
              <a:defRPr sz="2175" b="1">
                <a:solidFill>
                  <a:srgbClr val="50B8E8"/>
                </a:solidFill>
                <a:latin typeface="Segoe UI"/>
                <a:ea typeface="Segoe UI"/>
                <a:cs typeface="Segoe UI"/>
              </a:defRPr>
            </a:lvl2pPr>
            <a:lvl3pPr>
              <a:defRPr sz="2175" b="1">
                <a:solidFill>
                  <a:srgbClr val="50B8E8"/>
                </a:solidFill>
                <a:latin typeface="Segoe UI"/>
                <a:ea typeface="Segoe UI"/>
                <a:cs typeface="Segoe UI"/>
              </a:defRPr>
            </a:lvl3pPr>
            <a:lvl4pPr>
              <a:defRPr sz="2175" b="1">
                <a:solidFill>
                  <a:srgbClr val="50B8E8"/>
                </a:solidFill>
                <a:latin typeface="Segoe UI"/>
                <a:ea typeface="Segoe UI"/>
                <a:cs typeface="Segoe UI"/>
              </a:defRPr>
            </a:lvl4pPr>
            <a:lvl5pPr>
              <a:defRPr sz="2175" b="1">
                <a:solidFill>
                  <a:srgbClr val="50B8E8"/>
                </a:solidFill>
                <a:latin typeface="Segoe UI"/>
                <a:ea typeface="Segoe UI"/>
                <a:cs typeface="Segoe UI"/>
              </a:defRPr>
            </a:lvl5pPr>
            <a:lvl6pPr>
              <a:defRPr sz="2175" b="1">
                <a:solidFill>
                  <a:srgbClr val="50B8E8"/>
                </a:solidFill>
                <a:latin typeface="Segoe UI"/>
                <a:ea typeface="Segoe UI"/>
                <a:cs typeface="Segoe UI"/>
              </a:defRPr>
            </a:lvl6pPr>
            <a:lvl7pPr>
              <a:defRPr sz="2175" b="1">
                <a:solidFill>
                  <a:srgbClr val="50B8E8"/>
                </a:solidFill>
                <a:latin typeface="Segoe UI"/>
                <a:ea typeface="Segoe UI"/>
                <a:cs typeface="Segoe UI"/>
              </a:defRPr>
            </a:lvl7pPr>
            <a:lvl8pPr>
              <a:defRPr sz="2175" b="1">
                <a:solidFill>
                  <a:srgbClr val="50B8E8"/>
                </a:solidFill>
                <a:latin typeface="Segoe UI"/>
                <a:ea typeface="Segoe UI"/>
                <a:cs typeface="Segoe UI"/>
              </a:defRPr>
            </a:lvl8pPr>
            <a:lvl9pPr>
              <a:defRPr sz="2175" b="1">
                <a:solidFill>
                  <a:srgbClr val="50B8E8"/>
                </a:solidFill>
                <a:latin typeface="Segoe UI"/>
                <a:ea typeface="Segoe UI"/>
                <a:cs typeface="Segoe UI"/>
              </a:defRPr>
            </a:lvl9pPr>
          </a:lstStyle>
          <a:p xmlns:a="http://schemas.openxmlformats.org/drawingml/2006/main">
            <a:pPr marL="0" lvl="0" indent="0">
              <a:buNone/>
              <a:defRPr sz="2175" b="1">
                <a:solidFill>
                  <a:srgbClr val="50B8E8"/>
                </a:solidFill>
                <a:latin typeface="Segoe UI"/>
                <a:ea typeface="Segoe UI"/>
                <a:cs typeface="Segoe UI"/>
              </a:defRPr>
            </a:pPr>
            <a:r>
              <a:rPr sz="2175" b="1">
                <a:solidFill>
                  <a:srgbClr val="50B8E8"/>
                </a:solidFill>
                <a:latin typeface="Segoe UI"/>
                <a:ea typeface="Segoe UI"/>
                <a:cs typeface="Segoe UI"/>
              </a:rPr>
              <a:t>Preview and deploy</a:t>
            </a:r>
          </a:p>
        </p:txBody>
      </p:sp>
      <p:sp>
        <p:nvSpPr>
          <p:cNvPr id="6" name="Content Placeholder 14">
            <a:extLst xmlns:a="http://schemas.openxmlformats.org/drawingml/2006/main">
              <a:ext uri="{FF2B5EF4-FFF2-40B4-BE49-F238E27FC236}">
                <a16:creationId xmlns:a16="http://schemas.microsoft.com/office/drawing/2014/main" id="{47F8EAA9-0E64-4589-A234-BC31685BE7D3}"/>
              </a:ext>
            </a:extLst>
          </p:cNvPr>
          <p:cNvSpPr>
            <a:spLocks xmlns:a="http://schemas.openxmlformats.org/drawingml/2006/main" noGrp="1"/>
          </p:cNvSpPr>
          <p:nvPr>
            <p:ph idx="13"/>
          </p:nvPr>
        </p:nvSpPr>
        <p:spPr>
          <a:xfrm xmlns:a="http://schemas.openxmlformats.org/drawingml/2006/main">
            <a:off x="4791075" y="2105025"/>
            <a:ext cx="3905250" cy="2047875"/>
          </a:xfrm>
        </p:spPr>
        <p:txBody>
          <a:bodyPr xmlns:a="http://schemas.openxmlformats.org/drawingml/2006/main" lIns="0" tIns="0" rIns="0" bIns="0" anchor="t"/>
          <a:lstStyle xmlns:a="http://schemas.openxmlformats.org/drawingml/2006/main">
            <a:defPPr>
              <a:defRPr sz="1875" b="0">
                <a:solidFill>
                  <a:srgbClr val="FFFFFF"/>
                </a:solidFill>
                <a:latin typeface="Segoe UI"/>
                <a:ea typeface="Segoe UI"/>
                <a:cs typeface="Segoe UI"/>
              </a:defRPr>
            </a:defPPr>
            <a:lvl1pPr marL="0" indent="0">
              <a:buNone/>
              <a:defRPr sz="1800" b="0">
                <a:solidFill>
                  <a:srgbClr val="FFFFFF"/>
                </a:solidFill>
                <a:latin typeface="Segoe UI"/>
                <a:ea typeface="Segoe UI"/>
                <a:cs typeface="Segoe UI"/>
              </a:defRPr>
            </a:lvl1pPr>
            <a:lvl2pPr>
              <a:defRPr sz="1875" b="0">
                <a:solidFill>
                  <a:srgbClr val="FFFFFF"/>
                </a:solidFill>
                <a:latin typeface="Segoe UI"/>
                <a:ea typeface="Segoe UI"/>
                <a:cs typeface="Segoe UI"/>
              </a:defRPr>
            </a:lvl2pPr>
            <a:lvl3pPr>
              <a:defRPr sz="1875" b="0">
                <a:solidFill>
                  <a:srgbClr val="FFFFFF"/>
                </a:solidFill>
                <a:latin typeface="Segoe UI"/>
                <a:ea typeface="Segoe UI"/>
                <a:cs typeface="Segoe UI"/>
              </a:defRPr>
            </a:lvl3pPr>
            <a:lvl4pPr>
              <a:defRPr sz="1875" b="0">
                <a:solidFill>
                  <a:srgbClr val="FFFFFF"/>
                </a:solidFill>
                <a:latin typeface="Segoe UI"/>
                <a:ea typeface="Segoe UI"/>
                <a:cs typeface="Segoe UI"/>
              </a:defRPr>
            </a:lvl4pPr>
            <a:lvl5pPr>
              <a:defRPr sz="1875" b="0">
                <a:solidFill>
                  <a:srgbClr val="FFFFFF"/>
                </a:solidFill>
                <a:latin typeface="Segoe UI"/>
                <a:ea typeface="Segoe UI"/>
                <a:cs typeface="Segoe UI"/>
              </a:defRPr>
            </a:lvl5pPr>
            <a:lvl6pPr>
              <a:defRPr sz="1875" b="0">
                <a:solidFill>
                  <a:srgbClr val="FFFFFF"/>
                </a:solidFill>
                <a:latin typeface="Segoe UI"/>
                <a:ea typeface="Segoe UI"/>
                <a:cs typeface="Segoe UI"/>
              </a:defRPr>
            </a:lvl6pPr>
            <a:lvl7pPr>
              <a:defRPr sz="1875" b="0">
                <a:solidFill>
                  <a:srgbClr val="FFFFFF"/>
                </a:solidFill>
                <a:latin typeface="Segoe UI"/>
                <a:ea typeface="Segoe UI"/>
                <a:cs typeface="Segoe UI"/>
              </a:defRPr>
            </a:lvl7pPr>
            <a:lvl8pPr>
              <a:defRPr sz="1875" b="0">
                <a:solidFill>
                  <a:srgbClr val="FFFFFF"/>
                </a:solidFill>
                <a:latin typeface="Segoe UI"/>
                <a:ea typeface="Segoe UI"/>
                <a:cs typeface="Segoe UI"/>
              </a:defRPr>
            </a:lvl8pPr>
            <a:lvl9pPr>
              <a:defRPr sz="1875" b="0">
                <a:solidFill>
                  <a:srgbClr val="FFFFFF"/>
                </a:solidFill>
                <a:latin typeface="Segoe UI"/>
                <a:ea typeface="Segoe UI"/>
                <a:cs typeface="Segoe UI"/>
              </a:defRPr>
            </a:lvl9pPr>
          </a:lstStyle>
          <a:p xmlns:a="http://schemas.openxmlformats.org/drawingml/2006/main">
            <a:pPr marL="0" lvl="0" indent="0">
              <a:buNone/>
              <a:defRPr sz="1875" b="0">
                <a:solidFill>
                  <a:srgbClr val="FFFFFF"/>
                </a:solidFill>
                <a:latin typeface="Segoe UI"/>
                <a:ea typeface="Segoe UI"/>
                <a:cs typeface="Segoe UI"/>
              </a:defRPr>
            </a:pPr>
            <a:r>
              <a:rPr sz="1875" b="0">
                <a:solidFill>
                  <a:srgbClr val="FFFFFF"/>
                </a:solidFill>
                <a:latin typeface="Segoe UI"/>
                <a:ea typeface="Segoe UI"/>
                <a:cs typeface="Segoe UI"/>
              </a:rPr>
              <a:t>apiops publish --dry-run</a:t>
            </a:r>
          </a:p>
          <a:p xmlns:a="http://schemas.openxmlformats.org/drawingml/2006/main">
            <a:pPr marL="0" lvl="0" indent="0">
              <a:buNone/>
              <a:defRPr sz="1875" b="0">
                <a:solidFill>
                  <a:srgbClr val="FFFFFF"/>
                </a:solidFill>
                <a:latin typeface="Segoe UI"/>
                <a:ea typeface="Segoe UI"/>
                <a:cs typeface="Segoe UI"/>
              </a:defRPr>
            </a:pPr>
            <a:r>
              <a:rPr sz="1875" b="0">
                <a:solidFill>
                  <a:srgbClr val="FFFFFF"/>
                </a:solidFill>
                <a:latin typeface="Segoe UI"/>
                <a:ea typeface="Segoe UI"/>
                <a:cs typeface="Segoe UI"/>
              </a:rPr>
              <a:t>Review the planned actions.</a:t>
            </a:r>
          </a:p>
          <a:p xmlns:a="http://schemas.openxmlformats.org/drawingml/2006/main">
            <a:pPr marL="0" lvl="0" indent="0">
              <a:buNone/>
            </a:pPr>
            <a:r>
              <a:t/>
            </a:r>
          </a:p>
          <a:p xmlns:a="http://schemas.openxmlformats.org/drawingml/2006/main">
            <a:pPr marL="0" lvl="0" indent="0">
              <a:buNone/>
              <a:defRPr sz="1875" b="0">
                <a:solidFill>
                  <a:srgbClr val="FFFFFF"/>
                </a:solidFill>
                <a:latin typeface="Segoe UI"/>
                <a:ea typeface="Segoe UI"/>
                <a:cs typeface="Segoe UI"/>
              </a:defRPr>
            </a:pPr>
            <a:r>
              <a:rPr sz="1875" b="0">
                <a:solidFill>
                  <a:srgbClr val="FFFFFF"/>
                </a:solidFill>
                <a:latin typeface="Segoe UI"/>
                <a:ea typeface="Segoe UI"/>
                <a:cs typeface="Segoe UI"/>
              </a:rPr>
              <a:t>apiops publish</a:t>
            </a:r>
          </a:p>
          <a:p xmlns:a="http://schemas.openxmlformats.org/drawingml/2006/main">
            <a:pPr marL="0" lvl="0" indent="0">
              <a:buNone/>
              <a:defRPr sz="1875" b="0">
                <a:solidFill>
                  <a:srgbClr val="FFFFFF"/>
                </a:solidFill>
                <a:latin typeface="Segoe UI"/>
                <a:ea typeface="Segoe UI"/>
                <a:cs typeface="Segoe UI"/>
              </a:defRPr>
            </a:pPr>
            <a:r>
              <a:rPr sz="1875" b="0">
                <a:solidFill>
                  <a:srgbClr val="FFFFFF"/>
                </a:solidFill>
                <a:latin typeface="Segoe UI"/>
                <a:ea typeface="Segoe UI"/>
                <a:cs typeface="Segoe UI"/>
              </a:rPr>
              <a:t>Apply the configuration.</a:t>
            </a:r>
          </a:p>
        </p:txBody>
      </p:sp>
      <p:sp>
        <p:nvSpPr>
          <p:cNvPr id="7" name="APIOps content">
            <a:extLst xmlns:a="http://schemas.openxmlformats.org/drawingml/2006/main">
              <a:ext uri="{FF2B5EF4-FFF2-40B4-BE49-F238E27FC236}">
                <a16:creationId xmlns:a16="http://schemas.microsoft.com/office/drawing/2014/main" id="{28F7D284-25CA-4C0D-944A-B0201A8B10DB}"/>
              </a:ext>
            </a:extLst>
          </p:cNvPr>
          <p:cNvSpPr>
            <a:spLocks xmlns:a="http://schemas.openxmlformats.org/drawingml/2006/main" noGrp="1"/>
          </p:cNvSpPr>
          <p:nvPr/>
        </p:nvSpPr>
        <p:spPr>
          <a:xfrm xmlns:a="http://schemas.openxmlformats.org/drawingml/2006/main">
            <a:off x="438150" y="45529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D9D9D6"/>
                </a:solidFill>
                <a:latin typeface="Segoe UI"/>
                <a:ea typeface="Segoe UI"/>
                <a:cs typeface="Segoe UI"/>
              </a:defRPr>
            </a:defPPr>
            <a:lvl1pPr>
              <a:defRPr sz="1275" b="0">
                <a:solidFill>
                  <a:srgbClr val="D9D9D6"/>
                </a:solidFill>
                <a:latin typeface="Segoe UI"/>
                <a:ea typeface="Segoe UI"/>
                <a:cs typeface="Segoe UI"/>
              </a:defRPr>
            </a:lvl1pPr>
            <a:lvl2pPr>
              <a:defRPr sz="1275" b="0">
                <a:solidFill>
                  <a:srgbClr val="D9D9D6"/>
                </a:solidFill>
                <a:latin typeface="Segoe UI"/>
                <a:ea typeface="Segoe UI"/>
                <a:cs typeface="Segoe UI"/>
              </a:defRPr>
            </a:lvl2pPr>
            <a:lvl3pPr>
              <a:defRPr sz="1275" b="0">
                <a:solidFill>
                  <a:srgbClr val="D9D9D6"/>
                </a:solidFill>
                <a:latin typeface="Segoe UI"/>
                <a:ea typeface="Segoe UI"/>
                <a:cs typeface="Segoe UI"/>
              </a:defRPr>
            </a:lvl3pPr>
            <a:lvl4pPr>
              <a:defRPr sz="1275" b="0">
                <a:solidFill>
                  <a:srgbClr val="D9D9D6"/>
                </a:solidFill>
                <a:latin typeface="Segoe UI"/>
                <a:ea typeface="Segoe UI"/>
                <a:cs typeface="Segoe UI"/>
              </a:defRPr>
            </a:lvl4pPr>
            <a:lvl5pPr>
              <a:defRPr sz="1275" b="0">
                <a:solidFill>
                  <a:srgbClr val="D9D9D6"/>
                </a:solidFill>
                <a:latin typeface="Segoe UI"/>
                <a:ea typeface="Segoe UI"/>
                <a:cs typeface="Segoe UI"/>
              </a:defRPr>
            </a:lvl5pPr>
            <a:lvl6pPr>
              <a:defRPr sz="1275" b="0">
                <a:solidFill>
                  <a:srgbClr val="D9D9D6"/>
                </a:solidFill>
                <a:latin typeface="Segoe UI"/>
                <a:ea typeface="Segoe UI"/>
                <a:cs typeface="Segoe UI"/>
              </a:defRPr>
            </a:lvl6pPr>
            <a:lvl7pPr>
              <a:defRPr sz="1275" b="0">
                <a:solidFill>
                  <a:srgbClr val="D9D9D6"/>
                </a:solidFill>
                <a:latin typeface="Segoe UI"/>
                <a:ea typeface="Segoe UI"/>
                <a:cs typeface="Segoe UI"/>
              </a:defRPr>
            </a:lvl7pPr>
            <a:lvl8pPr>
              <a:defRPr sz="1275" b="0">
                <a:solidFill>
                  <a:srgbClr val="D9D9D6"/>
                </a:solidFill>
                <a:latin typeface="Segoe UI"/>
                <a:ea typeface="Segoe UI"/>
                <a:cs typeface="Segoe UI"/>
              </a:defRPr>
            </a:lvl8pPr>
            <a:lvl9pPr>
              <a:defRPr sz="1275" b="0">
                <a:solidFill>
                  <a:srgbClr val="D9D9D6"/>
                </a:solidFill>
                <a:latin typeface="Segoe UI"/>
                <a:ea typeface="Segoe UI"/>
                <a:cs typeface="Segoe UI"/>
              </a:defRPr>
            </a:lvl9pPr>
          </a:lstStyle>
          <a:p xmlns:a="http://schemas.openxmlformats.org/drawingml/2006/main">
            <a:pPr>
              <a:defRPr sz="1275" b="0">
                <a:solidFill>
                  <a:srgbClr val="D9D9D6"/>
                </a:solidFill>
                <a:latin typeface="Segoe UI"/>
                <a:ea typeface="Segoe UI"/>
                <a:cs typeface="Segoe UI"/>
              </a:defRPr>
            </a:pPr>
            <a:r>
              <a:rPr sz="1275" b="0">
                <a:solidFill>
                  <a:srgbClr val="D9D9D6"/>
                </a:solidFill>
                <a:latin typeface="Segoe UI"/>
                <a:ea typeface="Segoe UI"/>
                <a:cs typeface="Segoe UI"/>
              </a:rPr>
              <a:t>Prerequisites: Node.js 22 or later, an existing APIM service and Azure access.</a:t>
            </a:r>
          </a:p>
        </p:txBody>
      </p:sp>
    </p:spTree>
    <p:extLst>
      <p:ext uri="{BB962C8B-B14F-4D97-AF65-F5344CB8AC3E}">
        <p14:creationId xmlns:p14="http://schemas.microsoft.com/office/powerpoint/2010/main" val="14721337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2">
            <a:extLst xmlns:a="http://schemas.openxmlformats.org/drawingml/2006/main">
              <a:ext uri="{FF2B5EF4-FFF2-40B4-BE49-F238E27FC236}">
                <a16:creationId xmlns:a16="http://schemas.microsoft.com/office/drawing/2014/main" id="{F260F77E-464D-46F7-A8F8-6F281DAB0C7A}"/>
              </a:ext>
            </a:extLst>
          </p:cNvPr>
          <p:cNvSpPr>
            <a:spLocks xmlns:a="http://schemas.openxmlformats.org/drawingml/2006/main" noGrp="1"/>
          </p:cNvSpPr>
          <p:nvPr>
            <p:ph type="title" idx="0"/>
          </p:nvPr>
        </p:nvSpPr>
        <p:spPr>
          <a:xfrm xmlns:a="http://schemas.openxmlformats.org/drawingml/2006/main">
            <a:off x="438150" y="342900"/>
            <a:ext cx="8258175" cy="411480"/>
          </a:xfrm>
        </p:spPr>
        <p:txBody>
          <a:bodyPr xmlns:a="http://schemas.openxmlformats.org/drawingml/2006/main" lIns="0" tIns="0" rIns="0" bIns="0" anchor="t">
            <a:spAutoFit/>
          </a:bodyPr>
          <a:lstStyle xmlns:a="http://schemas.openxmlformats.org/drawingml/2006/main">
            <a:defPPr>
              <a:defRPr sz="2700" b="1">
                <a:solidFill>
                  <a:srgbClr val="FFFFFF"/>
                </a:solidFill>
                <a:latin typeface="Segoe UI"/>
                <a:ea typeface="Segoe UI"/>
                <a:cs typeface="Segoe UI"/>
              </a:defRPr>
            </a:defPPr>
            <a:lvl1pPr>
              <a:defRPr sz="2700" b="1">
                <a:solidFill>
                  <a:srgbClr val="FFFFFF"/>
                </a:solidFill>
                <a:latin typeface="Segoe UI"/>
                <a:ea typeface="Segoe UI"/>
                <a:cs typeface="Segoe UI"/>
              </a:defRPr>
            </a:lvl1pPr>
            <a:lvl2pPr>
              <a:defRPr sz="2700" b="1">
                <a:solidFill>
                  <a:srgbClr val="FFFFFF"/>
                </a:solidFill>
                <a:latin typeface="Segoe UI"/>
                <a:ea typeface="Segoe UI"/>
                <a:cs typeface="Segoe UI"/>
              </a:defRPr>
            </a:lvl2pPr>
            <a:lvl3pPr>
              <a:defRPr sz="2700" b="1">
                <a:solidFill>
                  <a:srgbClr val="FFFFFF"/>
                </a:solidFill>
                <a:latin typeface="Segoe UI"/>
                <a:ea typeface="Segoe UI"/>
                <a:cs typeface="Segoe UI"/>
              </a:defRPr>
            </a:lvl3pPr>
            <a:lvl4pPr>
              <a:defRPr sz="2700" b="1">
                <a:solidFill>
                  <a:srgbClr val="FFFFFF"/>
                </a:solidFill>
                <a:latin typeface="Segoe UI"/>
                <a:ea typeface="Segoe UI"/>
                <a:cs typeface="Segoe UI"/>
              </a:defRPr>
            </a:lvl4pPr>
            <a:lvl5pPr>
              <a:defRPr sz="2700" b="1">
                <a:solidFill>
                  <a:srgbClr val="FFFFFF"/>
                </a:solidFill>
                <a:latin typeface="Segoe UI"/>
                <a:ea typeface="Segoe UI"/>
                <a:cs typeface="Segoe UI"/>
              </a:defRPr>
            </a:lvl5pPr>
            <a:lvl6pPr>
              <a:defRPr sz="2700" b="1">
                <a:solidFill>
                  <a:srgbClr val="FFFFFF"/>
                </a:solidFill>
                <a:latin typeface="Segoe UI"/>
                <a:ea typeface="Segoe UI"/>
                <a:cs typeface="Segoe UI"/>
              </a:defRPr>
            </a:lvl6pPr>
            <a:lvl7pPr>
              <a:defRPr sz="2700" b="1">
                <a:solidFill>
                  <a:srgbClr val="FFFFFF"/>
                </a:solidFill>
                <a:latin typeface="Segoe UI"/>
                <a:ea typeface="Segoe UI"/>
                <a:cs typeface="Segoe UI"/>
              </a:defRPr>
            </a:lvl7pPr>
            <a:lvl8pPr>
              <a:defRPr sz="2700" b="1">
                <a:solidFill>
                  <a:srgbClr val="FFFFFF"/>
                </a:solidFill>
                <a:latin typeface="Segoe UI"/>
                <a:ea typeface="Segoe UI"/>
                <a:cs typeface="Segoe UI"/>
              </a:defRPr>
            </a:lvl8pPr>
            <a:lvl9pPr>
              <a:defRPr sz="2700" b="1">
                <a:solidFill>
                  <a:srgbClr val="FFFFFF"/>
                </a:solidFill>
                <a:latin typeface="Segoe UI"/>
                <a:ea typeface="Segoe UI"/>
                <a:cs typeface="Segoe UI"/>
              </a:defRPr>
            </a:lvl9pPr>
          </a:lstStyle>
          <a:p xmlns:a="http://schemas.openxmlformats.org/drawingml/2006/main">
            <a:pPr>
              <a:defRPr sz="2700" b="1">
                <a:solidFill>
                  <a:srgbClr val="FFFFFF"/>
                </a:solidFill>
                <a:latin typeface="Segoe UI"/>
                <a:ea typeface="Segoe UI"/>
                <a:cs typeface="Segoe UI"/>
              </a:defRPr>
            </a:pPr>
            <a:r>
              <a:rPr sz="2700" b="1">
                <a:solidFill>
                  <a:srgbClr val="FFFFFF"/>
                </a:solidFill>
                <a:latin typeface="Segoe UI"/>
                <a:ea typeface="Segoe UI"/>
                <a:cs typeface="Segoe UI"/>
              </a:rPr>
              <a:t>Deployment scope</a:t>
            </a:r>
          </a:p>
        </p:txBody>
      </p:sp>
      <p:sp>
        <p:nvSpPr>
          <p:cNvPr id="3" name="Text Placeholder 11">
            <a:extLst xmlns:a="http://schemas.openxmlformats.org/drawingml/2006/main">
              <a:ext uri="{FF2B5EF4-FFF2-40B4-BE49-F238E27FC236}">
                <a16:creationId xmlns:a16="http://schemas.microsoft.com/office/drawing/2014/main" id="{CB20F198-3776-433D-85A8-C2B6AC6235FF}"/>
              </a:ext>
            </a:extLst>
          </p:cNvPr>
          <p:cNvSpPr>
            <a:spLocks xmlns:a="http://schemas.openxmlformats.org/drawingml/2006/main" noGrp="1"/>
          </p:cNvSpPr>
          <p:nvPr>
            <p:ph type="body" idx="16"/>
          </p:nvPr>
        </p:nvSpPr>
        <p:spPr>
          <a:xfrm xmlns:a="http://schemas.openxmlformats.org/drawingml/2006/main">
            <a:off x="438150" y="1457325"/>
            <a:ext cx="2524125" cy="523875"/>
          </a:xfrm>
        </p:spPr>
        <p:txBody>
          <a:bodyPr xmlns:a="http://schemas.openxmlformats.org/drawingml/2006/main" lIns="0" tIns="0" rIns="0" bIns="0" anchor="t"/>
          <a:lstStyle xmlns:a="http://schemas.openxmlformats.org/drawingml/2006/main">
            <a:defPPr>
              <a:defRPr sz="2175" b="1">
                <a:solidFill>
                  <a:srgbClr val="50B8E8"/>
                </a:solidFill>
                <a:latin typeface="Segoe UI"/>
                <a:ea typeface="Segoe UI"/>
                <a:cs typeface="Segoe UI"/>
              </a:defRPr>
            </a:defPPr>
            <a:lvl1pPr marL="0" indent="0">
              <a:spcBef>
                <a:spcPts val="0"/>
              </a:spcBef>
              <a:buNone/>
              <a:defRPr sz="1650" b="1">
                <a:solidFill>
                  <a:schemeClr val="tx1"/>
                </a:solidFill>
                <a:latin typeface="+mj-lt"/>
                <a:ea typeface="+mj-lt"/>
                <a:cs typeface="+mj-lt"/>
              </a:defRPr>
            </a:lvl1pPr>
            <a:lvl2pPr>
              <a:defRPr sz="2175" b="1">
                <a:solidFill>
                  <a:srgbClr val="50B8E8"/>
                </a:solidFill>
                <a:latin typeface="Segoe UI"/>
                <a:ea typeface="Segoe UI"/>
                <a:cs typeface="Segoe UI"/>
              </a:defRPr>
            </a:lvl2pPr>
            <a:lvl3pPr>
              <a:defRPr sz="2175" b="1">
                <a:solidFill>
                  <a:srgbClr val="50B8E8"/>
                </a:solidFill>
                <a:latin typeface="Segoe UI"/>
                <a:ea typeface="Segoe UI"/>
                <a:cs typeface="Segoe UI"/>
              </a:defRPr>
            </a:lvl3pPr>
            <a:lvl4pPr>
              <a:defRPr sz="2175" b="1">
                <a:solidFill>
                  <a:srgbClr val="50B8E8"/>
                </a:solidFill>
                <a:latin typeface="Segoe UI"/>
                <a:ea typeface="Segoe UI"/>
                <a:cs typeface="Segoe UI"/>
              </a:defRPr>
            </a:lvl4pPr>
            <a:lvl5pPr>
              <a:defRPr sz="2175" b="1">
                <a:solidFill>
                  <a:srgbClr val="50B8E8"/>
                </a:solidFill>
                <a:latin typeface="Segoe UI"/>
                <a:ea typeface="Segoe UI"/>
                <a:cs typeface="Segoe UI"/>
              </a:defRPr>
            </a:lvl5pPr>
            <a:lvl6pPr>
              <a:defRPr sz="2175" b="1">
                <a:solidFill>
                  <a:srgbClr val="50B8E8"/>
                </a:solidFill>
                <a:latin typeface="Segoe UI"/>
                <a:ea typeface="Segoe UI"/>
                <a:cs typeface="Segoe UI"/>
              </a:defRPr>
            </a:lvl6pPr>
            <a:lvl7pPr>
              <a:defRPr sz="2175" b="1">
                <a:solidFill>
                  <a:srgbClr val="50B8E8"/>
                </a:solidFill>
                <a:latin typeface="Segoe UI"/>
                <a:ea typeface="Segoe UI"/>
                <a:cs typeface="Segoe UI"/>
              </a:defRPr>
            </a:lvl7pPr>
            <a:lvl8pPr>
              <a:defRPr sz="2175" b="1">
                <a:solidFill>
                  <a:srgbClr val="50B8E8"/>
                </a:solidFill>
                <a:latin typeface="Segoe UI"/>
                <a:ea typeface="Segoe UI"/>
                <a:cs typeface="Segoe UI"/>
              </a:defRPr>
            </a:lvl8pPr>
            <a:lvl9pPr>
              <a:defRPr sz="2175" b="1">
                <a:solidFill>
                  <a:srgbClr val="50B8E8"/>
                </a:solidFill>
                <a:latin typeface="Segoe UI"/>
                <a:ea typeface="Segoe UI"/>
                <a:cs typeface="Segoe UI"/>
              </a:defRPr>
            </a:lvl9pPr>
          </a:lstStyle>
          <a:p xmlns:a="http://schemas.openxmlformats.org/drawingml/2006/main">
            <a:pPr marL="0" lvl="0" indent="0">
              <a:buNone/>
              <a:defRPr sz="2175" b="1">
                <a:solidFill>
                  <a:srgbClr val="50B8E8"/>
                </a:solidFill>
                <a:latin typeface="Segoe UI"/>
                <a:ea typeface="Segoe UI"/>
                <a:cs typeface="Segoe UI"/>
              </a:defRPr>
            </a:pPr>
            <a:r>
              <a:rPr sz="2175" b="1">
                <a:solidFill>
                  <a:srgbClr val="50B8E8"/>
                </a:solidFill>
                <a:latin typeface="Segoe UI"/>
                <a:ea typeface="Segoe UI"/>
                <a:cs typeface="Segoe UI"/>
              </a:rPr>
              <a:t>Full publish</a:t>
            </a:r>
          </a:p>
        </p:txBody>
      </p:sp>
      <p:sp>
        <p:nvSpPr>
          <p:cNvPr id="4" name="Text Placeholder 7">
            <a:extLst xmlns:a="http://schemas.openxmlformats.org/drawingml/2006/main">
              <a:ext uri="{FF2B5EF4-FFF2-40B4-BE49-F238E27FC236}">
                <a16:creationId xmlns:a16="http://schemas.microsoft.com/office/drawing/2014/main" id="{97BC59AA-6CF8-4091-8008-21AA9AD8E8B5}"/>
              </a:ext>
            </a:extLst>
          </p:cNvPr>
          <p:cNvSpPr>
            <a:spLocks xmlns:a="http://schemas.openxmlformats.org/drawingml/2006/main" noGrp="1"/>
          </p:cNvSpPr>
          <p:nvPr>
            <p:ph type="body" idx="14"/>
          </p:nvPr>
        </p:nvSpPr>
        <p:spPr>
          <a:xfrm xmlns:a="http://schemas.openxmlformats.org/drawingml/2006/main">
            <a:off x="438150" y="2209800"/>
            <a:ext cx="2524125" cy="262890"/>
          </a:xfrm>
        </p:spPr>
        <p:txBody>
          <a:bodyPr xmlns:a="http://schemas.openxmlformats.org/drawingml/2006/main" wrap="square" lIns="0" tIns="0" rIns="0" bIns="0" anchor="t">
            <a:spAutoFit/>
          </a:bodyPr>
          <a:lstStyle xmlns:a="http://schemas.openxmlformats.org/drawingml/2006/main">
            <a:defPPr>
              <a:defRPr sz="1725" b="1">
                <a:solidFill>
                  <a:srgbClr val="FFFFFF"/>
                </a:solidFill>
                <a:latin typeface="Segoe UI"/>
                <a:ea typeface="Segoe UI"/>
                <a:cs typeface="Segoe UI"/>
              </a:defRPr>
            </a:defPPr>
            <a:lvl1pPr marL="0" indent="0">
              <a:buNone/>
              <a:defRPr sz="1500" b="1">
                <a:solidFill>
                  <a:srgbClr val="FFFFFF"/>
                </a:solidFill>
                <a:latin typeface="Segoe UI"/>
                <a:ea typeface="Segoe UI"/>
                <a:cs typeface="Segoe UI"/>
              </a:defRPr>
            </a:lvl1pPr>
            <a:lvl2pPr marL="0" indent="0">
              <a:buNone/>
              <a:defRPr sz="1350" b="1">
                <a:solidFill>
                  <a:srgbClr val="FFFFFF"/>
                </a:solidFill>
                <a:latin typeface="Segoe UI"/>
                <a:ea typeface="Segoe UI"/>
                <a:cs typeface="Segoe UI"/>
              </a:defRPr>
            </a:lvl2pPr>
            <a:lvl3pPr marL="0" indent="0">
              <a:buNone/>
              <a:defRPr sz="1725" b="1">
                <a:solidFill>
                  <a:srgbClr val="FFFFFF"/>
                </a:solidFill>
                <a:latin typeface="Segoe UI"/>
                <a:ea typeface="Segoe UI"/>
                <a:cs typeface="Segoe UI"/>
              </a:defRPr>
            </a:lvl3pPr>
            <a:lvl4pPr marL="0" indent="0">
              <a:buNone/>
              <a:defRPr sz="1725" b="1">
                <a:solidFill>
                  <a:srgbClr val="FFFFFF"/>
                </a:solidFill>
                <a:latin typeface="Segoe UI"/>
                <a:ea typeface="Segoe UI"/>
                <a:cs typeface="Segoe UI"/>
              </a:defRPr>
            </a:lvl4pPr>
            <a:lvl5pPr marL="0" indent="0">
              <a:buNone/>
              <a:defRPr sz="1725" b="1">
                <a:solidFill>
                  <a:srgbClr val="FFFFFF"/>
                </a:solidFill>
                <a:latin typeface="Segoe UI"/>
                <a:ea typeface="Segoe UI"/>
                <a:cs typeface="Segoe UI"/>
              </a:defRPr>
            </a:lvl5pPr>
            <a:lvl6pPr>
              <a:defRPr sz="1725" b="1">
                <a:solidFill>
                  <a:srgbClr val="FFFFFF"/>
                </a:solidFill>
                <a:latin typeface="Segoe UI"/>
                <a:ea typeface="Segoe UI"/>
                <a:cs typeface="Segoe UI"/>
              </a:defRPr>
            </a:lvl6pPr>
            <a:lvl7pPr>
              <a:defRPr sz="1725" b="1">
                <a:solidFill>
                  <a:srgbClr val="FFFFFF"/>
                </a:solidFill>
                <a:latin typeface="Segoe UI"/>
                <a:ea typeface="Segoe UI"/>
                <a:cs typeface="Segoe UI"/>
              </a:defRPr>
            </a:lvl7pPr>
            <a:lvl8pPr>
              <a:defRPr sz="1725" b="1">
                <a:solidFill>
                  <a:srgbClr val="FFFFFF"/>
                </a:solidFill>
                <a:latin typeface="Segoe UI"/>
                <a:ea typeface="Segoe UI"/>
                <a:cs typeface="Segoe UI"/>
              </a:defRPr>
            </a:lvl8pPr>
            <a:lvl9pPr>
              <a:defRPr sz="1725" b="1">
                <a:solidFill>
                  <a:srgbClr val="FFFFFF"/>
                </a:solidFill>
                <a:latin typeface="Segoe UI"/>
                <a:ea typeface="Segoe UI"/>
                <a:cs typeface="Segoe UI"/>
              </a:defRPr>
            </a:lvl9pPr>
          </a:lstStyle>
          <a:p xmlns:a="http://schemas.openxmlformats.org/drawingml/2006/main">
            <a:pPr marL="0" lvl="0" indent="0">
              <a:buNone/>
              <a:defRPr sz="1725" b="1">
                <a:solidFill>
                  <a:srgbClr val="FFFFFF"/>
                </a:solidFill>
                <a:latin typeface="Segoe UI"/>
                <a:ea typeface="Segoe UI"/>
                <a:cs typeface="Segoe UI"/>
              </a:defRPr>
            </a:pPr>
            <a:r>
              <a:rPr sz="1725" b="1">
                <a:solidFill>
                  <a:srgbClr val="FFFFFF"/>
                </a:solidFill>
                <a:latin typeface="Segoe UI"/>
                <a:ea typeface="Segoe UI"/>
                <a:cs typeface="Segoe UI"/>
              </a:rPr>
              <a:t>publish</a:t>
            </a:r>
          </a:p>
        </p:txBody>
      </p:sp>
      <p:sp>
        <p:nvSpPr>
          <p:cNvPr id="5" name="Text Placeholder 11">
            <a:extLst xmlns:a="http://schemas.openxmlformats.org/drawingml/2006/main">
              <a:ext uri="{FF2B5EF4-FFF2-40B4-BE49-F238E27FC236}">
                <a16:creationId xmlns:a16="http://schemas.microsoft.com/office/drawing/2014/main" id="{BECED387-BA3E-49B2-8F1E-0E371E09E0A4}"/>
              </a:ext>
            </a:extLst>
          </p:cNvPr>
          <p:cNvSpPr>
            <a:spLocks xmlns:a="http://schemas.openxmlformats.org/drawingml/2006/main" noGrp="1"/>
          </p:cNvSpPr>
          <p:nvPr>
            <p:ph type="body" idx="17"/>
          </p:nvPr>
        </p:nvSpPr>
        <p:spPr>
          <a:xfrm xmlns:a="http://schemas.openxmlformats.org/drawingml/2006/main">
            <a:off x="3343275" y="1457325"/>
            <a:ext cx="2524125" cy="523875"/>
          </a:xfrm>
        </p:spPr>
        <p:txBody>
          <a:bodyPr xmlns:a="http://schemas.openxmlformats.org/drawingml/2006/main" lIns="0" tIns="0" rIns="0" bIns="0" anchor="t"/>
          <a:lstStyle xmlns:a="http://schemas.openxmlformats.org/drawingml/2006/main">
            <a:defPPr>
              <a:defRPr sz="2175" b="1">
                <a:solidFill>
                  <a:srgbClr val="50B8E8"/>
                </a:solidFill>
                <a:latin typeface="Segoe UI"/>
                <a:ea typeface="Segoe UI"/>
                <a:cs typeface="Segoe UI"/>
              </a:defRPr>
            </a:defPPr>
            <a:lvl1pPr marL="0" indent="0">
              <a:spcBef>
                <a:spcPts val="0"/>
              </a:spcBef>
              <a:buNone/>
              <a:defRPr sz="1650" b="1">
                <a:solidFill>
                  <a:schemeClr val="tx1"/>
                </a:solidFill>
                <a:latin typeface="+mj-lt"/>
                <a:ea typeface="+mj-lt"/>
                <a:cs typeface="+mj-lt"/>
              </a:defRPr>
            </a:lvl1pPr>
            <a:lvl2pPr>
              <a:defRPr sz="2175" b="1">
                <a:solidFill>
                  <a:srgbClr val="50B8E8"/>
                </a:solidFill>
                <a:latin typeface="Segoe UI"/>
                <a:ea typeface="Segoe UI"/>
                <a:cs typeface="Segoe UI"/>
              </a:defRPr>
            </a:lvl2pPr>
            <a:lvl3pPr>
              <a:defRPr sz="2175" b="1">
                <a:solidFill>
                  <a:srgbClr val="50B8E8"/>
                </a:solidFill>
                <a:latin typeface="Segoe UI"/>
                <a:ea typeface="Segoe UI"/>
                <a:cs typeface="Segoe UI"/>
              </a:defRPr>
            </a:lvl3pPr>
            <a:lvl4pPr>
              <a:defRPr sz="2175" b="1">
                <a:solidFill>
                  <a:srgbClr val="50B8E8"/>
                </a:solidFill>
                <a:latin typeface="Segoe UI"/>
                <a:ea typeface="Segoe UI"/>
                <a:cs typeface="Segoe UI"/>
              </a:defRPr>
            </a:lvl4pPr>
            <a:lvl5pPr>
              <a:defRPr sz="2175" b="1">
                <a:solidFill>
                  <a:srgbClr val="50B8E8"/>
                </a:solidFill>
                <a:latin typeface="Segoe UI"/>
                <a:ea typeface="Segoe UI"/>
                <a:cs typeface="Segoe UI"/>
              </a:defRPr>
            </a:lvl5pPr>
            <a:lvl6pPr>
              <a:defRPr sz="2175" b="1">
                <a:solidFill>
                  <a:srgbClr val="50B8E8"/>
                </a:solidFill>
                <a:latin typeface="Segoe UI"/>
                <a:ea typeface="Segoe UI"/>
                <a:cs typeface="Segoe UI"/>
              </a:defRPr>
            </a:lvl6pPr>
            <a:lvl7pPr>
              <a:defRPr sz="2175" b="1">
                <a:solidFill>
                  <a:srgbClr val="50B8E8"/>
                </a:solidFill>
                <a:latin typeface="Segoe UI"/>
                <a:ea typeface="Segoe UI"/>
                <a:cs typeface="Segoe UI"/>
              </a:defRPr>
            </a:lvl7pPr>
            <a:lvl8pPr>
              <a:defRPr sz="2175" b="1">
                <a:solidFill>
                  <a:srgbClr val="50B8E8"/>
                </a:solidFill>
                <a:latin typeface="Segoe UI"/>
                <a:ea typeface="Segoe UI"/>
                <a:cs typeface="Segoe UI"/>
              </a:defRPr>
            </a:lvl8pPr>
            <a:lvl9pPr>
              <a:defRPr sz="2175" b="1">
                <a:solidFill>
                  <a:srgbClr val="50B8E8"/>
                </a:solidFill>
                <a:latin typeface="Segoe UI"/>
                <a:ea typeface="Segoe UI"/>
                <a:cs typeface="Segoe UI"/>
              </a:defRPr>
            </a:lvl9pPr>
          </a:lstStyle>
          <a:p xmlns:a="http://schemas.openxmlformats.org/drawingml/2006/main">
            <a:pPr marL="0" lvl="0" indent="0">
              <a:buNone/>
              <a:defRPr sz="2175" b="1">
                <a:solidFill>
                  <a:srgbClr val="50B8E8"/>
                </a:solidFill>
                <a:latin typeface="Segoe UI"/>
                <a:ea typeface="Segoe UI"/>
                <a:cs typeface="Segoe UI"/>
              </a:defRPr>
            </a:pPr>
            <a:r>
              <a:rPr sz="2175" b="1">
                <a:solidFill>
                  <a:srgbClr val="50B8E8"/>
                </a:solidFill>
                <a:latin typeface="Segoe UI"/>
                <a:ea typeface="Segoe UI"/>
                <a:cs typeface="Segoe UI"/>
              </a:rPr>
              <a:t>One commit</a:t>
            </a:r>
          </a:p>
        </p:txBody>
      </p:sp>
      <p:sp>
        <p:nvSpPr>
          <p:cNvPr id="6" name="Text Placeholder 9">
            <a:extLst xmlns:a="http://schemas.openxmlformats.org/drawingml/2006/main">
              <a:ext uri="{FF2B5EF4-FFF2-40B4-BE49-F238E27FC236}">
                <a16:creationId xmlns:a16="http://schemas.microsoft.com/office/drawing/2014/main" id="{6B26A1CD-81F9-4C2F-896F-E69757C6658C}"/>
              </a:ext>
            </a:extLst>
          </p:cNvPr>
          <p:cNvSpPr>
            <a:spLocks xmlns:a="http://schemas.openxmlformats.org/drawingml/2006/main" noGrp="1"/>
          </p:cNvSpPr>
          <p:nvPr>
            <p:ph type="body" idx="15"/>
          </p:nvPr>
        </p:nvSpPr>
        <p:spPr>
          <a:xfrm xmlns:a="http://schemas.openxmlformats.org/drawingml/2006/main">
            <a:off x="3343275" y="2209800"/>
            <a:ext cx="2524125" cy="262890"/>
          </a:xfrm>
        </p:spPr>
        <p:txBody>
          <a:bodyPr xmlns:a="http://schemas.openxmlformats.org/drawingml/2006/main" wrap="square" lIns="0" tIns="0" rIns="0" bIns="0" anchor="t">
            <a:spAutoFit/>
          </a:bodyPr>
          <a:lstStyle xmlns:a="http://schemas.openxmlformats.org/drawingml/2006/main">
            <a:defPPr>
              <a:defRPr sz="1725" b="1">
                <a:solidFill>
                  <a:srgbClr val="FFFFFF"/>
                </a:solidFill>
                <a:latin typeface="Segoe UI"/>
                <a:ea typeface="Segoe UI"/>
                <a:cs typeface="Segoe UI"/>
              </a:defRPr>
            </a:defPPr>
            <a:lvl1pPr marL="0" indent="0">
              <a:buNone/>
              <a:defRPr sz="1500" b="1">
                <a:solidFill>
                  <a:srgbClr val="FFFFFF"/>
                </a:solidFill>
                <a:latin typeface="Segoe UI"/>
                <a:ea typeface="Segoe UI"/>
                <a:cs typeface="Segoe UI"/>
              </a:defRPr>
            </a:lvl1pPr>
            <a:lvl2pPr marL="0" indent="0">
              <a:buNone/>
              <a:defRPr sz="1350" b="1">
                <a:solidFill>
                  <a:srgbClr val="FFFFFF"/>
                </a:solidFill>
                <a:latin typeface="Segoe UI"/>
                <a:ea typeface="Segoe UI"/>
                <a:cs typeface="Segoe UI"/>
              </a:defRPr>
            </a:lvl2pPr>
            <a:lvl3pPr marL="0" indent="0">
              <a:buNone/>
              <a:defRPr sz="1725" b="1">
                <a:solidFill>
                  <a:srgbClr val="FFFFFF"/>
                </a:solidFill>
                <a:latin typeface="Segoe UI"/>
                <a:ea typeface="Segoe UI"/>
                <a:cs typeface="Segoe UI"/>
              </a:defRPr>
            </a:lvl3pPr>
            <a:lvl4pPr marL="0" indent="0">
              <a:buNone/>
              <a:defRPr sz="1725" b="1">
                <a:solidFill>
                  <a:srgbClr val="FFFFFF"/>
                </a:solidFill>
                <a:latin typeface="Segoe UI"/>
                <a:ea typeface="Segoe UI"/>
                <a:cs typeface="Segoe UI"/>
              </a:defRPr>
            </a:lvl4pPr>
            <a:lvl5pPr marL="0" indent="0">
              <a:buNone/>
              <a:defRPr sz="1725" b="1">
                <a:solidFill>
                  <a:srgbClr val="FFFFFF"/>
                </a:solidFill>
                <a:latin typeface="Segoe UI"/>
                <a:ea typeface="Segoe UI"/>
                <a:cs typeface="Segoe UI"/>
              </a:defRPr>
            </a:lvl5pPr>
            <a:lvl6pPr>
              <a:defRPr sz="1725" b="1">
                <a:solidFill>
                  <a:srgbClr val="FFFFFF"/>
                </a:solidFill>
                <a:latin typeface="Segoe UI"/>
                <a:ea typeface="Segoe UI"/>
                <a:cs typeface="Segoe UI"/>
              </a:defRPr>
            </a:lvl6pPr>
            <a:lvl7pPr>
              <a:defRPr sz="1725" b="1">
                <a:solidFill>
                  <a:srgbClr val="FFFFFF"/>
                </a:solidFill>
                <a:latin typeface="Segoe UI"/>
                <a:ea typeface="Segoe UI"/>
                <a:cs typeface="Segoe UI"/>
              </a:defRPr>
            </a:lvl7pPr>
            <a:lvl8pPr>
              <a:defRPr sz="1725" b="1">
                <a:solidFill>
                  <a:srgbClr val="FFFFFF"/>
                </a:solidFill>
                <a:latin typeface="Segoe UI"/>
                <a:ea typeface="Segoe UI"/>
                <a:cs typeface="Segoe UI"/>
              </a:defRPr>
            </a:lvl8pPr>
            <a:lvl9pPr>
              <a:defRPr sz="1725" b="1">
                <a:solidFill>
                  <a:srgbClr val="FFFFFF"/>
                </a:solidFill>
                <a:latin typeface="Segoe UI"/>
                <a:ea typeface="Segoe UI"/>
                <a:cs typeface="Segoe UI"/>
              </a:defRPr>
            </a:lvl9pPr>
          </a:lstStyle>
          <a:p xmlns:a="http://schemas.openxmlformats.org/drawingml/2006/main">
            <a:pPr marL="0" lvl="0" indent="0">
              <a:buNone/>
              <a:defRPr sz="1725" b="1">
                <a:solidFill>
                  <a:srgbClr val="FFFFFF"/>
                </a:solidFill>
                <a:latin typeface="Segoe UI"/>
                <a:ea typeface="Segoe UI"/>
                <a:cs typeface="Segoe UI"/>
              </a:defRPr>
            </a:pPr>
            <a:r>
              <a:rPr sz="1725" b="1">
                <a:solidFill>
                  <a:srgbClr val="FFFFFF"/>
                </a:solidFill>
                <a:latin typeface="Segoe UI"/>
                <a:ea typeface="Segoe UI"/>
                <a:cs typeface="Segoe UI"/>
              </a:rPr>
              <a:t>--commit-id &lt;sha&gt;</a:t>
            </a:r>
          </a:p>
        </p:txBody>
      </p:sp>
      <p:sp>
        <p:nvSpPr>
          <p:cNvPr id="7" name="Text Placeholder 11">
            <a:extLst xmlns:a="http://schemas.openxmlformats.org/drawingml/2006/main">
              <a:ext uri="{FF2B5EF4-FFF2-40B4-BE49-F238E27FC236}">
                <a16:creationId xmlns:a16="http://schemas.microsoft.com/office/drawing/2014/main" id="{79263A4B-A9A8-4CE5-96A8-6F6EC365E512}"/>
              </a:ext>
            </a:extLst>
          </p:cNvPr>
          <p:cNvSpPr>
            <a:spLocks xmlns:a="http://schemas.openxmlformats.org/drawingml/2006/main" noGrp="1"/>
          </p:cNvSpPr>
          <p:nvPr>
            <p:ph type="body" idx="18"/>
          </p:nvPr>
        </p:nvSpPr>
        <p:spPr>
          <a:xfrm xmlns:a="http://schemas.openxmlformats.org/drawingml/2006/main">
            <a:off x="6248400" y="1457325"/>
            <a:ext cx="2524125" cy="523875"/>
          </a:xfrm>
        </p:spPr>
        <p:txBody>
          <a:bodyPr xmlns:a="http://schemas.openxmlformats.org/drawingml/2006/main" lIns="0" tIns="0" rIns="0" bIns="0" anchor="t"/>
          <a:lstStyle xmlns:a="http://schemas.openxmlformats.org/drawingml/2006/main">
            <a:defPPr>
              <a:defRPr sz="2175" b="1">
                <a:solidFill>
                  <a:srgbClr val="50B8E8"/>
                </a:solidFill>
                <a:latin typeface="Segoe UI"/>
                <a:ea typeface="Segoe UI"/>
                <a:cs typeface="Segoe UI"/>
              </a:defRPr>
            </a:defPPr>
            <a:lvl1pPr marL="0" indent="0">
              <a:spcBef>
                <a:spcPts val="0"/>
              </a:spcBef>
              <a:buNone/>
              <a:defRPr sz="1650" b="1">
                <a:solidFill>
                  <a:schemeClr val="tx1"/>
                </a:solidFill>
                <a:latin typeface="+mj-lt"/>
                <a:ea typeface="+mj-lt"/>
                <a:cs typeface="+mj-lt"/>
              </a:defRPr>
            </a:lvl1pPr>
            <a:lvl2pPr>
              <a:defRPr sz="2175" b="1">
                <a:solidFill>
                  <a:srgbClr val="50B8E8"/>
                </a:solidFill>
                <a:latin typeface="Segoe UI"/>
                <a:ea typeface="Segoe UI"/>
                <a:cs typeface="Segoe UI"/>
              </a:defRPr>
            </a:lvl2pPr>
            <a:lvl3pPr>
              <a:defRPr sz="2175" b="1">
                <a:solidFill>
                  <a:srgbClr val="50B8E8"/>
                </a:solidFill>
                <a:latin typeface="Segoe UI"/>
                <a:ea typeface="Segoe UI"/>
                <a:cs typeface="Segoe UI"/>
              </a:defRPr>
            </a:lvl3pPr>
            <a:lvl4pPr>
              <a:defRPr sz="2175" b="1">
                <a:solidFill>
                  <a:srgbClr val="50B8E8"/>
                </a:solidFill>
                <a:latin typeface="Segoe UI"/>
                <a:ea typeface="Segoe UI"/>
                <a:cs typeface="Segoe UI"/>
              </a:defRPr>
            </a:lvl4pPr>
            <a:lvl5pPr>
              <a:defRPr sz="2175" b="1">
                <a:solidFill>
                  <a:srgbClr val="50B8E8"/>
                </a:solidFill>
                <a:latin typeface="Segoe UI"/>
                <a:ea typeface="Segoe UI"/>
                <a:cs typeface="Segoe UI"/>
              </a:defRPr>
            </a:lvl5pPr>
            <a:lvl6pPr>
              <a:defRPr sz="2175" b="1">
                <a:solidFill>
                  <a:srgbClr val="50B8E8"/>
                </a:solidFill>
                <a:latin typeface="Segoe UI"/>
                <a:ea typeface="Segoe UI"/>
                <a:cs typeface="Segoe UI"/>
              </a:defRPr>
            </a:lvl6pPr>
            <a:lvl7pPr>
              <a:defRPr sz="2175" b="1">
                <a:solidFill>
                  <a:srgbClr val="50B8E8"/>
                </a:solidFill>
                <a:latin typeface="Segoe UI"/>
                <a:ea typeface="Segoe UI"/>
                <a:cs typeface="Segoe UI"/>
              </a:defRPr>
            </a:lvl7pPr>
            <a:lvl8pPr>
              <a:defRPr sz="2175" b="1">
                <a:solidFill>
                  <a:srgbClr val="50B8E8"/>
                </a:solidFill>
                <a:latin typeface="Segoe UI"/>
                <a:ea typeface="Segoe UI"/>
                <a:cs typeface="Segoe UI"/>
              </a:defRPr>
            </a:lvl8pPr>
            <a:lvl9pPr>
              <a:defRPr sz="2175" b="1">
                <a:solidFill>
                  <a:srgbClr val="50B8E8"/>
                </a:solidFill>
                <a:latin typeface="Segoe UI"/>
                <a:ea typeface="Segoe UI"/>
                <a:cs typeface="Segoe UI"/>
              </a:defRPr>
            </a:lvl9pPr>
          </a:lstStyle>
          <a:p xmlns:a="http://schemas.openxmlformats.org/drawingml/2006/main">
            <a:pPr marL="0" lvl="0" indent="0">
              <a:buNone/>
              <a:defRPr sz="2175" b="1">
                <a:solidFill>
                  <a:srgbClr val="50B8E8"/>
                </a:solidFill>
                <a:latin typeface="Segoe UI"/>
                <a:ea typeface="Segoe UI"/>
                <a:cs typeface="Segoe UI"/>
              </a:defRPr>
            </a:pPr>
            <a:r>
              <a:rPr sz="2175" b="1">
                <a:solidFill>
                  <a:srgbClr val="50B8E8"/>
                </a:solidFill>
                <a:latin typeface="Segoe UI"/>
                <a:ea typeface="Segoe UI"/>
                <a:cs typeface="Segoe UI"/>
              </a:rPr>
              <a:t>Filtered publish</a:t>
            </a:r>
          </a:p>
        </p:txBody>
      </p:sp>
      <p:sp>
        <p:nvSpPr>
          <p:cNvPr id="8" name="Text Placeholder 7">
            <a:extLst xmlns:a="http://schemas.openxmlformats.org/drawingml/2006/main">
              <a:ext uri="{FF2B5EF4-FFF2-40B4-BE49-F238E27FC236}">
                <a16:creationId xmlns:a16="http://schemas.microsoft.com/office/drawing/2014/main" id="{2205743D-F71A-4647-9BE4-2900BDA2582B}"/>
              </a:ext>
            </a:extLst>
          </p:cNvPr>
          <p:cNvSpPr>
            <a:spLocks xmlns:a="http://schemas.openxmlformats.org/drawingml/2006/main" noGrp="1"/>
          </p:cNvSpPr>
          <p:nvPr>
            <p:ph type="body" idx="19"/>
          </p:nvPr>
        </p:nvSpPr>
        <p:spPr>
          <a:xfrm xmlns:a="http://schemas.openxmlformats.org/drawingml/2006/main">
            <a:off x="6248400" y="2209800"/>
            <a:ext cx="2524125" cy="262890"/>
          </a:xfrm>
        </p:spPr>
        <p:txBody>
          <a:bodyPr xmlns:a="http://schemas.openxmlformats.org/drawingml/2006/main" wrap="square" lIns="0" tIns="0" rIns="0" bIns="0" anchor="t">
            <a:spAutoFit/>
          </a:bodyPr>
          <a:lstStyle xmlns:a="http://schemas.openxmlformats.org/drawingml/2006/main">
            <a:defPPr>
              <a:defRPr sz="1725" b="1">
                <a:solidFill>
                  <a:srgbClr val="FFFFFF"/>
                </a:solidFill>
                <a:latin typeface="Segoe UI"/>
                <a:ea typeface="Segoe UI"/>
                <a:cs typeface="Segoe UI"/>
              </a:defRPr>
            </a:defPPr>
            <a:lvl1pPr marL="0" indent="0">
              <a:buNone/>
              <a:defRPr sz="1500" b="1">
                <a:solidFill>
                  <a:srgbClr val="FFFFFF"/>
                </a:solidFill>
                <a:latin typeface="Segoe UI"/>
                <a:ea typeface="Segoe UI"/>
                <a:cs typeface="Segoe UI"/>
              </a:defRPr>
            </a:lvl1pPr>
            <a:lvl2pPr marL="0" indent="0">
              <a:buNone/>
              <a:defRPr sz="1350" b="1">
                <a:solidFill>
                  <a:srgbClr val="FFFFFF"/>
                </a:solidFill>
                <a:latin typeface="Segoe UI"/>
                <a:ea typeface="Segoe UI"/>
                <a:cs typeface="Segoe UI"/>
              </a:defRPr>
            </a:lvl2pPr>
            <a:lvl3pPr marL="0" indent="0">
              <a:buNone/>
              <a:defRPr sz="1725" b="1">
                <a:solidFill>
                  <a:srgbClr val="FFFFFF"/>
                </a:solidFill>
                <a:latin typeface="Segoe UI"/>
                <a:ea typeface="Segoe UI"/>
                <a:cs typeface="Segoe UI"/>
              </a:defRPr>
            </a:lvl3pPr>
            <a:lvl4pPr marL="0" indent="0">
              <a:buNone/>
              <a:defRPr sz="1725" b="1">
                <a:solidFill>
                  <a:srgbClr val="FFFFFF"/>
                </a:solidFill>
                <a:latin typeface="Segoe UI"/>
                <a:ea typeface="Segoe UI"/>
                <a:cs typeface="Segoe UI"/>
              </a:defRPr>
            </a:lvl4pPr>
            <a:lvl5pPr marL="0" indent="0">
              <a:buNone/>
              <a:defRPr sz="1725" b="1">
                <a:solidFill>
                  <a:srgbClr val="FFFFFF"/>
                </a:solidFill>
                <a:latin typeface="Segoe UI"/>
                <a:ea typeface="Segoe UI"/>
                <a:cs typeface="Segoe UI"/>
              </a:defRPr>
            </a:lvl5pPr>
            <a:lvl6pPr>
              <a:defRPr sz="1725" b="1">
                <a:solidFill>
                  <a:srgbClr val="FFFFFF"/>
                </a:solidFill>
                <a:latin typeface="Segoe UI"/>
                <a:ea typeface="Segoe UI"/>
                <a:cs typeface="Segoe UI"/>
              </a:defRPr>
            </a:lvl6pPr>
            <a:lvl7pPr>
              <a:defRPr sz="1725" b="1">
                <a:solidFill>
                  <a:srgbClr val="FFFFFF"/>
                </a:solidFill>
                <a:latin typeface="Segoe UI"/>
                <a:ea typeface="Segoe UI"/>
                <a:cs typeface="Segoe UI"/>
              </a:defRPr>
            </a:lvl7pPr>
            <a:lvl8pPr>
              <a:defRPr sz="1725" b="1">
                <a:solidFill>
                  <a:srgbClr val="FFFFFF"/>
                </a:solidFill>
                <a:latin typeface="Segoe UI"/>
                <a:ea typeface="Segoe UI"/>
                <a:cs typeface="Segoe UI"/>
              </a:defRPr>
            </a:lvl8pPr>
            <a:lvl9pPr>
              <a:defRPr sz="1725" b="1">
                <a:solidFill>
                  <a:srgbClr val="FFFFFF"/>
                </a:solidFill>
                <a:latin typeface="Segoe UI"/>
                <a:ea typeface="Segoe UI"/>
                <a:cs typeface="Segoe UI"/>
              </a:defRPr>
            </a:lvl9pPr>
          </a:lstStyle>
          <a:p xmlns:a="http://schemas.openxmlformats.org/drawingml/2006/main">
            <a:pPr marL="0" lvl="0" indent="0">
              <a:buNone/>
              <a:defRPr sz="1725" b="1">
                <a:solidFill>
                  <a:srgbClr val="FFFFFF"/>
                </a:solidFill>
                <a:latin typeface="Segoe UI"/>
                <a:ea typeface="Segoe UI"/>
                <a:cs typeface="Segoe UI"/>
              </a:defRPr>
            </a:pPr>
            <a:r>
              <a:rPr sz="1725" b="1">
                <a:solidFill>
                  <a:srgbClr val="FFFFFF"/>
                </a:solidFill>
                <a:latin typeface="Segoe UI"/>
                <a:ea typeface="Segoe UI"/>
                <a:cs typeface="Segoe UI"/>
              </a:rPr>
              <a:t>--filter &lt;file&gt;</a:t>
            </a:r>
          </a:p>
        </p:txBody>
      </p:sp>
      <p:sp>
        <p:nvSpPr>
          <p:cNvPr id="9" name="APIOps content">
            <a:extLst xmlns:a="http://schemas.openxmlformats.org/drawingml/2006/main">
              <a:ext uri="{FF2B5EF4-FFF2-40B4-BE49-F238E27FC236}">
                <a16:creationId xmlns:a16="http://schemas.microsoft.com/office/drawing/2014/main" id="{CBF4EA7E-B4A2-48C8-87B8-EFEBFE8F189B}"/>
              </a:ext>
            </a:extLst>
          </p:cNvPr>
          <p:cNvSpPr>
            <a:spLocks xmlns:a="http://schemas.openxmlformats.org/drawingml/2006/main" noGrp="1"/>
          </p:cNvSpPr>
          <p:nvPr/>
        </p:nvSpPr>
        <p:spPr>
          <a:xfrm xmlns:a="http://schemas.openxmlformats.org/drawingml/2006/main">
            <a:off x="438150" y="2876550"/>
            <a:ext cx="2524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FFFFF"/>
                </a:solidFill>
                <a:latin typeface="Segoe UI"/>
                <a:ea typeface="Segoe UI"/>
                <a:cs typeface="Segoe UI"/>
              </a:defRPr>
            </a:defPPr>
            <a:lvl1pPr>
              <a:defRPr sz="1875" b="0">
                <a:solidFill>
                  <a:srgbClr val="FFFFFF"/>
                </a:solidFill>
                <a:latin typeface="Segoe UI"/>
                <a:ea typeface="Segoe UI"/>
                <a:cs typeface="Segoe UI"/>
              </a:defRPr>
            </a:lvl1pPr>
            <a:lvl2pPr>
              <a:defRPr sz="1875" b="0">
                <a:solidFill>
                  <a:srgbClr val="FFFFFF"/>
                </a:solidFill>
                <a:latin typeface="Segoe UI"/>
                <a:ea typeface="Segoe UI"/>
                <a:cs typeface="Segoe UI"/>
              </a:defRPr>
            </a:lvl2pPr>
            <a:lvl3pPr>
              <a:defRPr sz="1875" b="0">
                <a:solidFill>
                  <a:srgbClr val="FFFFFF"/>
                </a:solidFill>
                <a:latin typeface="Segoe UI"/>
                <a:ea typeface="Segoe UI"/>
                <a:cs typeface="Segoe UI"/>
              </a:defRPr>
            </a:lvl3pPr>
            <a:lvl4pPr>
              <a:defRPr sz="1875" b="0">
                <a:solidFill>
                  <a:srgbClr val="FFFFFF"/>
                </a:solidFill>
                <a:latin typeface="Segoe UI"/>
                <a:ea typeface="Segoe UI"/>
                <a:cs typeface="Segoe UI"/>
              </a:defRPr>
            </a:lvl4pPr>
            <a:lvl5pPr>
              <a:defRPr sz="1875" b="0">
                <a:solidFill>
                  <a:srgbClr val="FFFFFF"/>
                </a:solidFill>
                <a:latin typeface="Segoe UI"/>
                <a:ea typeface="Segoe UI"/>
                <a:cs typeface="Segoe UI"/>
              </a:defRPr>
            </a:lvl5pPr>
            <a:lvl6pPr>
              <a:defRPr sz="1875" b="0">
                <a:solidFill>
                  <a:srgbClr val="FFFFFF"/>
                </a:solidFill>
                <a:latin typeface="Segoe UI"/>
                <a:ea typeface="Segoe UI"/>
                <a:cs typeface="Segoe UI"/>
              </a:defRPr>
            </a:lvl6pPr>
            <a:lvl7pPr>
              <a:defRPr sz="1875" b="0">
                <a:solidFill>
                  <a:srgbClr val="FFFFFF"/>
                </a:solidFill>
                <a:latin typeface="Segoe UI"/>
                <a:ea typeface="Segoe UI"/>
                <a:cs typeface="Segoe UI"/>
              </a:defRPr>
            </a:lvl7pPr>
            <a:lvl8pPr>
              <a:defRPr sz="1875" b="0">
                <a:solidFill>
                  <a:srgbClr val="FFFFFF"/>
                </a:solidFill>
                <a:latin typeface="Segoe UI"/>
                <a:ea typeface="Segoe UI"/>
                <a:cs typeface="Segoe UI"/>
              </a:defRPr>
            </a:lvl8pPr>
            <a:lvl9pPr>
              <a:defRPr sz="1875" b="0">
                <a:solidFill>
                  <a:srgbClr val="FFFFFF"/>
                </a:solidFill>
                <a:latin typeface="Segoe UI"/>
                <a:ea typeface="Segoe UI"/>
                <a:cs typeface="Segoe UI"/>
              </a:defRPr>
            </a:lvl9pPr>
          </a:lstStyle>
          <a:p xmlns:a="http://schemas.openxmlformats.org/drawingml/2006/main">
            <a:pPr>
              <a:defRPr sz="1875" b="0">
                <a:solidFill>
                  <a:srgbClr val="FFFFFF"/>
                </a:solidFill>
                <a:latin typeface="Segoe UI"/>
                <a:ea typeface="Segoe UI"/>
                <a:cs typeface="Segoe UI"/>
              </a:defRPr>
            </a:pPr>
            <a:r>
              <a:rPr sz="1875" b="0">
                <a:solidFill>
                  <a:srgbClr val="FFFFFF"/>
                </a:solidFill>
                <a:latin typeface="Segoe UI"/>
                <a:ea typeface="Segoe UI"/>
                <a:cs typeface="Segoe UI"/>
              </a:rPr>
              <a:t>Apply every artifact in the source folder.</a:t>
            </a:r>
          </a:p>
        </p:txBody>
      </p:sp>
      <p:sp>
        <p:nvSpPr>
          <p:cNvPr id="10" name="APIOps content">
            <a:extLst xmlns:a="http://schemas.openxmlformats.org/drawingml/2006/main">
              <a:ext uri="{FF2B5EF4-FFF2-40B4-BE49-F238E27FC236}">
                <a16:creationId xmlns:a16="http://schemas.microsoft.com/office/drawing/2014/main" id="{722EC1C0-3CA8-4468-83AE-8092DDF0FA13}"/>
              </a:ext>
            </a:extLst>
          </p:cNvPr>
          <p:cNvSpPr>
            <a:spLocks xmlns:a="http://schemas.openxmlformats.org/drawingml/2006/main" noGrp="1"/>
          </p:cNvSpPr>
          <p:nvPr/>
        </p:nvSpPr>
        <p:spPr>
          <a:xfrm xmlns:a="http://schemas.openxmlformats.org/drawingml/2006/main">
            <a:off x="3343275" y="2876550"/>
            <a:ext cx="2524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FFFFF"/>
                </a:solidFill>
                <a:latin typeface="Segoe UI"/>
                <a:ea typeface="Segoe UI"/>
                <a:cs typeface="Segoe UI"/>
              </a:defRPr>
            </a:defPPr>
            <a:lvl1pPr>
              <a:defRPr sz="1875" b="0">
                <a:solidFill>
                  <a:srgbClr val="FFFFFF"/>
                </a:solidFill>
                <a:latin typeface="Segoe UI"/>
                <a:ea typeface="Segoe UI"/>
                <a:cs typeface="Segoe UI"/>
              </a:defRPr>
            </a:lvl1pPr>
            <a:lvl2pPr>
              <a:defRPr sz="1875" b="0">
                <a:solidFill>
                  <a:srgbClr val="FFFFFF"/>
                </a:solidFill>
                <a:latin typeface="Segoe UI"/>
                <a:ea typeface="Segoe UI"/>
                <a:cs typeface="Segoe UI"/>
              </a:defRPr>
            </a:lvl2pPr>
            <a:lvl3pPr>
              <a:defRPr sz="1875" b="0">
                <a:solidFill>
                  <a:srgbClr val="FFFFFF"/>
                </a:solidFill>
                <a:latin typeface="Segoe UI"/>
                <a:ea typeface="Segoe UI"/>
                <a:cs typeface="Segoe UI"/>
              </a:defRPr>
            </a:lvl3pPr>
            <a:lvl4pPr>
              <a:defRPr sz="1875" b="0">
                <a:solidFill>
                  <a:srgbClr val="FFFFFF"/>
                </a:solidFill>
                <a:latin typeface="Segoe UI"/>
                <a:ea typeface="Segoe UI"/>
                <a:cs typeface="Segoe UI"/>
              </a:defRPr>
            </a:lvl4pPr>
            <a:lvl5pPr>
              <a:defRPr sz="1875" b="0">
                <a:solidFill>
                  <a:srgbClr val="FFFFFF"/>
                </a:solidFill>
                <a:latin typeface="Segoe UI"/>
                <a:ea typeface="Segoe UI"/>
                <a:cs typeface="Segoe UI"/>
              </a:defRPr>
            </a:lvl5pPr>
            <a:lvl6pPr>
              <a:defRPr sz="1875" b="0">
                <a:solidFill>
                  <a:srgbClr val="FFFFFF"/>
                </a:solidFill>
                <a:latin typeface="Segoe UI"/>
                <a:ea typeface="Segoe UI"/>
                <a:cs typeface="Segoe UI"/>
              </a:defRPr>
            </a:lvl6pPr>
            <a:lvl7pPr>
              <a:defRPr sz="1875" b="0">
                <a:solidFill>
                  <a:srgbClr val="FFFFFF"/>
                </a:solidFill>
                <a:latin typeface="Segoe UI"/>
                <a:ea typeface="Segoe UI"/>
                <a:cs typeface="Segoe UI"/>
              </a:defRPr>
            </a:lvl7pPr>
            <a:lvl8pPr>
              <a:defRPr sz="1875" b="0">
                <a:solidFill>
                  <a:srgbClr val="FFFFFF"/>
                </a:solidFill>
                <a:latin typeface="Segoe UI"/>
                <a:ea typeface="Segoe UI"/>
                <a:cs typeface="Segoe UI"/>
              </a:defRPr>
            </a:lvl8pPr>
            <a:lvl9pPr>
              <a:defRPr sz="1875" b="0">
                <a:solidFill>
                  <a:srgbClr val="FFFFFF"/>
                </a:solidFill>
                <a:latin typeface="Segoe UI"/>
                <a:ea typeface="Segoe UI"/>
                <a:cs typeface="Segoe UI"/>
              </a:defRPr>
            </a:lvl9pPr>
          </a:lstStyle>
          <a:p xmlns:a="http://schemas.openxmlformats.org/drawingml/2006/main">
            <a:pPr>
              <a:defRPr sz="1875" b="0">
                <a:solidFill>
                  <a:srgbClr val="FFFFFF"/>
                </a:solidFill>
                <a:latin typeface="Segoe UI"/>
                <a:ea typeface="Segoe UI"/>
                <a:cs typeface="Segoe UI"/>
              </a:defRPr>
            </a:pPr>
            <a:r>
              <a:rPr sz="1875" b="0">
                <a:solidFill>
                  <a:srgbClr val="FFFFFF"/>
                </a:solidFill>
                <a:latin typeface="Segoe UI"/>
                <a:ea typeface="Segoe UI"/>
                <a:cs typeface="Segoe UI"/>
              </a:rPr>
              <a:t>Apply the artifact changes in one selected commit.</a:t>
            </a:r>
          </a:p>
        </p:txBody>
      </p:sp>
      <p:sp>
        <p:nvSpPr>
          <p:cNvPr id="11" name="APIOps content">
            <a:extLst xmlns:a="http://schemas.openxmlformats.org/drawingml/2006/main">
              <a:ext uri="{FF2B5EF4-FFF2-40B4-BE49-F238E27FC236}">
                <a16:creationId xmlns:a16="http://schemas.microsoft.com/office/drawing/2014/main" id="{49E3A95D-D269-4AC2-B9AA-D437F777A956}"/>
              </a:ext>
            </a:extLst>
          </p:cNvPr>
          <p:cNvSpPr>
            <a:spLocks xmlns:a="http://schemas.openxmlformats.org/drawingml/2006/main" noGrp="1"/>
          </p:cNvSpPr>
          <p:nvPr/>
        </p:nvSpPr>
        <p:spPr>
          <a:xfrm xmlns:a="http://schemas.openxmlformats.org/drawingml/2006/main">
            <a:off x="6248400" y="2876550"/>
            <a:ext cx="2524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FFFFF"/>
                </a:solidFill>
                <a:latin typeface="Segoe UI"/>
                <a:ea typeface="Segoe UI"/>
                <a:cs typeface="Segoe UI"/>
              </a:defRPr>
            </a:defPPr>
            <a:lvl1pPr>
              <a:defRPr sz="1875" b="0">
                <a:solidFill>
                  <a:srgbClr val="FFFFFF"/>
                </a:solidFill>
                <a:latin typeface="Segoe UI"/>
                <a:ea typeface="Segoe UI"/>
                <a:cs typeface="Segoe UI"/>
              </a:defRPr>
            </a:lvl1pPr>
            <a:lvl2pPr>
              <a:defRPr sz="1875" b="0">
                <a:solidFill>
                  <a:srgbClr val="FFFFFF"/>
                </a:solidFill>
                <a:latin typeface="Segoe UI"/>
                <a:ea typeface="Segoe UI"/>
                <a:cs typeface="Segoe UI"/>
              </a:defRPr>
            </a:lvl2pPr>
            <a:lvl3pPr>
              <a:defRPr sz="1875" b="0">
                <a:solidFill>
                  <a:srgbClr val="FFFFFF"/>
                </a:solidFill>
                <a:latin typeface="Segoe UI"/>
                <a:ea typeface="Segoe UI"/>
                <a:cs typeface="Segoe UI"/>
              </a:defRPr>
            </a:lvl3pPr>
            <a:lvl4pPr>
              <a:defRPr sz="1875" b="0">
                <a:solidFill>
                  <a:srgbClr val="FFFFFF"/>
                </a:solidFill>
                <a:latin typeface="Segoe UI"/>
                <a:ea typeface="Segoe UI"/>
                <a:cs typeface="Segoe UI"/>
              </a:defRPr>
            </a:lvl4pPr>
            <a:lvl5pPr>
              <a:defRPr sz="1875" b="0">
                <a:solidFill>
                  <a:srgbClr val="FFFFFF"/>
                </a:solidFill>
                <a:latin typeface="Segoe UI"/>
                <a:ea typeface="Segoe UI"/>
                <a:cs typeface="Segoe UI"/>
              </a:defRPr>
            </a:lvl5pPr>
            <a:lvl6pPr>
              <a:defRPr sz="1875" b="0">
                <a:solidFill>
                  <a:srgbClr val="FFFFFF"/>
                </a:solidFill>
                <a:latin typeface="Segoe UI"/>
                <a:ea typeface="Segoe UI"/>
                <a:cs typeface="Segoe UI"/>
              </a:defRPr>
            </a:lvl6pPr>
            <a:lvl7pPr>
              <a:defRPr sz="1875" b="0">
                <a:solidFill>
                  <a:srgbClr val="FFFFFF"/>
                </a:solidFill>
                <a:latin typeface="Segoe UI"/>
                <a:ea typeface="Segoe UI"/>
                <a:cs typeface="Segoe UI"/>
              </a:defRPr>
            </a:lvl7pPr>
            <a:lvl8pPr>
              <a:defRPr sz="1875" b="0">
                <a:solidFill>
                  <a:srgbClr val="FFFFFF"/>
                </a:solidFill>
                <a:latin typeface="Segoe UI"/>
                <a:ea typeface="Segoe UI"/>
                <a:cs typeface="Segoe UI"/>
              </a:defRPr>
            </a:lvl8pPr>
            <a:lvl9pPr>
              <a:defRPr sz="1875" b="0">
                <a:solidFill>
                  <a:srgbClr val="FFFFFF"/>
                </a:solidFill>
                <a:latin typeface="Segoe UI"/>
                <a:ea typeface="Segoe UI"/>
                <a:cs typeface="Segoe UI"/>
              </a:defRPr>
            </a:lvl9pPr>
          </a:lstStyle>
          <a:p xmlns:a="http://schemas.openxmlformats.org/drawingml/2006/main">
            <a:pPr>
              <a:defRPr sz="1875" b="0">
                <a:solidFill>
                  <a:srgbClr val="FFFFFF"/>
                </a:solidFill>
                <a:latin typeface="Segoe UI"/>
                <a:ea typeface="Segoe UI"/>
                <a:cs typeface="Segoe UI"/>
              </a:defRPr>
            </a:pPr>
            <a:r>
              <a:rPr sz="1875" b="0">
                <a:solidFill>
                  <a:srgbClr val="FFFFFF"/>
                </a:solidFill>
                <a:latin typeface="Segoe UI"/>
                <a:ea typeface="Segoe UI"/>
                <a:cs typeface="Segoe UI"/>
              </a:rPr>
              <a:t>Select resources and include referenced dependencies.</a:t>
            </a:r>
          </a:p>
        </p:txBody>
      </p:sp>
      <p:sp>
        <p:nvSpPr>
          <p:cNvPr id="12" name="APIOps content">
            <a:extLst xmlns:a="http://schemas.openxmlformats.org/drawingml/2006/main">
              <a:ext uri="{FF2B5EF4-FFF2-40B4-BE49-F238E27FC236}">
                <a16:creationId xmlns:a16="http://schemas.microsoft.com/office/drawing/2014/main" id="{B2E787DA-A0DB-4C96-9257-495B725F2E1B}"/>
              </a:ext>
            </a:extLst>
          </p:cNvPr>
          <p:cNvSpPr>
            <a:spLocks xmlns:a="http://schemas.openxmlformats.org/drawingml/2006/main" noGrp="1"/>
          </p:cNvSpPr>
          <p:nvPr/>
        </p:nvSpPr>
        <p:spPr>
          <a:xfrm xmlns:a="http://schemas.openxmlformats.org/drawingml/2006/main">
            <a:off x="438150" y="45529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D9D9D6"/>
                </a:solidFill>
                <a:latin typeface="Segoe UI"/>
                <a:ea typeface="Segoe UI"/>
                <a:cs typeface="Segoe UI"/>
              </a:defRPr>
            </a:defPPr>
            <a:lvl1pPr>
              <a:defRPr sz="1275" b="0">
                <a:solidFill>
                  <a:srgbClr val="D9D9D6"/>
                </a:solidFill>
                <a:latin typeface="Segoe UI"/>
                <a:ea typeface="Segoe UI"/>
                <a:cs typeface="Segoe UI"/>
              </a:defRPr>
            </a:lvl1pPr>
            <a:lvl2pPr>
              <a:defRPr sz="1275" b="0">
                <a:solidFill>
                  <a:srgbClr val="D9D9D6"/>
                </a:solidFill>
                <a:latin typeface="Segoe UI"/>
                <a:ea typeface="Segoe UI"/>
                <a:cs typeface="Segoe UI"/>
              </a:defRPr>
            </a:lvl2pPr>
            <a:lvl3pPr>
              <a:defRPr sz="1275" b="0">
                <a:solidFill>
                  <a:srgbClr val="D9D9D6"/>
                </a:solidFill>
                <a:latin typeface="Segoe UI"/>
                <a:ea typeface="Segoe UI"/>
                <a:cs typeface="Segoe UI"/>
              </a:defRPr>
            </a:lvl3pPr>
            <a:lvl4pPr>
              <a:defRPr sz="1275" b="0">
                <a:solidFill>
                  <a:srgbClr val="D9D9D6"/>
                </a:solidFill>
                <a:latin typeface="Segoe UI"/>
                <a:ea typeface="Segoe UI"/>
                <a:cs typeface="Segoe UI"/>
              </a:defRPr>
            </a:lvl4pPr>
            <a:lvl5pPr>
              <a:defRPr sz="1275" b="0">
                <a:solidFill>
                  <a:srgbClr val="D9D9D6"/>
                </a:solidFill>
                <a:latin typeface="Segoe UI"/>
                <a:ea typeface="Segoe UI"/>
                <a:cs typeface="Segoe UI"/>
              </a:defRPr>
            </a:lvl5pPr>
            <a:lvl6pPr>
              <a:defRPr sz="1275" b="0">
                <a:solidFill>
                  <a:srgbClr val="D9D9D6"/>
                </a:solidFill>
                <a:latin typeface="Segoe UI"/>
                <a:ea typeface="Segoe UI"/>
                <a:cs typeface="Segoe UI"/>
              </a:defRPr>
            </a:lvl6pPr>
            <a:lvl7pPr>
              <a:defRPr sz="1275" b="0">
                <a:solidFill>
                  <a:srgbClr val="D9D9D6"/>
                </a:solidFill>
                <a:latin typeface="Segoe UI"/>
                <a:ea typeface="Segoe UI"/>
                <a:cs typeface="Segoe UI"/>
              </a:defRPr>
            </a:lvl7pPr>
            <a:lvl8pPr>
              <a:defRPr sz="1275" b="0">
                <a:solidFill>
                  <a:srgbClr val="D9D9D6"/>
                </a:solidFill>
                <a:latin typeface="Segoe UI"/>
                <a:ea typeface="Segoe UI"/>
                <a:cs typeface="Segoe UI"/>
              </a:defRPr>
            </a:lvl8pPr>
            <a:lvl9pPr>
              <a:defRPr sz="1275" b="0">
                <a:solidFill>
                  <a:srgbClr val="D9D9D6"/>
                </a:solidFill>
                <a:latin typeface="Segoe UI"/>
                <a:ea typeface="Segoe UI"/>
                <a:cs typeface="Segoe UI"/>
              </a:defRPr>
            </a:lvl9pPr>
          </a:lstStyle>
          <a:p xmlns:a="http://schemas.openxmlformats.org/drawingml/2006/main">
            <a:pPr>
              <a:defRPr sz="1275" b="0">
                <a:solidFill>
                  <a:srgbClr val="D9D9D6"/>
                </a:solidFill>
                <a:latin typeface="Segoe UI"/>
                <a:ea typeface="Segoe UI"/>
                <a:cs typeface="Segoe UI"/>
              </a:defRPr>
            </a:pPr>
            <a:r>
              <a:rPr sz="1275" b="0">
                <a:solidFill>
                  <a:srgbClr val="D9D9D6"/>
                </a:solidFill>
                <a:latin typeface="Segoe UI"/>
                <a:ea typeface="Segoe UI"/>
                <a:cs typeface="Segoe UI"/>
              </a:rPr>
              <a:t>An override-only change needs a full publish. Omitted filter types include all.</a:t>
            </a:r>
          </a:p>
        </p:txBody>
      </p:sp>
    </p:spTree>
    <p:extLst>
      <p:ext uri="{BB962C8B-B14F-4D97-AF65-F5344CB8AC3E}">
        <p14:creationId xmlns:p14="http://schemas.microsoft.com/office/powerpoint/2010/main" val="157696364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876633-3E8D-4CF4-A5D4-D4E9D88A6DE0}"/>
              </a:ext>
            </a:extLst>
          </p:cNvPr>
          <p:cNvSpPr>
            <a:spLocks xmlns:a="http://schemas.openxmlformats.org/drawingml/2006/main" noGrp="1"/>
          </p:cNvSpPr>
          <p:nvPr>
            <p:ph type="title" idx="0"/>
          </p:nvPr>
        </p:nvSpPr>
        <p:spPr>
          <a:xfrm xmlns:a="http://schemas.openxmlformats.org/drawingml/2006/main">
            <a:off x="438150" y="342900"/>
            <a:ext cx="8258175" cy="411480"/>
          </a:xfrm>
        </p:spPr>
        <p:txBody>
          <a:bodyPr xmlns:a="http://schemas.openxmlformats.org/drawingml/2006/main" lIns="0" tIns="0" rIns="0" bIns="0" anchor="t">
            <a:spAutoFit/>
          </a:bodyPr>
          <a:lstStyle xmlns:a="http://schemas.openxmlformats.org/drawingml/2006/main">
            <a:defPPr>
              <a:defRPr sz="2700" b="1">
                <a:solidFill>
                  <a:srgbClr val="FFFFFF"/>
                </a:solidFill>
                <a:latin typeface="Segoe UI"/>
                <a:ea typeface="Segoe UI"/>
                <a:cs typeface="Segoe UI"/>
              </a:defRPr>
            </a:defPPr>
            <a:lvl1pPr marL="0" indent="0">
              <a:buNone/>
              <a:defRPr sz="2700" b="1">
                <a:solidFill>
                  <a:srgbClr val="FFFFFF"/>
                </a:solidFill>
                <a:latin typeface="Segoe UI"/>
                <a:ea typeface="Segoe UI"/>
                <a:cs typeface="Segoe UI"/>
              </a:defRPr>
            </a:lvl1pPr>
            <a:lvl2pPr>
              <a:defRPr sz="2700" b="1">
                <a:solidFill>
                  <a:srgbClr val="FFFFFF"/>
                </a:solidFill>
                <a:latin typeface="Segoe UI"/>
                <a:ea typeface="Segoe UI"/>
                <a:cs typeface="Segoe UI"/>
              </a:defRPr>
            </a:lvl2pPr>
            <a:lvl3pPr>
              <a:defRPr sz="2700" b="1">
                <a:solidFill>
                  <a:srgbClr val="FFFFFF"/>
                </a:solidFill>
                <a:latin typeface="Segoe UI"/>
                <a:ea typeface="Segoe UI"/>
                <a:cs typeface="Segoe UI"/>
              </a:defRPr>
            </a:lvl3pPr>
            <a:lvl4pPr>
              <a:defRPr sz="2700" b="1">
                <a:solidFill>
                  <a:srgbClr val="FFFFFF"/>
                </a:solidFill>
                <a:latin typeface="Segoe UI"/>
                <a:ea typeface="Segoe UI"/>
                <a:cs typeface="Segoe UI"/>
              </a:defRPr>
            </a:lvl4pPr>
            <a:lvl5pPr>
              <a:defRPr sz="2700" b="1">
                <a:solidFill>
                  <a:srgbClr val="FFFFFF"/>
                </a:solidFill>
                <a:latin typeface="Segoe UI"/>
                <a:ea typeface="Segoe UI"/>
                <a:cs typeface="Segoe UI"/>
              </a:defRPr>
            </a:lvl5pPr>
            <a:lvl6pPr>
              <a:defRPr sz="2700" b="1">
                <a:solidFill>
                  <a:srgbClr val="FFFFFF"/>
                </a:solidFill>
                <a:latin typeface="Segoe UI"/>
                <a:ea typeface="Segoe UI"/>
                <a:cs typeface="Segoe UI"/>
              </a:defRPr>
            </a:lvl6pPr>
            <a:lvl7pPr>
              <a:defRPr sz="2700" b="1">
                <a:solidFill>
                  <a:srgbClr val="FFFFFF"/>
                </a:solidFill>
                <a:latin typeface="Segoe UI"/>
                <a:ea typeface="Segoe UI"/>
                <a:cs typeface="Segoe UI"/>
              </a:defRPr>
            </a:lvl7pPr>
            <a:lvl8pPr>
              <a:defRPr sz="2700" b="1">
                <a:solidFill>
                  <a:srgbClr val="FFFFFF"/>
                </a:solidFill>
                <a:latin typeface="Segoe UI"/>
                <a:ea typeface="Segoe UI"/>
                <a:cs typeface="Segoe UI"/>
              </a:defRPr>
            </a:lvl8pPr>
            <a:lvl9pPr>
              <a:defRPr sz="2700" b="1">
                <a:solidFill>
                  <a:srgbClr val="FFFFFF"/>
                </a:solidFill>
                <a:latin typeface="Segoe UI"/>
                <a:ea typeface="Segoe UI"/>
                <a:cs typeface="Segoe UI"/>
              </a:defRPr>
            </a:lvl9pPr>
          </a:lstStyle>
          <a:p xmlns:a="http://schemas.openxmlformats.org/drawingml/2006/main">
            <a:pPr>
              <a:defRPr sz="2700" b="1">
                <a:solidFill>
                  <a:srgbClr val="FFFFFF"/>
                </a:solidFill>
                <a:latin typeface="Segoe UI"/>
                <a:ea typeface="Segoe UI"/>
                <a:cs typeface="Segoe UI"/>
              </a:defRPr>
            </a:pPr>
            <a:r>
              <a:rPr sz="2700" b="1">
                <a:solidFill>
                  <a:srgbClr val="FFFFFF"/>
                </a:solidFill>
                <a:latin typeface="Segoe UI"/>
                <a:ea typeface="Segoe UI"/>
                <a:cs typeface="Segoe UI"/>
              </a:rPr>
              <a:t>CI/CD and Copilot assistance</a:t>
            </a:r>
          </a:p>
        </p:txBody>
      </p:sp>
      <p:sp>
        <p:nvSpPr>
          <p:cNvPr id="3" name="Text Placeholder 11">
            <a:extLst xmlns:a="http://schemas.openxmlformats.org/drawingml/2006/main">
              <a:ext uri="{FF2B5EF4-FFF2-40B4-BE49-F238E27FC236}">
                <a16:creationId xmlns:a16="http://schemas.microsoft.com/office/drawing/2014/main" id="{C2759870-0BEA-44DC-A414-1C70D04E35CC}"/>
              </a:ext>
            </a:extLst>
          </p:cNvPr>
          <p:cNvSpPr>
            <a:spLocks xmlns:a="http://schemas.openxmlformats.org/drawingml/2006/main" noGrp="1"/>
          </p:cNvSpPr>
          <p:nvPr>
            <p:ph type="body" idx="16"/>
          </p:nvPr>
        </p:nvSpPr>
        <p:spPr>
          <a:xfrm xmlns:a="http://schemas.openxmlformats.org/drawingml/2006/main">
            <a:off x="438150" y="1428750"/>
            <a:ext cx="3905250" cy="457200"/>
          </a:xfrm>
        </p:spPr>
        <p:txBody>
          <a:bodyPr xmlns:a="http://schemas.openxmlformats.org/drawingml/2006/main" lIns="0" tIns="0" rIns="0" bIns="0" anchor="t"/>
          <a:lstStyle xmlns:a="http://schemas.openxmlformats.org/drawingml/2006/main">
            <a:defPPr>
              <a:defRPr sz="2250" b="1">
                <a:solidFill>
                  <a:srgbClr val="50B8E8"/>
                </a:solidFill>
                <a:latin typeface="Segoe UI"/>
                <a:ea typeface="Segoe UI"/>
                <a:cs typeface="Segoe UI"/>
              </a:defRPr>
            </a:defPPr>
            <a:lvl1pPr marL="0" indent="0">
              <a:spcBef>
                <a:spcPts val="0"/>
              </a:spcBef>
              <a:buNone/>
              <a:defRPr sz="2100" b="1">
                <a:solidFill>
                  <a:schemeClr val="tx1"/>
                </a:solidFill>
                <a:latin typeface="+mj-lt"/>
                <a:ea typeface="+mj-lt"/>
                <a:cs typeface="+mj-lt"/>
              </a:defRPr>
            </a:lvl1pPr>
            <a:lvl2pPr>
              <a:defRPr sz="2250" b="1">
                <a:solidFill>
                  <a:srgbClr val="50B8E8"/>
                </a:solidFill>
                <a:latin typeface="Segoe UI"/>
                <a:ea typeface="Segoe UI"/>
                <a:cs typeface="Segoe UI"/>
              </a:defRPr>
            </a:lvl2pPr>
            <a:lvl3pPr>
              <a:defRPr sz="2250" b="1">
                <a:solidFill>
                  <a:srgbClr val="50B8E8"/>
                </a:solidFill>
                <a:latin typeface="Segoe UI"/>
                <a:ea typeface="Segoe UI"/>
                <a:cs typeface="Segoe UI"/>
              </a:defRPr>
            </a:lvl3pPr>
            <a:lvl4pPr>
              <a:defRPr sz="2250" b="1">
                <a:solidFill>
                  <a:srgbClr val="50B8E8"/>
                </a:solidFill>
                <a:latin typeface="Segoe UI"/>
                <a:ea typeface="Segoe UI"/>
                <a:cs typeface="Segoe UI"/>
              </a:defRPr>
            </a:lvl4pPr>
            <a:lvl5pPr>
              <a:defRPr sz="2250" b="1">
                <a:solidFill>
                  <a:srgbClr val="50B8E8"/>
                </a:solidFill>
                <a:latin typeface="Segoe UI"/>
                <a:ea typeface="Segoe UI"/>
                <a:cs typeface="Segoe UI"/>
              </a:defRPr>
            </a:lvl5pPr>
            <a:lvl6pPr>
              <a:defRPr sz="2250" b="1">
                <a:solidFill>
                  <a:srgbClr val="50B8E8"/>
                </a:solidFill>
                <a:latin typeface="Segoe UI"/>
                <a:ea typeface="Segoe UI"/>
                <a:cs typeface="Segoe UI"/>
              </a:defRPr>
            </a:lvl6pPr>
            <a:lvl7pPr>
              <a:defRPr sz="2250" b="1">
                <a:solidFill>
                  <a:srgbClr val="50B8E8"/>
                </a:solidFill>
                <a:latin typeface="Segoe UI"/>
                <a:ea typeface="Segoe UI"/>
                <a:cs typeface="Segoe UI"/>
              </a:defRPr>
            </a:lvl7pPr>
            <a:lvl8pPr>
              <a:defRPr sz="2250" b="1">
                <a:solidFill>
                  <a:srgbClr val="50B8E8"/>
                </a:solidFill>
                <a:latin typeface="Segoe UI"/>
                <a:ea typeface="Segoe UI"/>
                <a:cs typeface="Segoe UI"/>
              </a:defRPr>
            </a:lvl8pPr>
            <a:lvl9pPr>
              <a:defRPr sz="2250" b="1">
                <a:solidFill>
                  <a:srgbClr val="50B8E8"/>
                </a:solidFill>
                <a:latin typeface="Segoe UI"/>
                <a:ea typeface="Segoe UI"/>
                <a:cs typeface="Segoe UI"/>
              </a:defRPr>
            </a:lvl9pPr>
          </a:lstStyle>
          <a:p xmlns:a="http://schemas.openxmlformats.org/drawingml/2006/main">
            <a:pPr marL="0" lvl="0" indent="0">
              <a:buNone/>
              <a:defRPr sz="2250" b="1">
                <a:solidFill>
                  <a:srgbClr val="50B8E8"/>
                </a:solidFill>
                <a:latin typeface="Segoe UI"/>
                <a:ea typeface="Segoe UI"/>
                <a:cs typeface="Segoe UI"/>
              </a:defRPr>
            </a:pPr>
            <a:r>
              <a:rPr sz="2250" b="1">
                <a:solidFill>
                  <a:srgbClr val="50B8E8"/>
                </a:solidFill>
                <a:latin typeface="Segoe UI"/>
                <a:ea typeface="Segoe UI"/>
                <a:cs typeface="Segoe UI"/>
              </a:rPr>
              <a:t>Delivery pipelines</a:t>
            </a:r>
          </a:p>
        </p:txBody>
      </p:sp>
      <p:sp>
        <p:nvSpPr>
          <p:cNvPr id="4" name="Content Placeholder 14">
            <a:extLst xmlns:a="http://schemas.openxmlformats.org/drawingml/2006/main">
              <a:ext uri="{FF2B5EF4-FFF2-40B4-BE49-F238E27FC236}">
                <a16:creationId xmlns:a16="http://schemas.microsoft.com/office/drawing/2014/main" id="{BFEF95FA-F121-4653-B60A-0D068C345462}"/>
              </a:ext>
            </a:extLst>
          </p:cNvPr>
          <p:cNvSpPr>
            <a:spLocks xmlns:a="http://schemas.openxmlformats.org/drawingml/2006/main" noGrp="1"/>
          </p:cNvSpPr>
          <p:nvPr>
            <p:ph idx="11"/>
          </p:nvPr>
        </p:nvSpPr>
        <p:spPr>
          <a:xfrm xmlns:a="http://schemas.openxmlformats.org/drawingml/2006/main">
            <a:off x="438150" y="2076450"/>
            <a:ext cx="3857625" cy="2000250"/>
          </a:xfrm>
        </p:spPr>
        <p:txBody>
          <a:bodyPr xmlns:a="http://schemas.openxmlformats.org/drawingml/2006/main" lIns="0" tIns="0" rIns="0" bIns="0" anchor="t"/>
          <a:lstStyle xmlns:a="http://schemas.openxmlformats.org/drawingml/2006/main">
            <a:defPPr>
              <a:defRPr sz="1950" b="0">
                <a:solidFill>
                  <a:srgbClr val="FFFFFF"/>
                </a:solidFill>
                <a:latin typeface="Segoe UI"/>
                <a:ea typeface="Segoe UI"/>
                <a:cs typeface="Segoe UI"/>
              </a:defRPr>
            </a:defPPr>
            <a:lvl1pPr marL="0" indent="0">
              <a:buNone/>
              <a:defRPr sz="1800" b="0">
                <a:solidFill>
                  <a:srgbClr val="FFFFFF"/>
                </a:solidFill>
                <a:latin typeface="Segoe UI"/>
                <a:ea typeface="Segoe UI"/>
                <a:cs typeface="Segoe UI"/>
              </a:defRPr>
            </a:lvl1pPr>
            <a:lvl2pPr>
              <a:defRPr sz="1950" b="0">
                <a:solidFill>
                  <a:srgbClr val="FFFFFF"/>
                </a:solidFill>
                <a:latin typeface="Segoe UI"/>
                <a:ea typeface="Segoe UI"/>
                <a:cs typeface="Segoe UI"/>
              </a:defRPr>
            </a:lvl2pPr>
            <a:lvl3pPr>
              <a:defRPr sz="1950" b="0">
                <a:solidFill>
                  <a:srgbClr val="FFFFFF"/>
                </a:solidFill>
                <a:latin typeface="Segoe UI"/>
                <a:ea typeface="Segoe UI"/>
                <a:cs typeface="Segoe UI"/>
              </a:defRPr>
            </a:lvl3pPr>
            <a:lvl4pPr>
              <a:defRPr sz="1950" b="0">
                <a:solidFill>
                  <a:srgbClr val="FFFFFF"/>
                </a:solidFill>
                <a:latin typeface="Segoe UI"/>
                <a:ea typeface="Segoe UI"/>
                <a:cs typeface="Segoe UI"/>
              </a:defRPr>
            </a:lvl4pPr>
            <a:lvl5pPr>
              <a:defRPr sz="1950" b="0">
                <a:solidFill>
                  <a:srgbClr val="FFFFFF"/>
                </a:solidFill>
                <a:latin typeface="Segoe UI"/>
                <a:ea typeface="Segoe UI"/>
                <a:cs typeface="Segoe UI"/>
              </a:defRPr>
            </a:lvl5pPr>
            <a:lvl6pPr>
              <a:defRPr sz="1950" b="0">
                <a:solidFill>
                  <a:srgbClr val="FFFFFF"/>
                </a:solidFill>
                <a:latin typeface="Segoe UI"/>
                <a:ea typeface="Segoe UI"/>
                <a:cs typeface="Segoe UI"/>
              </a:defRPr>
            </a:lvl6pPr>
            <a:lvl7pPr>
              <a:defRPr sz="1950" b="0">
                <a:solidFill>
                  <a:srgbClr val="FFFFFF"/>
                </a:solidFill>
                <a:latin typeface="Segoe UI"/>
                <a:ea typeface="Segoe UI"/>
                <a:cs typeface="Segoe UI"/>
              </a:defRPr>
            </a:lvl7pPr>
            <a:lvl8pPr>
              <a:defRPr sz="1950" b="0">
                <a:solidFill>
                  <a:srgbClr val="FFFFFF"/>
                </a:solidFill>
                <a:latin typeface="Segoe UI"/>
                <a:ea typeface="Segoe UI"/>
                <a:cs typeface="Segoe UI"/>
              </a:defRPr>
            </a:lvl8pPr>
            <a:lvl9pPr>
              <a:defRPr sz="1950" b="0">
                <a:solidFill>
                  <a:srgbClr val="FFFFFF"/>
                </a:solidFill>
                <a:latin typeface="Segoe UI"/>
                <a:ea typeface="Segoe UI"/>
                <a:cs typeface="Segoe UI"/>
              </a:defRPr>
            </a:lvl9pPr>
          </a:lstStyle>
          <a:p xmlns:a="http://schemas.openxmlformats.org/drawingml/2006/main">
            <a:pPr marL="0" lvl="0" indent="0">
              <a:buNone/>
              <a:defRPr sz="1950" b="0">
                <a:solidFill>
                  <a:srgbClr val="FFFFFF"/>
                </a:solidFill>
                <a:latin typeface="Segoe UI"/>
                <a:ea typeface="Segoe UI"/>
                <a:cs typeface="Segoe UI"/>
              </a:defRPr>
            </a:pPr>
            <a:r>
              <a:rPr sz="1950" b="0">
                <a:solidFill>
                  <a:srgbClr val="FFFFFF"/>
                </a:solidFill>
                <a:latin typeface="Segoe UI"/>
                <a:ea typeface="Segoe UI"/>
                <a:cs typeface="Segoe UI"/>
              </a:rPr>
              <a:t>GitHub Actions</a:t>
            </a:r>
          </a:p>
          <a:p xmlns:a="http://schemas.openxmlformats.org/drawingml/2006/main">
            <a:pPr marL="0" lvl="0" indent="0">
              <a:buNone/>
              <a:defRPr sz="1950" b="0">
                <a:solidFill>
                  <a:srgbClr val="FFFFFF"/>
                </a:solidFill>
                <a:latin typeface="Segoe UI"/>
                <a:ea typeface="Segoe UI"/>
                <a:cs typeface="Segoe UI"/>
              </a:defRPr>
            </a:pPr>
            <a:r>
              <a:rPr sz="1950" b="0">
                <a:solidFill>
                  <a:srgbClr val="FFFFFF"/>
                </a:solidFill>
                <a:latin typeface="Segoe UI"/>
                <a:ea typeface="Segoe UI"/>
                <a:cs typeface="Segoe UI"/>
              </a:rPr>
              <a:t>Azure DevOps</a:t>
            </a:r>
          </a:p>
          <a:p xmlns:a="http://schemas.openxmlformats.org/drawingml/2006/main">
            <a:pPr marL="0" lvl="0" indent="0">
              <a:buNone/>
            </a:pPr>
            <a:r>
              <a:t/>
            </a:r>
          </a:p>
          <a:p xmlns:a="http://schemas.openxmlformats.org/drawingml/2006/main">
            <a:pPr marL="0" lvl="0" indent="0">
              <a:buNone/>
              <a:defRPr sz="1950" b="0">
                <a:solidFill>
                  <a:srgbClr val="FFFFFF"/>
                </a:solidFill>
                <a:latin typeface="Segoe UI"/>
                <a:ea typeface="Segoe UI"/>
                <a:cs typeface="Segoe UI"/>
              </a:defRPr>
            </a:pPr>
            <a:r>
              <a:rPr sz="1950" b="0">
                <a:solidFill>
                  <a:srgbClr val="FFFFFF"/>
                </a:solidFill>
                <a:latin typeface="Segoe UI"/>
                <a:ea typeface="Segoe UI"/>
                <a:cs typeface="Segoe UI"/>
              </a:rPr>
              <a:t>Federated Azure identity</a:t>
            </a:r>
          </a:p>
          <a:p xmlns:a="http://schemas.openxmlformats.org/drawingml/2006/main">
            <a:pPr marL="0" lvl="0" indent="0">
              <a:buNone/>
              <a:defRPr sz="1950" b="0">
                <a:solidFill>
                  <a:srgbClr val="FFFFFF"/>
                </a:solidFill>
                <a:latin typeface="Segoe UI"/>
                <a:ea typeface="Segoe UI"/>
                <a:cs typeface="Segoe UI"/>
              </a:defRPr>
            </a:pPr>
            <a:r>
              <a:rPr sz="1950" b="0">
                <a:solidFill>
                  <a:srgbClr val="FFFFFF"/>
                </a:solidFill>
                <a:latin typeface="Segoe UI"/>
                <a:ea typeface="Segoe UI"/>
                <a:cs typeface="Segoe UI"/>
              </a:rPr>
              <a:t>Environment settings</a:t>
            </a:r>
          </a:p>
        </p:txBody>
      </p:sp>
      <p:sp>
        <p:nvSpPr>
          <p:cNvPr id="5" name="Text Placeholder 11">
            <a:extLst xmlns:a="http://schemas.openxmlformats.org/drawingml/2006/main">
              <a:ext uri="{FF2B5EF4-FFF2-40B4-BE49-F238E27FC236}">
                <a16:creationId xmlns:a16="http://schemas.microsoft.com/office/drawing/2014/main" id="{C327262A-D327-4189-AD22-BAD67CF4AB79}"/>
              </a:ext>
            </a:extLst>
          </p:cNvPr>
          <p:cNvSpPr>
            <a:spLocks xmlns:a="http://schemas.openxmlformats.org/drawingml/2006/main" noGrp="1"/>
          </p:cNvSpPr>
          <p:nvPr>
            <p:ph type="body" idx="17"/>
          </p:nvPr>
        </p:nvSpPr>
        <p:spPr>
          <a:xfrm xmlns:a="http://schemas.openxmlformats.org/drawingml/2006/main">
            <a:off x="4791075" y="1428750"/>
            <a:ext cx="3905250" cy="457200"/>
          </a:xfrm>
        </p:spPr>
        <p:txBody>
          <a:bodyPr xmlns:a="http://schemas.openxmlformats.org/drawingml/2006/main" lIns="0" tIns="0" rIns="0" bIns="0" anchor="t"/>
          <a:lstStyle xmlns:a="http://schemas.openxmlformats.org/drawingml/2006/main">
            <a:defPPr>
              <a:defRPr sz="2250" b="1">
                <a:solidFill>
                  <a:srgbClr val="50B8E8"/>
                </a:solidFill>
                <a:latin typeface="Segoe UI"/>
                <a:ea typeface="Segoe UI"/>
                <a:cs typeface="Segoe UI"/>
              </a:defRPr>
            </a:defPPr>
            <a:lvl1pPr marL="0" indent="0">
              <a:spcBef>
                <a:spcPts val="0"/>
              </a:spcBef>
              <a:buNone/>
              <a:defRPr sz="2100" b="1">
                <a:solidFill>
                  <a:schemeClr val="tx1"/>
                </a:solidFill>
                <a:latin typeface="+mj-lt"/>
                <a:ea typeface="+mj-lt"/>
                <a:cs typeface="+mj-lt"/>
              </a:defRPr>
            </a:lvl1pPr>
            <a:lvl2pPr>
              <a:defRPr sz="2250" b="1">
                <a:solidFill>
                  <a:srgbClr val="50B8E8"/>
                </a:solidFill>
                <a:latin typeface="Segoe UI"/>
                <a:ea typeface="Segoe UI"/>
                <a:cs typeface="Segoe UI"/>
              </a:defRPr>
            </a:lvl2pPr>
            <a:lvl3pPr>
              <a:defRPr sz="2250" b="1">
                <a:solidFill>
                  <a:srgbClr val="50B8E8"/>
                </a:solidFill>
                <a:latin typeface="Segoe UI"/>
                <a:ea typeface="Segoe UI"/>
                <a:cs typeface="Segoe UI"/>
              </a:defRPr>
            </a:lvl3pPr>
            <a:lvl4pPr>
              <a:defRPr sz="2250" b="1">
                <a:solidFill>
                  <a:srgbClr val="50B8E8"/>
                </a:solidFill>
                <a:latin typeface="Segoe UI"/>
                <a:ea typeface="Segoe UI"/>
                <a:cs typeface="Segoe UI"/>
              </a:defRPr>
            </a:lvl4pPr>
            <a:lvl5pPr>
              <a:defRPr sz="2250" b="1">
                <a:solidFill>
                  <a:srgbClr val="50B8E8"/>
                </a:solidFill>
                <a:latin typeface="Segoe UI"/>
                <a:ea typeface="Segoe UI"/>
                <a:cs typeface="Segoe UI"/>
              </a:defRPr>
            </a:lvl5pPr>
            <a:lvl6pPr>
              <a:defRPr sz="2250" b="1">
                <a:solidFill>
                  <a:srgbClr val="50B8E8"/>
                </a:solidFill>
                <a:latin typeface="Segoe UI"/>
                <a:ea typeface="Segoe UI"/>
                <a:cs typeface="Segoe UI"/>
              </a:defRPr>
            </a:lvl6pPr>
            <a:lvl7pPr>
              <a:defRPr sz="2250" b="1">
                <a:solidFill>
                  <a:srgbClr val="50B8E8"/>
                </a:solidFill>
                <a:latin typeface="Segoe UI"/>
                <a:ea typeface="Segoe UI"/>
                <a:cs typeface="Segoe UI"/>
              </a:defRPr>
            </a:lvl7pPr>
            <a:lvl8pPr>
              <a:defRPr sz="2250" b="1">
                <a:solidFill>
                  <a:srgbClr val="50B8E8"/>
                </a:solidFill>
                <a:latin typeface="Segoe UI"/>
                <a:ea typeface="Segoe UI"/>
                <a:cs typeface="Segoe UI"/>
              </a:defRPr>
            </a:lvl8pPr>
            <a:lvl9pPr>
              <a:defRPr sz="2250" b="1">
                <a:solidFill>
                  <a:srgbClr val="50B8E8"/>
                </a:solidFill>
                <a:latin typeface="Segoe UI"/>
                <a:ea typeface="Segoe UI"/>
                <a:cs typeface="Segoe UI"/>
              </a:defRPr>
            </a:lvl9pPr>
          </a:lstStyle>
          <a:p xmlns:a="http://schemas.openxmlformats.org/drawingml/2006/main">
            <a:pPr marL="0" lvl="0" indent="0">
              <a:buNone/>
              <a:defRPr sz="2250" b="1">
                <a:solidFill>
                  <a:srgbClr val="50B8E8"/>
                </a:solidFill>
                <a:latin typeface="Segoe UI"/>
                <a:ea typeface="Segoe UI"/>
                <a:cs typeface="Segoe UI"/>
              </a:defRPr>
            </a:pPr>
            <a:r>
              <a:rPr sz="2250" b="1">
                <a:solidFill>
                  <a:srgbClr val="50B8E8"/>
                </a:solidFill>
                <a:latin typeface="Segoe UI"/>
                <a:ea typeface="Segoe UI"/>
                <a:cs typeface="Segoe UI"/>
              </a:rPr>
              <a:t>Copilot prompt files</a:t>
            </a:r>
          </a:p>
        </p:txBody>
      </p:sp>
      <p:sp>
        <p:nvSpPr>
          <p:cNvPr id="6" name="Content Placeholder 14">
            <a:extLst xmlns:a="http://schemas.openxmlformats.org/drawingml/2006/main">
              <a:ext uri="{FF2B5EF4-FFF2-40B4-BE49-F238E27FC236}">
                <a16:creationId xmlns:a16="http://schemas.microsoft.com/office/drawing/2014/main" id="{47F8EAA9-0E64-4589-A234-BC31685BE7D3}"/>
              </a:ext>
            </a:extLst>
          </p:cNvPr>
          <p:cNvSpPr>
            <a:spLocks xmlns:a="http://schemas.openxmlformats.org/drawingml/2006/main" noGrp="1"/>
          </p:cNvSpPr>
          <p:nvPr>
            <p:ph idx="13"/>
          </p:nvPr>
        </p:nvSpPr>
        <p:spPr>
          <a:xfrm xmlns:a="http://schemas.openxmlformats.org/drawingml/2006/main">
            <a:off x="4791075" y="2076450"/>
            <a:ext cx="3857625" cy="2000250"/>
          </a:xfrm>
        </p:spPr>
        <p:txBody>
          <a:bodyPr xmlns:a="http://schemas.openxmlformats.org/drawingml/2006/main" lIns="0" tIns="0" rIns="0" bIns="0" anchor="t"/>
          <a:lstStyle xmlns:a="http://schemas.openxmlformats.org/drawingml/2006/main">
            <a:defPPr>
              <a:defRPr sz="1950" b="0">
                <a:solidFill>
                  <a:srgbClr val="FFFFFF"/>
                </a:solidFill>
                <a:latin typeface="Segoe UI"/>
                <a:ea typeface="Segoe UI"/>
                <a:cs typeface="Segoe UI"/>
              </a:defRPr>
            </a:defPPr>
            <a:lvl1pPr marL="0" indent="0">
              <a:buNone/>
              <a:defRPr sz="1800" b="0">
                <a:solidFill>
                  <a:srgbClr val="FFFFFF"/>
                </a:solidFill>
                <a:latin typeface="Segoe UI"/>
                <a:ea typeface="Segoe UI"/>
                <a:cs typeface="Segoe UI"/>
              </a:defRPr>
            </a:lvl1pPr>
            <a:lvl2pPr>
              <a:defRPr sz="1950" b="0">
                <a:solidFill>
                  <a:srgbClr val="FFFFFF"/>
                </a:solidFill>
                <a:latin typeface="Segoe UI"/>
                <a:ea typeface="Segoe UI"/>
                <a:cs typeface="Segoe UI"/>
              </a:defRPr>
            </a:lvl2pPr>
            <a:lvl3pPr>
              <a:defRPr sz="1950" b="0">
                <a:solidFill>
                  <a:srgbClr val="FFFFFF"/>
                </a:solidFill>
                <a:latin typeface="Segoe UI"/>
                <a:ea typeface="Segoe UI"/>
                <a:cs typeface="Segoe UI"/>
              </a:defRPr>
            </a:lvl3pPr>
            <a:lvl4pPr>
              <a:defRPr sz="1950" b="0">
                <a:solidFill>
                  <a:srgbClr val="FFFFFF"/>
                </a:solidFill>
                <a:latin typeface="Segoe UI"/>
                <a:ea typeface="Segoe UI"/>
                <a:cs typeface="Segoe UI"/>
              </a:defRPr>
            </a:lvl4pPr>
            <a:lvl5pPr>
              <a:defRPr sz="1950" b="0">
                <a:solidFill>
                  <a:srgbClr val="FFFFFF"/>
                </a:solidFill>
                <a:latin typeface="Segoe UI"/>
                <a:ea typeface="Segoe UI"/>
                <a:cs typeface="Segoe UI"/>
              </a:defRPr>
            </a:lvl5pPr>
            <a:lvl6pPr>
              <a:defRPr sz="1950" b="0">
                <a:solidFill>
                  <a:srgbClr val="FFFFFF"/>
                </a:solidFill>
                <a:latin typeface="Segoe UI"/>
                <a:ea typeface="Segoe UI"/>
                <a:cs typeface="Segoe UI"/>
              </a:defRPr>
            </a:lvl6pPr>
            <a:lvl7pPr>
              <a:defRPr sz="1950" b="0">
                <a:solidFill>
                  <a:srgbClr val="FFFFFF"/>
                </a:solidFill>
                <a:latin typeface="Segoe UI"/>
                <a:ea typeface="Segoe UI"/>
                <a:cs typeface="Segoe UI"/>
              </a:defRPr>
            </a:lvl7pPr>
            <a:lvl8pPr>
              <a:defRPr sz="1950" b="0">
                <a:solidFill>
                  <a:srgbClr val="FFFFFF"/>
                </a:solidFill>
                <a:latin typeface="Segoe UI"/>
                <a:ea typeface="Segoe UI"/>
                <a:cs typeface="Segoe UI"/>
              </a:defRPr>
            </a:lvl8pPr>
            <a:lvl9pPr>
              <a:defRPr sz="1950" b="0">
                <a:solidFill>
                  <a:srgbClr val="FFFFFF"/>
                </a:solidFill>
                <a:latin typeface="Segoe UI"/>
                <a:ea typeface="Segoe UI"/>
                <a:cs typeface="Segoe UI"/>
              </a:defRPr>
            </a:lvl9pPr>
          </a:lstStyle>
          <a:p xmlns:a="http://schemas.openxmlformats.org/drawingml/2006/main">
            <a:pPr marL="0" lvl="0" indent="0">
              <a:buNone/>
              <a:defRPr sz="1950" b="0">
                <a:solidFill>
                  <a:srgbClr val="FFFFFF"/>
                </a:solidFill>
                <a:latin typeface="Segoe UI"/>
                <a:ea typeface="Segoe UI"/>
                <a:cs typeface="Segoe UI"/>
              </a:defRPr>
            </a:pPr>
            <a:r>
              <a:rPr sz="1950" b="0">
                <a:solidFill>
                  <a:srgbClr val="FFFFFF"/>
                </a:solidFill>
                <a:latin typeface="Segoe UI"/>
                <a:ea typeface="Segoe UI"/>
                <a:cs typeface="Segoe UI"/>
              </a:rPr>
              <a:t>Configure extraction filters.</a:t>
            </a:r>
          </a:p>
          <a:p xmlns:a="http://schemas.openxmlformats.org/drawingml/2006/main">
            <a:pPr marL="0" lvl="0" indent="0">
              <a:buNone/>
            </a:pPr>
            <a:r>
              <a:t/>
            </a:r>
          </a:p>
          <a:p xmlns:a="http://schemas.openxmlformats.org/drawingml/2006/main">
            <a:pPr marL="0" lvl="0" indent="0">
              <a:buNone/>
              <a:defRPr sz="1950" b="0">
                <a:solidFill>
                  <a:srgbClr val="FFFFFF"/>
                </a:solidFill>
                <a:latin typeface="Segoe UI"/>
                <a:ea typeface="Segoe UI"/>
                <a:cs typeface="Segoe UI"/>
              </a:defRPr>
            </a:pPr>
            <a:r>
              <a:rPr sz="1950" b="0">
                <a:solidFill>
                  <a:srgbClr val="FFFFFF"/>
                </a:solidFill>
                <a:latin typeface="Segoe UI"/>
                <a:ea typeface="Segoe UI"/>
                <a:cs typeface="Segoe UI"/>
              </a:rPr>
              <a:t>Prepare environment overrides.</a:t>
            </a:r>
          </a:p>
          <a:p xmlns:a="http://schemas.openxmlformats.org/drawingml/2006/main">
            <a:pPr marL="0" lvl="0" indent="0">
              <a:buNone/>
            </a:pPr>
            <a:r>
              <a:t/>
            </a:r>
          </a:p>
          <a:p xmlns:a="http://schemas.openxmlformats.org/drawingml/2006/main">
            <a:pPr marL="0" lvl="0" indent="0">
              <a:buNone/>
              <a:defRPr sz="1950" b="0">
                <a:solidFill>
                  <a:srgbClr val="FFFFFF"/>
                </a:solidFill>
                <a:latin typeface="Segoe UI"/>
                <a:ea typeface="Segoe UI"/>
                <a:cs typeface="Segoe UI"/>
              </a:defRPr>
            </a:pPr>
            <a:r>
              <a:rPr sz="1950" b="0">
                <a:solidFill>
                  <a:srgbClr val="FFFFFF"/>
                </a:solidFill>
                <a:latin typeface="Segoe UI"/>
                <a:ea typeface="Segoe UI"/>
                <a:cs typeface="Segoe UI"/>
              </a:rPr>
              <a:t>Set up workflow identity.</a:t>
            </a:r>
          </a:p>
        </p:txBody>
      </p:sp>
      <p:sp>
        <p:nvSpPr>
          <p:cNvPr id="7" name="APIOps content">
            <a:extLst xmlns:a="http://schemas.openxmlformats.org/drawingml/2006/main">
              <a:ext uri="{FF2B5EF4-FFF2-40B4-BE49-F238E27FC236}">
                <a16:creationId xmlns:a16="http://schemas.microsoft.com/office/drawing/2014/main" id="{017AF27B-8369-4D49-B20D-67988D551098}"/>
              </a:ext>
            </a:extLst>
          </p:cNvPr>
          <p:cNvSpPr>
            <a:spLocks xmlns:a="http://schemas.openxmlformats.org/drawingml/2006/main" noGrp="1"/>
          </p:cNvSpPr>
          <p:nvPr/>
        </p:nvSpPr>
        <p:spPr>
          <a:xfrm xmlns:a="http://schemas.openxmlformats.org/drawingml/2006/main">
            <a:off x="438150" y="45529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D9D9D6"/>
                </a:solidFill>
                <a:latin typeface="Segoe UI"/>
                <a:ea typeface="Segoe UI"/>
                <a:cs typeface="Segoe UI"/>
              </a:defRPr>
            </a:defPPr>
            <a:lvl1pPr>
              <a:defRPr sz="1275" b="0">
                <a:solidFill>
                  <a:srgbClr val="D9D9D6"/>
                </a:solidFill>
                <a:latin typeface="Segoe UI"/>
                <a:ea typeface="Segoe UI"/>
                <a:cs typeface="Segoe UI"/>
              </a:defRPr>
            </a:lvl1pPr>
            <a:lvl2pPr>
              <a:defRPr sz="1275" b="0">
                <a:solidFill>
                  <a:srgbClr val="D9D9D6"/>
                </a:solidFill>
                <a:latin typeface="Segoe UI"/>
                <a:ea typeface="Segoe UI"/>
                <a:cs typeface="Segoe UI"/>
              </a:defRPr>
            </a:lvl2pPr>
            <a:lvl3pPr>
              <a:defRPr sz="1275" b="0">
                <a:solidFill>
                  <a:srgbClr val="D9D9D6"/>
                </a:solidFill>
                <a:latin typeface="Segoe UI"/>
                <a:ea typeface="Segoe UI"/>
                <a:cs typeface="Segoe UI"/>
              </a:defRPr>
            </a:lvl3pPr>
            <a:lvl4pPr>
              <a:defRPr sz="1275" b="0">
                <a:solidFill>
                  <a:srgbClr val="D9D9D6"/>
                </a:solidFill>
                <a:latin typeface="Segoe UI"/>
                <a:ea typeface="Segoe UI"/>
                <a:cs typeface="Segoe UI"/>
              </a:defRPr>
            </a:lvl4pPr>
            <a:lvl5pPr>
              <a:defRPr sz="1275" b="0">
                <a:solidFill>
                  <a:srgbClr val="D9D9D6"/>
                </a:solidFill>
                <a:latin typeface="Segoe UI"/>
                <a:ea typeface="Segoe UI"/>
                <a:cs typeface="Segoe UI"/>
              </a:defRPr>
            </a:lvl5pPr>
            <a:lvl6pPr>
              <a:defRPr sz="1275" b="0">
                <a:solidFill>
                  <a:srgbClr val="D9D9D6"/>
                </a:solidFill>
                <a:latin typeface="Segoe UI"/>
                <a:ea typeface="Segoe UI"/>
                <a:cs typeface="Segoe UI"/>
              </a:defRPr>
            </a:lvl6pPr>
            <a:lvl7pPr>
              <a:defRPr sz="1275" b="0">
                <a:solidFill>
                  <a:srgbClr val="D9D9D6"/>
                </a:solidFill>
                <a:latin typeface="Segoe UI"/>
                <a:ea typeface="Segoe UI"/>
                <a:cs typeface="Segoe UI"/>
              </a:defRPr>
            </a:lvl7pPr>
            <a:lvl8pPr>
              <a:defRPr sz="1275" b="0">
                <a:solidFill>
                  <a:srgbClr val="D9D9D6"/>
                </a:solidFill>
                <a:latin typeface="Segoe UI"/>
                <a:ea typeface="Segoe UI"/>
                <a:cs typeface="Segoe UI"/>
              </a:defRPr>
            </a:lvl8pPr>
            <a:lvl9pPr>
              <a:defRPr sz="1275" b="0">
                <a:solidFill>
                  <a:srgbClr val="D9D9D6"/>
                </a:solidFill>
                <a:latin typeface="Segoe UI"/>
                <a:ea typeface="Segoe UI"/>
                <a:cs typeface="Segoe UI"/>
              </a:defRPr>
            </a:lvl9pPr>
          </a:lstStyle>
          <a:p xmlns:a="http://schemas.openxmlformats.org/drawingml/2006/main">
            <a:pPr>
              <a:defRPr sz="1275" b="0">
                <a:solidFill>
                  <a:srgbClr val="D9D9D6"/>
                </a:solidFill>
                <a:latin typeface="Segoe UI"/>
                <a:ea typeface="Segoe UI"/>
                <a:cs typeface="Segoe UI"/>
              </a:defRPr>
            </a:pPr>
            <a:r>
              <a:rPr sz="1275" b="0">
                <a:solidFill>
                  <a:srgbClr val="D9D9D6"/>
                </a:solidFill>
                <a:latin typeface="Segoe UI"/>
                <a:ea typeface="Segoe UI"/>
                <a:cs typeface="Segoe UI"/>
              </a:rPr>
              <a:t>Generate pipeline examples locally. Azure identity setup belongs to each customer.</a:t>
            </a:r>
          </a:p>
        </p:txBody>
      </p:sp>
    </p:spTree>
    <p:extLst>
      <p:ext uri="{BB962C8B-B14F-4D97-AF65-F5344CB8AC3E}">
        <p14:creationId xmlns:p14="http://schemas.microsoft.com/office/powerpoint/2010/main" val="48016859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876633-3E8D-4CF4-A5D4-D4E9D88A6DE0}"/>
              </a:ext>
            </a:extLst>
          </p:cNvPr>
          <p:cNvSpPr>
            <a:spLocks xmlns:a="http://schemas.openxmlformats.org/drawingml/2006/main" noGrp="1"/>
          </p:cNvSpPr>
          <p:nvPr>
            <p:ph type="title" idx="0"/>
          </p:nvPr>
        </p:nvSpPr>
        <p:spPr>
          <a:xfrm xmlns:a="http://schemas.openxmlformats.org/drawingml/2006/main">
            <a:off x="438150" y="342900"/>
            <a:ext cx="8258175" cy="411480"/>
          </a:xfrm>
        </p:spPr>
        <p:txBody>
          <a:bodyPr xmlns:a="http://schemas.openxmlformats.org/drawingml/2006/main" lIns="0" tIns="0" rIns="0" bIns="0" anchor="t">
            <a:spAutoFit/>
          </a:bodyPr>
          <a:lstStyle xmlns:a="http://schemas.openxmlformats.org/drawingml/2006/main">
            <a:defPPr>
              <a:defRPr sz="2700" b="1">
                <a:solidFill>
                  <a:srgbClr val="FFFFFF"/>
                </a:solidFill>
                <a:latin typeface="Segoe UI"/>
                <a:ea typeface="Segoe UI"/>
                <a:cs typeface="Segoe UI"/>
              </a:defRPr>
            </a:defPPr>
            <a:lvl1pPr marL="0" indent="0">
              <a:buNone/>
              <a:defRPr sz="2700" b="1">
                <a:solidFill>
                  <a:srgbClr val="FFFFFF"/>
                </a:solidFill>
                <a:latin typeface="Segoe UI"/>
                <a:ea typeface="Segoe UI"/>
                <a:cs typeface="Segoe UI"/>
              </a:defRPr>
            </a:lvl1pPr>
            <a:lvl2pPr>
              <a:defRPr sz="2700" b="1">
                <a:solidFill>
                  <a:srgbClr val="FFFFFF"/>
                </a:solidFill>
                <a:latin typeface="Segoe UI"/>
                <a:ea typeface="Segoe UI"/>
                <a:cs typeface="Segoe UI"/>
              </a:defRPr>
            </a:lvl2pPr>
            <a:lvl3pPr>
              <a:defRPr sz="2700" b="1">
                <a:solidFill>
                  <a:srgbClr val="FFFFFF"/>
                </a:solidFill>
                <a:latin typeface="Segoe UI"/>
                <a:ea typeface="Segoe UI"/>
                <a:cs typeface="Segoe UI"/>
              </a:defRPr>
            </a:lvl3pPr>
            <a:lvl4pPr>
              <a:defRPr sz="2700" b="1">
                <a:solidFill>
                  <a:srgbClr val="FFFFFF"/>
                </a:solidFill>
                <a:latin typeface="Segoe UI"/>
                <a:ea typeface="Segoe UI"/>
                <a:cs typeface="Segoe UI"/>
              </a:defRPr>
            </a:lvl4pPr>
            <a:lvl5pPr>
              <a:defRPr sz="2700" b="1">
                <a:solidFill>
                  <a:srgbClr val="FFFFFF"/>
                </a:solidFill>
                <a:latin typeface="Segoe UI"/>
                <a:ea typeface="Segoe UI"/>
                <a:cs typeface="Segoe UI"/>
              </a:defRPr>
            </a:lvl5pPr>
            <a:lvl6pPr>
              <a:defRPr sz="2700" b="1">
                <a:solidFill>
                  <a:srgbClr val="FFFFFF"/>
                </a:solidFill>
                <a:latin typeface="Segoe UI"/>
                <a:ea typeface="Segoe UI"/>
                <a:cs typeface="Segoe UI"/>
              </a:defRPr>
            </a:lvl6pPr>
            <a:lvl7pPr>
              <a:defRPr sz="2700" b="1">
                <a:solidFill>
                  <a:srgbClr val="FFFFFF"/>
                </a:solidFill>
                <a:latin typeface="Segoe UI"/>
                <a:ea typeface="Segoe UI"/>
                <a:cs typeface="Segoe UI"/>
              </a:defRPr>
            </a:lvl7pPr>
            <a:lvl8pPr>
              <a:defRPr sz="2700" b="1">
                <a:solidFill>
                  <a:srgbClr val="FFFFFF"/>
                </a:solidFill>
                <a:latin typeface="Segoe UI"/>
                <a:ea typeface="Segoe UI"/>
                <a:cs typeface="Segoe UI"/>
              </a:defRPr>
            </a:lvl8pPr>
            <a:lvl9pPr>
              <a:defRPr sz="2700" b="1">
                <a:solidFill>
                  <a:srgbClr val="FFFFFF"/>
                </a:solidFill>
                <a:latin typeface="Segoe UI"/>
                <a:ea typeface="Segoe UI"/>
                <a:cs typeface="Segoe UI"/>
              </a:defRPr>
            </a:lvl9pPr>
          </a:lstStyle>
          <a:p xmlns:a="http://schemas.openxmlformats.org/drawingml/2006/main">
            <a:pPr>
              <a:defRPr sz="2700" b="1">
                <a:solidFill>
                  <a:srgbClr val="FFFFFF"/>
                </a:solidFill>
                <a:latin typeface="Segoe UI"/>
                <a:ea typeface="Segoe UI"/>
                <a:cs typeface="Segoe UI"/>
              </a:defRPr>
            </a:pPr>
            <a:r>
              <a:rPr sz="2700" b="1">
                <a:solidFill>
                  <a:srgbClr val="FFFFFF"/>
                </a:solidFill>
                <a:latin typeface="Segoe UI"/>
                <a:ea typeface="Segoe UI"/>
                <a:cs typeface="Segoe UI"/>
              </a:rPr>
              <a:t>Secrets and deletion</a:t>
            </a:r>
          </a:p>
        </p:txBody>
      </p:sp>
      <p:sp>
        <p:nvSpPr>
          <p:cNvPr id="3" name="Text Placeholder 11">
            <a:extLst xmlns:a="http://schemas.openxmlformats.org/drawingml/2006/main">
              <a:ext uri="{FF2B5EF4-FFF2-40B4-BE49-F238E27FC236}">
                <a16:creationId xmlns:a16="http://schemas.microsoft.com/office/drawing/2014/main" id="{C2759870-0BEA-44DC-A414-1C70D04E35CC}"/>
              </a:ext>
            </a:extLst>
          </p:cNvPr>
          <p:cNvSpPr>
            <a:spLocks xmlns:a="http://schemas.openxmlformats.org/drawingml/2006/main" noGrp="1"/>
          </p:cNvSpPr>
          <p:nvPr>
            <p:ph type="body" idx="16"/>
          </p:nvPr>
        </p:nvSpPr>
        <p:spPr>
          <a:xfrm xmlns:a="http://schemas.openxmlformats.org/drawingml/2006/main">
            <a:off x="438150" y="1400175"/>
            <a:ext cx="3905250" cy="457200"/>
          </a:xfrm>
        </p:spPr>
        <p:txBody>
          <a:bodyPr xmlns:a="http://schemas.openxmlformats.org/drawingml/2006/main" lIns="0" tIns="0" rIns="0" bIns="0" anchor="t"/>
          <a:lstStyle xmlns:a="http://schemas.openxmlformats.org/drawingml/2006/main">
            <a:defPPr>
              <a:defRPr sz="2175" b="1">
                <a:solidFill>
                  <a:srgbClr val="50B8E8"/>
                </a:solidFill>
                <a:latin typeface="Segoe UI"/>
                <a:ea typeface="Segoe UI"/>
                <a:cs typeface="Segoe UI"/>
              </a:defRPr>
            </a:defPPr>
            <a:lvl1pPr marL="0" indent="0">
              <a:spcBef>
                <a:spcPts val="0"/>
              </a:spcBef>
              <a:buNone/>
              <a:defRPr sz="2100" b="1">
                <a:solidFill>
                  <a:schemeClr val="tx1"/>
                </a:solidFill>
                <a:latin typeface="+mj-lt"/>
                <a:ea typeface="+mj-lt"/>
                <a:cs typeface="+mj-lt"/>
              </a:defRPr>
            </a:lvl1pPr>
            <a:lvl2pPr>
              <a:defRPr sz="2175" b="1">
                <a:solidFill>
                  <a:srgbClr val="50B8E8"/>
                </a:solidFill>
                <a:latin typeface="Segoe UI"/>
                <a:ea typeface="Segoe UI"/>
                <a:cs typeface="Segoe UI"/>
              </a:defRPr>
            </a:lvl2pPr>
            <a:lvl3pPr>
              <a:defRPr sz="2175" b="1">
                <a:solidFill>
                  <a:srgbClr val="50B8E8"/>
                </a:solidFill>
                <a:latin typeface="Segoe UI"/>
                <a:ea typeface="Segoe UI"/>
                <a:cs typeface="Segoe UI"/>
              </a:defRPr>
            </a:lvl3pPr>
            <a:lvl4pPr>
              <a:defRPr sz="2175" b="1">
                <a:solidFill>
                  <a:srgbClr val="50B8E8"/>
                </a:solidFill>
                <a:latin typeface="Segoe UI"/>
                <a:ea typeface="Segoe UI"/>
                <a:cs typeface="Segoe UI"/>
              </a:defRPr>
            </a:lvl4pPr>
            <a:lvl5pPr>
              <a:defRPr sz="2175" b="1">
                <a:solidFill>
                  <a:srgbClr val="50B8E8"/>
                </a:solidFill>
                <a:latin typeface="Segoe UI"/>
                <a:ea typeface="Segoe UI"/>
                <a:cs typeface="Segoe UI"/>
              </a:defRPr>
            </a:lvl5pPr>
            <a:lvl6pPr>
              <a:defRPr sz="2175" b="1">
                <a:solidFill>
                  <a:srgbClr val="50B8E8"/>
                </a:solidFill>
                <a:latin typeface="Segoe UI"/>
                <a:ea typeface="Segoe UI"/>
                <a:cs typeface="Segoe UI"/>
              </a:defRPr>
            </a:lvl6pPr>
            <a:lvl7pPr>
              <a:defRPr sz="2175" b="1">
                <a:solidFill>
                  <a:srgbClr val="50B8E8"/>
                </a:solidFill>
                <a:latin typeface="Segoe UI"/>
                <a:ea typeface="Segoe UI"/>
                <a:cs typeface="Segoe UI"/>
              </a:defRPr>
            </a:lvl7pPr>
            <a:lvl8pPr>
              <a:defRPr sz="2175" b="1">
                <a:solidFill>
                  <a:srgbClr val="50B8E8"/>
                </a:solidFill>
                <a:latin typeface="Segoe UI"/>
                <a:ea typeface="Segoe UI"/>
                <a:cs typeface="Segoe UI"/>
              </a:defRPr>
            </a:lvl8pPr>
            <a:lvl9pPr>
              <a:defRPr sz="2175" b="1">
                <a:solidFill>
                  <a:srgbClr val="50B8E8"/>
                </a:solidFill>
                <a:latin typeface="Segoe UI"/>
                <a:ea typeface="Segoe UI"/>
                <a:cs typeface="Segoe UI"/>
              </a:defRPr>
            </a:lvl9pPr>
          </a:lstStyle>
          <a:p xmlns:a="http://schemas.openxmlformats.org/drawingml/2006/main">
            <a:pPr marL="0" lvl="0" indent="0">
              <a:buNone/>
              <a:defRPr sz="2175" b="1">
                <a:solidFill>
                  <a:srgbClr val="50B8E8"/>
                </a:solidFill>
                <a:latin typeface="Segoe UI"/>
                <a:ea typeface="Segoe UI"/>
                <a:cs typeface="Segoe UI"/>
              </a:defRPr>
            </a:pPr>
            <a:r>
              <a:rPr sz="2175" b="1">
                <a:solidFill>
                  <a:srgbClr val="50B8E8"/>
                </a:solidFill>
                <a:latin typeface="Segoe UI"/>
                <a:ea typeface="Segoe UI"/>
                <a:cs typeface="Segoe UI"/>
              </a:rPr>
              <a:t>Secrets at deployment</a:t>
            </a:r>
          </a:p>
        </p:txBody>
      </p:sp>
      <p:sp>
        <p:nvSpPr>
          <p:cNvPr id="4" name="Content Placeholder 14">
            <a:extLst xmlns:a="http://schemas.openxmlformats.org/drawingml/2006/main">
              <a:ext uri="{FF2B5EF4-FFF2-40B4-BE49-F238E27FC236}">
                <a16:creationId xmlns:a16="http://schemas.microsoft.com/office/drawing/2014/main" id="{BFEF95FA-F121-4653-B60A-0D068C345462}"/>
              </a:ext>
            </a:extLst>
          </p:cNvPr>
          <p:cNvSpPr>
            <a:spLocks xmlns:a="http://schemas.openxmlformats.org/drawingml/2006/main" noGrp="1"/>
          </p:cNvSpPr>
          <p:nvPr>
            <p:ph idx="11"/>
          </p:nvPr>
        </p:nvSpPr>
        <p:spPr>
          <a:xfrm xmlns:a="http://schemas.openxmlformats.org/drawingml/2006/main">
            <a:off x="438150" y="2057400"/>
            <a:ext cx="3905250" cy="2171700"/>
          </a:xfrm>
        </p:spPr>
        <p:txBody>
          <a:bodyPr xmlns:a="http://schemas.openxmlformats.org/drawingml/2006/main" lIns="0" tIns="0" rIns="0" bIns="0" anchor="t"/>
          <a:lstStyle xmlns:a="http://schemas.openxmlformats.org/drawingml/2006/main">
            <a:defPPr>
              <a:defRPr sz="1800" b="0">
                <a:solidFill>
                  <a:srgbClr val="FFFFFF"/>
                </a:solidFill>
                <a:latin typeface="Segoe UI"/>
                <a:ea typeface="Segoe UI"/>
                <a:cs typeface="Segoe UI"/>
              </a:defRPr>
            </a:defPPr>
            <a:lvl1pPr marL="0" indent="0">
              <a:buNone/>
              <a:defRPr sz="1800" b="0">
                <a:solidFill>
                  <a:srgbClr val="FFFFFF"/>
                </a:solidFill>
                <a:latin typeface="Segoe UI"/>
                <a:ea typeface="Segoe UI"/>
                <a:cs typeface="Segoe UI"/>
              </a:defRPr>
            </a:lvl1pPr>
            <a:lvl2pPr>
              <a:defRPr sz="1800" b="0">
                <a:solidFill>
                  <a:srgbClr val="FFFFFF"/>
                </a:solidFill>
                <a:latin typeface="Segoe UI"/>
                <a:ea typeface="Segoe UI"/>
                <a:cs typeface="Segoe UI"/>
              </a:defRPr>
            </a:lvl2pPr>
            <a:lvl3pPr>
              <a:defRPr sz="1800" b="0">
                <a:solidFill>
                  <a:srgbClr val="FFFFFF"/>
                </a:solidFill>
                <a:latin typeface="Segoe UI"/>
                <a:ea typeface="Segoe UI"/>
                <a:cs typeface="Segoe UI"/>
              </a:defRPr>
            </a:lvl3pPr>
            <a:lvl4pPr>
              <a:defRPr sz="1800" b="0">
                <a:solidFill>
                  <a:srgbClr val="FFFFFF"/>
                </a:solidFill>
                <a:latin typeface="Segoe UI"/>
                <a:ea typeface="Segoe UI"/>
                <a:cs typeface="Segoe UI"/>
              </a:defRPr>
            </a:lvl4pPr>
            <a:lvl5pPr>
              <a:defRPr sz="1800" b="0">
                <a:solidFill>
                  <a:srgbClr val="FFFFFF"/>
                </a:solidFill>
                <a:latin typeface="Segoe UI"/>
                <a:ea typeface="Segoe UI"/>
                <a:cs typeface="Segoe UI"/>
              </a:defRPr>
            </a:lvl5pPr>
            <a:lvl6pPr>
              <a:defRPr sz="1800" b="0">
                <a:solidFill>
                  <a:srgbClr val="FFFFFF"/>
                </a:solidFill>
                <a:latin typeface="Segoe UI"/>
                <a:ea typeface="Segoe UI"/>
                <a:cs typeface="Segoe UI"/>
              </a:defRPr>
            </a:lvl6pPr>
            <a:lvl7pPr>
              <a:defRPr sz="1800" b="0">
                <a:solidFill>
                  <a:srgbClr val="FFFFFF"/>
                </a:solidFill>
                <a:latin typeface="Segoe UI"/>
                <a:ea typeface="Segoe UI"/>
                <a:cs typeface="Segoe UI"/>
              </a:defRPr>
            </a:lvl7pPr>
            <a:lvl8pPr>
              <a:defRPr sz="1800" b="0">
                <a:solidFill>
                  <a:srgbClr val="FFFFFF"/>
                </a:solidFill>
                <a:latin typeface="Segoe UI"/>
                <a:ea typeface="Segoe UI"/>
                <a:cs typeface="Segoe UI"/>
              </a:defRPr>
            </a:lvl8pPr>
            <a:lvl9pPr>
              <a:defRPr sz="1800" b="0">
                <a:solidFill>
                  <a:srgbClr val="FFFFFF"/>
                </a:solidFill>
                <a:latin typeface="Segoe UI"/>
                <a:ea typeface="Segoe UI"/>
                <a:cs typeface="Segoe UI"/>
              </a:defRPr>
            </a:lvl9pPr>
          </a:lstStyle>
          <a:p xmlns:a="http://schemas.openxmlformats.org/drawingml/2006/main">
            <a:pPr marL="0" lvl="0" indent="0">
              <a:buNone/>
              <a:defRPr sz="1800" b="0">
                <a:solidFill>
                  <a:srgbClr val="FFFFFF"/>
                </a:solidFill>
                <a:latin typeface="Segoe UI"/>
                <a:ea typeface="Segoe UI"/>
                <a:cs typeface="Segoe UI"/>
              </a:defRPr>
            </a:pPr>
            <a:r>
              <a:rPr sz="1800" b="0">
                <a:solidFill>
                  <a:srgbClr val="FFFFFF"/>
                </a:solidFill>
                <a:latin typeface="Segoe UI"/>
                <a:ea typeface="Segoe UI"/>
                <a:cs typeface="Segoe UI"/>
              </a:rPr>
              <a:t>Extract redacts secret values.</a:t>
            </a:r>
          </a:p>
          <a:p xmlns:a="http://schemas.openxmlformats.org/drawingml/2006/main">
            <a:pPr marL="0" lvl="0" indent="0">
              <a:buNone/>
            </a:pPr>
            <a:r>
              <a:t/>
            </a:r>
          </a:p>
          <a:p xmlns:a="http://schemas.openxmlformats.org/drawingml/2006/main">
            <a:pPr marL="0" lvl="0" indent="0">
              <a:buNone/>
              <a:defRPr sz="1800" b="0">
                <a:solidFill>
                  <a:srgbClr val="FFFFFF"/>
                </a:solidFill>
                <a:latin typeface="Segoe UI"/>
                <a:ea typeface="Segoe UI"/>
                <a:cs typeface="Segoe UI"/>
              </a:defRPr>
            </a:pPr>
            <a:r>
              <a:rPr sz="1800" b="0">
                <a:solidFill>
                  <a:srgbClr val="FFFFFF"/>
                </a:solidFill>
                <a:latin typeface="Segoe UI"/>
                <a:ea typeface="Segoe UI"/>
                <a:cs typeface="Segoe UI"/>
              </a:rPr>
              <a:t>Use Key Vault references or pipeline secret injection.</a:t>
            </a:r>
          </a:p>
          <a:p xmlns:a="http://schemas.openxmlformats.org/drawingml/2006/main">
            <a:pPr marL="0" lvl="0" indent="0">
              <a:buNone/>
            </a:pPr>
            <a:r>
              <a:t/>
            </a:r>
          </a:p>
          <a:p xmlns:a="http://schemas.openxmlformats.org/drawingml/2006/main">
            <a:pPr marL="0" lvl="0" indent="0">
              <a:buNone/>
              <a:defRPr sz="1800" b="0">
                <a:solidFill>
                  <a:srgbClr val="FFFFFF"/>
                </a:solidFill>
                <a:latin typeface="Segoe UI"/>
                <a:ea typeface="Segoe UI"/>
                <a:cs typeface="Segoe UI"/>
              </a:defRPr>
            </a:pPr>
            <a:r>
              <a:rPr sz="1800" b="0">
                <a:solidFill>
                  <a:srgbClr val="FFFFFF"/>
                </a:solidFill>
                <a:latin typeface="Segoe UI"/>
                <a:ea typeface="Segoe UI"/>
                <a:cs typeface="Segoe UI"/>
              </a:rPr>
              <a:t>Resolve redacted placeholders before publishing.</a:t>
            </a:r>
          </a:p>
        </p:txBody>
      </p:sp>
      <p:sp>
        <p:nvSpPr>
          <p:cNvPr id="5" name="Text Placeholder 11">
            <a:extLst xmlns:a="http://schemas.openxmlformats.org/drawingml/2006/main">
              <a:ext uri="{FF2B5EF4-FFF2-40B4-BE49-F238E27FC236}">
                <a16:creationId xmlns:a16="http://schemas.microsoft.com/office/drawing/2014/main" id="{C327262A-D327-4189-AD22-BAD67CF4AB79}"/>
              </a:ext>
            </a:extLst>
          </p:cNvPr>
          <p:cNvSpPr>
            <a:spLocks xmlns:a="http://schemas.openxmlformats.org/drawingml/2006/main" noGrp="1"/>
          </p:cNvSpPr>
          <p:nvPr>
            <p:ph type="body" idx="17"/>
          </p:nvPr>
        </p:nvSpPr>
        <p:spPr>
          <a:xfrm xmlns:a="http://schemas.openxmlformats.org/drawingml/2006/main">
            <a:off x="4791075" y="1400175"/>
            <a:ext cx="3905250" cy="457200"/>
          </a:xfrm>
        </p:spPr>
        <p:txBody>
          <a:bodyPr xmlns:a="http://schemas.openxmlformats.org/drawingml/2006/main" lIns="0" tIns="0" rIns="0" bIns="0" anchor="t"/>
          <a:lstStyle xmlns:a="http://schemas.openxmlformats.org/drawingml/2006/main">
            <a:defPPr>
              <a:defRPr sz="2175" b="1">
                <a:solidFill>
                  <a:srgbClr val="50B8E8"/>
                </a:solidFill>
                <a:latin typeface="Segoe UI"/>
                <a:ea typeface="Segoe UI"/>
                <a:cs typeface="Segoe UI"/>
              </a:defRPr>
            </a:defPPr>
            <a:lvl1pPr marL="0" indent="0">
              <a:spcBef>
                <a:spcPts val="0"/>
              </a:spcBef>
              <a:buNone/>
              <a:defRPr sz="2100" b="1">
                <a:solidFill>
                  <a:schemeClr val="tx1"/>
                </a:solidFill>
                <a:latin typeface="+mj-lt"/>
                <a:ea typeface="+mj-lt"/>
                <a:cs typeface="+mj-lt"/>
              </a:defRPr>
            </a:lvl1pPr>
            <a:lvl2pPr>
              <a:defRPr sz="2175" b="1">
                <a:solidFill>
                  <a:srgbClr val="50B8E8"/>
                </a:solidFill>
                <a:latin typeface="Segoe UI"/>
                <a:ea typeface="Segoe UI"/>
                <a:cs typeface="Segoe UI"/>
              </a:defRPr>
            </a:lvl2pPr>
            <a:lvl3pPr>
              <a:defRPr sz="2175" b="1">
                <a:solidFill>
                  <a:srgbClr val="50B8E8"/>
                </a:solidFill>
                <a:latin typeface="Segoe UI"/>
                <a:ea typeface="Segoe UI"/>
                <a:cs typeface="Segoe UI"/>
              </a:defRPr>
            </a:lvl3pPr>
            <a:lvl4pPr>
              <a:defRPr sz="2175" b="1">
                <a:solidFill>
                  <a:srgbClr val="50B8E8"/>
                </a:solidFill>
                <a:latin typeface="Segoe UI"/>
                <a:ea typeface="Segoe UI"/>
                <a:cs typeface="Segoe UI"/>
              </a:defRPr>
            </a:lvl4pPr>
            <a:lvl5pPr>
              <a:defRPr sz="2175" b="1">
                <a:solidFill>
                  <a:srgbClr val="50B8E8"/>
                </a:solidFill>
                <a:latin typeface="Segoe UI"/>
                <a:ea typeface="Segoe UI"/>
                <a:cs typeface="Segoe UI"/>
              </a:defRPr>
            </a:lvl5pPr>
            <a:lvl6pPr>
              <a:defRPr sz="2175" b="1">
                <a:solidFill>
                  <a:srgbClr val="50B8E8"/>
                </a:solidFill>
                <a:latin typeface="Segoe UI"/>
                <a:ea typeface="Segoe UI"/>
                <a:cs typeface="Segoe UI"/>
              </a:defRPr>
            </a:lvl6pPr>
            <a:lvl7pPr>
              <a:defRPr sz="2175" b="1">
                <a:solidFill>
                  <a:srgbClr val="50B8E8"/>
                </a:solidFill>
                <a:latin typeface="Segoe UI"/>
                <a:ea typeface="Segoe UI"/>
                <a:cs typeface="Segoe UI"/>
              </a:defRPr>
            </a:lvl7pPr>
            <a:lvl8pPr>
              <a:defRPr sz="2175" b="1">
                <a:solidFill>
                  <a:srgbClr val="50B8E8"/>
                </a:solidFill>
                <a:latin typeface="Segoe UI"/>
                <a:ea typeface="Segoe UI"/>
                <a:cs typeface="Segoe UI"/>
              </a:defRPr>
            </a:lvl8pPr>
            <a:lvl9pPr>
              <a:defRPr sz="2175" b="1">
                <a:solidFill>
                  <a:srgbClr val="50B8E8"/>
                </a:solidFill>
                <a:latin typeface="Segoe UI"/>
                <a:ea typeface="Segoe UI"/>
                <a:cs typeface="Segoe UI"/>
              </a:defRPr>
            </a:lvl9pPr>
          </a:lstStyle>
          <a:p xmlns:a="http://schemas.openxmlformats.org/drawingml/2006/main">
            <a:pPr marL="0" lvl="0" indent="0">
              <a:buNone/>
              <a:defRPr sz="2175" b="1">
                <a:solidFill>
                  <a:srgbClr val="50B8E8"/>
                </a:solidFill>
                <a:latin typeface="Segoe UI"/>
                <a:ea typeface="Segoe UI"/>
                <a:cs typeface="Segoe UI"/>
              </a:defRPr>
            </a:pPr>
            <a:r>
              <a:rPr sz="2175" b="1">
                <a:solidFill>
                  <a:srgbClr val="50B8E8"/>
                </a:solidFill>
                <a:latin typeface="Segoe UI"/>
                <a:ea typeface="Segoe UI"/>
                <a:cs typeface="Segoe UI"/>
              </a:rPr>
              <a:t>Deletion is explicit</a:t>
            </a:r>
          </a:p>
        </p:txBody>
      </p:sp>
      <p:sp>
        <p:nvSpPr>
          <p:cNvPr id="6" name="Content Placeholder 14">
            <a:extLst xmlns:a="http://schemas.openxmlformats.org/drawingml/2006/main">
              <a:ext uri="{FF2B5EF4-FFF2-40B4-BE49-F238E27FC236}">
                <a16:creationId xmlns:a16="http://schemas.microsoft.com/office/drawing/2014/main" id="{47F8EAA9-0E64-4589-A234-BC31685BE7D3}"/>
              </a:ext>
            </a:extLst>
          </p:cNvPr>
          <p:cNvSpPr>
            <a:spLocks xmlns:a="http://schemas.openxmlformats.org/drawingml/2006/main" noGrp="1"/>
          </p:cNvSpPr>
          <p:nvPr>
            <p:ph idx="13"/>
          </p:nvPr>
        </p:nvSpPr>
        <p:spPr>
          <a:xfrm xmlns:a="http://schemas.openxmlformats.org/drawingml/2006/main">
            <a:off x="4791075" y="2057400"/>
            <a:ext cx="3905250" cy="2171700"/>
          </a:xfrm>
        </p:spPr>
        <p:txBody>
          <a:bodyPr xmlns:a="http://schemas.openxmlformats.org/drawingml/2006/main" lIns="0" tIns="0" rIns="0" bIns="0" anchor="t"/>
          <a:lstStyle xmlns:a="http://schemas.openxmlformats.org/drawingml/2006/main">
            <a:defPPr>
              <a:defRPr sz="1800" b="0">
                <a:solidFill>
                  <a:srgbClr val="FFFFFF"/>
                </a:solidFill>
                <a:latin typeface="Segoe UI"/>
                <a:ea typeface="Segoe UI"/>
                <a:cs typeface="Segoe UI"/>
              </a:defRPr>
            </a:defPPr>
            <a:lvl1pPr marL="0" indent="0">
              <a:buNone/>
              <a:defRPr sz="1800" b="0">
                <a:solidFill>
                  <a:srgbClr val="FFFFFF"/>
                </a:solidFill>
                <a:latin typeface="Segoe UI"/>
                <a:ea typeface="Segoe UI"/>
                <a:cs typeface="Segoe UI"/>
              </a:defRPr>
            </a:lvl1pPr>
            <a:lvl2pPr>
              <a:defRPr sz="1800" b="0">
                <a:solidFill>
                  <a:srgbClr val="FFFFFF"/>
                </a:solidFill>
                <a:latin typeface="Segoe UI"/>
                <a:ea typeface="Segoe UI"/>
                <a:cs typeface="Segoe UI"/>
              </a:defRPr>
            </a:lvl2pPr>
            <a:lvl3pPr>
              <a:defRPr sz="1800" b="0">
                <a:solidFill>
                  <a:srgbClr val="FFFFFF"/>
                </a:solidFill>
                <a:latin typeface="Segoe UI"/>
                <a:ea typeface="Segoe UI"/>
                <a:cs typeface="Segoe UI"/>
              </a:defRPr>
            </a:lvl3pPr>
            <a:lvl4pPr>
              <a:defRPr sz="1800" b="0">
                <a:solidFill>
                  <a:srgbClr val="FFFFFF"/>
                </a:solidFill>
                <a:latin typeface="Segoe UI"/>
                <a:ea typeface="Segoe UI"/>
                <a:cs typeface="Segoe UI"/>
              </a:defRPr>
            </a:lvl4pPr>
            <a:lvl5pPr>
              <a:defRPr sz="1800" b="0">
                <a:solidFill>
                  <a:srgbClr val="FFFFFF"/>
                </a:solidFill>
                <a:latin typeface="Segoe UI"/>
                <a:ea typeface="Segoe UI"/>
                <a:cs typeface="Segoe UI"/>
              </a:defRPr>
            </a:lvl5pPr>
            <a:lvl6pPr>
              <a:defRPr sz="1800" b="0">
                <a:solidFill>
                  <a:srgbClr val="FFFFFF"/>
                </a:solidFill>
                <a:latin typeface="Segoe UI"/>
                <a:ea typeface="Segoe UI"/>
                <a:cs typeface="Segoe UI"/>
              </a:defRPr>
            </a:lvl6pPr>
            <a:lvl7pPr>
              <a:defRPr sz="1800" b="0">
                <a:solidFill>
                  <a:srgbClr val="FFFFFF"/>
                </a:solidFill>
                <a:latin typeface="Segoe UI"/>
                <a:ea typeface="Segoe UI"/>
                <a:cs typeface="Segoe UI"/>
              </a:defRPr>
            </a:lvl7pPr>
            <a:lvl8pPr>
              <a:defRPr sz="1800" b="0">
                <a:solidFill>
                  <a:srgbClr val="FFFFFF"/>
                </a:solidFill>
                <a:latin typeface="Segoe UI"/>
                <a:ea typeface="Segoe UI"/>
                <a:cs typeface="Segoe UI"/>
              </a:defRPr>
            </a:lvl8pPr>
            <a:lvl9pPr>
              <a:defRPr sz="1800" b="0">
                <a:solidFill>
                  <a:srgbClr val="FFFFFF"/>
                </a:solidFill>
                <a:latin typeface="Segoe UI"/>
                <a:ea typeface="Segoe UI"/>
                <a:cs typeface="Segoe UI"/>
              </a:defRPr>
            </a:lvl9pPr>
          </a:lstStyle>
          <a:p xmlns:a="http://schemas.openxmlformats.org/drawingml/2006/main">
            <a:pPr marL="0" lvl="0" indent="0">
              <a:buNone/>
              <a:defRPr sz="1800" b="0">
                <a:solidFill>
                  <a:srgbClr val="FFFFFF"/>
                </a:solidFill>
                <a:latin typeface="Segoe UI"/>
                <a:ea typeface="Segoe UI"/>
                <a:cs typeface="Segoe UI"/>
              </a:defRPr>
            </a:pPr>
            <a:r>
              <a:rPr sz="1800" b="0">
                <a:solidFill>
                  <a:srgbClr val="FFFFFF"/>
                </a:solidFill>
                <a:latin typeface="Segoe UI"/>
                <a:ea typeface="Segoe UI"/>
                <a:cs typeface="Segoe UI"/>
              </a:rPr>
              <a:t>--delete-unmatched</a:t>
            </a:r>
          </a:p>
          <a:p xmlns:a="http://schemas.openxmlformats.org/drawingml/2006/main">
            <a:pPr marL="0" lvl="0" indent="0">
              <a:buNone/>
            </a:pPr>
            <a:r>
              <a:t/>
            </a:r>
          </a:p>
          <a:p xmlns:a="http://schemas.openxmlformats.org/drawingml/2006/main">
            <a:pPr marL="0" lvl="0" indent="0">
              <a:buNone/>
              <a:defRPr sz="1800" b="0">
                <a:solidFill>
                  <a:srgbClr val="FFFFFF"/>
                </a:solidFill>
                <a:latin typeface="Segoe UI"/>
                <a:ea typeface="Segoe UI"/>
                <a:cs typeface="Segoe UI"/>
              </a:defRPr>
            </a:pPr>
            <a:r>
              <a:rPr sz="1800" b="0">
                <a:solidFill>
                  <a:srgbClr val="FFFFFF"/>
                </a:solidFill>
                <a:latin typeface="Segoe UI"/>
                <a:ea typeface="Segoe UI"/>
                <a:cs typeface="Segoe UI"/>
              </a:rPr>
              <a:t>Full mode removes absent resources.</a:t>
            </a:r>
          </a:p>
          <a:p xmlns:a="http://schemas.openxmlformats.org/drawingml/2006/main">
            <a:pPr marL="0" lvl="0" indent="0">
              <a:buNone/>
            </a:pPr>
            <a:r>
              <a:t/>
            </a:r>
          </a:p>
          <a:p xmlns:a="http://schemas.openxmlformats.org/drawingml/2006/main">
            <a:pPr marL="0" lvl="0" indent="0">
              <a:buNone/>
              <a:defRPr sz="1800" b="0">
                <a:solidFill>
                  <a:srgbClr val="FFFFFF"/>
                </a:solidFill>
                <a:latin typeface="Segoe UI"/>
                <a:ea typeface="Segoe UI"/>
                <a:cs typeface="Segoe UI"/>
              </a:defRPr>
            </a:pPr>
            <a:r>
              <a:rPr sz="1800" b="0">
                <a:solidFill>
                  <a:srgbClr val="FFFFFF"/>
                </a:solidFill>
                <a:latin typeface="Segoe UI"/>
                <a:ea typeface="Segoe UI"/>
                <a:cs typeface="Segoe UI"/>
              </a:rPr>
              <a:t>Commit mode removes resources deleted in that commit.</a:t>
            </a:r>
          </a:p>
        </p:txBody>
      </p:sp>
      <p:sp>
        <p:nvSpPr>
          <p:cNvPr id="7" name="APIOps content">
            <a:extLst xmlns:a="http://schemas.openxmlformats.org/drawingml/2006/main">
              <a:ext uri="{FF2B5EF4-FFF2-40B4-BE49-F238E27FC236}">
                <a16:creationId xmlns:a16="http://schemas.microsoft.com/office/drawing/2014/main" id="{407449C7-7E6A-4380-A47B-E36F222066E6}"/>
              </a:ext>
            </a:extLst>
          </p:cNvPr>
          <p:cNvSpPr>
            <a:spLocks xmlns:a="http://schemas.openxmlformats.org/drawingml/2006/main" noGrp="1"/>
          </p:cNvSpPr>
          <p:nvPr/>
        </p:nvSpPr>
        <p:spPr>
          <a:xfrm xmlns:a="http://schemas.openxmlformats.org/drawingml/2006/main">
            <a:off x="438150" y="45529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D9D9D6"/>
                </a:solidFill>
                <a:latin typeface="Segoe UI"/>
                <a:ea typeface="Segoe UI"/>
                <a:cs typeface="Segoe UI"/>
              </a:defRPr>
            </a:defPPr>
            <a:lvl1pPr>
              <a:defRPr sz="1275" b="0">
                <a:solidFill>
                  <a:srgbClr val="D9D9D6"/>
                </a:solidFill>
                <a:latin typeface="Segoe UI"/>
                <a:ea typeface="Segoe UI"/>
                <a:cs typeface="Segoe UI"/>
              </a:defRPr>
            </a:lvl1pPr>
            <a:lvl2pPr>
              <a:defRPr sz="1275" b="0">
                <a:solidFill>
                  <a:srgbClr val="D9D9D6"/>
                </a:solidFill>
                <a:latin typeface="Segoe UI"/>
                <a:ea typeface="Segoe UI"/>
                <a:cs typeface="Segoe UI"/>
              </a:defRPr>
            </a:lvl2pPr>
            <a:lvl3pPr>
              <a:defRPr sz="1275" b="0">
                <a:solidFill>
                  <a:srgbClr val="D9D9D6"/>
                </a:solidFill>
                <a:latin typeface="Segoe UI"/>
                <a:ea typeface="Segoe UI"/>
                <a:cs typeface="Segoe UI"/>
              </a:defRPr>
            </a:lvl3pPr>
            <a:lvl4pPr>
              <a:defRPr sz="1275" b="0">
                <a:solidFill>
                  <a:srgbClr val="D9D9D6"/>
                </a:solidFill>
                <a:latin typeface="Segoe UI"/>
                <a:ea typeface="Segoe UI"/>
                <a:cs typeface="Segoe UI"/>
              </a:defRPr>
            </a:lvl4pPr>
            <a:lvl5pPr>
              <a:defRPr sz="1275" b="0">
                <a:solidFill>
                  <a:srgbClr val="D9D9D6"/>
                </a:solidFill>
                <a:latin typeface="Segoe UI"/>
                <a:ea typeface="Segoe UI"/>
                <a:cs typeface="Segoe UI"/>
              </a:defRPr>
            </a:lvl5pPr>
            <a:lvl6pPr>
              <a:defRPr sz="1275" b="0">
                <a:solidFill>
                  <a:srgbClr val="D9D9D6"/>
                </a:solidFill>
                <a:latin typeface="Segoe UI"/>
                <a:ea typeface="Segoe UI"/>
                <a:cs typeface="Segoe UI"/>
              </a:defRPr>
            </a:lvl6pPr>
            <a:lvl7pPr>
              <a:defRPr sz="1275" b="0">
                <a:solidFill>
                  <a:srgbClr val="D9D9D6"/>
                </a:solidFill>
                <a:latin typeface="Segoe UI"/>
                <a:ea typeface="Segoe UI"/>
                <a:cs typeface="Segoe UI"/>
              </a:defRPr>
            </a:lvl7pPr>
            <a:lvl8pPr>
              <a:defRPr sz="1275" b="0">
                <a:solidFill>
                  <a:srgbClr val="D9D9D6"/>
                </a:solidFill>
                <a:latin typeface="Segoe UI"/>
                <a:ea typeface="Segoe UI"/>
                <a:cs typeface="Segoe UI"/>
              </a:defRPr>
            </a:lvl8pPr>
            <a:lvl9pPr>
              <a:defRPr sz="1275" b="0">
                <a:solidFill>
                  <a:srgbClr val="D9D9D6"/>
                </a:solidFill>
                <a:latin typeface="Segoe UI"/>
                <a:ea typeface="Segoe UI"/>
                <a:cs typeface="Segoe UI"/>
              </a:defRPr>
            </a:lvl9pPr>
          </a:lstStyle>
          <a:p xmlns:a="http://schemas.openxmlformats.org/drawingml/2006/main">
            <a:pPr>
              <a:defRPr sz="1275" b="0">
                <a:solidFill>
                  <a:srgbClr val="D9D9D6"/>
                </a:solidFill>
                <a:latin typeface="Segoe UI"/>
                <a:ea typeface="Segoe UI"/>
                <a:cs typeface="Segoe UI"/>
              </a:defRPr>
            </a:pPr>
            <a:r>
              <a:rPr sz="1275" b="0">
                <a:solidFill>
                  <a:srgbClr val="D9D9D6"/>
                </a:solidFill>
                <a:latin typeface="Segoe UI"/>
                <a:ea typeface="Segoe UI"/>
                <a:cs typeface="Segoe UI"/>
              </a:rPr>
              <a:t>Lab proof: the placeholder guard blocked publish. A scoped deletion removed one resource.</a:t>
            </a:r>
          </a:p>
        </p:txBody>
      </p:sp>
    </p:spTree>
    <p:extLst>
      <p:ext uri="{BB962C8B-B14F-4D97-AF65-F5344CB8AC3E}">
        <p14:creationId xmlns:p14="http://schemas.microsoft.com/office/powerpoint/2010/main" val="162685088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0AAD849-7CFE-4AF7-A7C5-6BBD50C88C1A}"/>
              </a:ext>
            </a:extLst>
          </p:cNvPr>
          <p:cNvSpPr>
            <a:spLocks xmlns:a="http://schemas.openxmlformats.org/drawingml/2006/main" noGrp="1"/>
          </p:cNvSpPr>
          <p:nvPr>
            <p:ph type="title" idx="0"/>
          </p:nvPr>
        </p:nvSpPr>
        <p:spPr>
          <a:xfrm xmlns:a="http://schemas.openxmlformats.org/drawingml/2006/main">
            <a:off x="438150" y="342900"/>
            <a:ext cx="8258175" cy="571500"/>
          </a:xfrm>
        </p:spPr>
        <p:txBody>
          <a:bodyPr xmlns:a="http://schemas.openxmlformats.org/drawingml/2006/main" lIns="0" tIns="0" rIns="0" bIns="0" anchor="t"/>
          <a:lstStyle xmlns:a="http://schemas.openxmlformats.org/drawingml/2006/main">
            <a:defPPr>
              <a:defRPr sz="2700" b="1">
                <a:solidFill>
                  <a:srgbClr val="FFFFFF"/>
                </a:solidFill>
                <a:latin typeface="Segoe UI"/>
                <a:ea typeface="Segoe UI"/>
                <a:cs typeface="Segoe UI"/>
              </a:defRPr>
            </a:defPPr>
            <a:lvl1pPr>
              <a:defRPr sz="2700" b="1">
                <a:solidFill>
                  <a:srgbClr val="FFFFFF"/>
                </a:solidFill>
                <a:latin typeface="Segoe UI"/>
                <a:ea typeface="Segoe UI"/>
                <a:cs typeface="Segoe UI"/>
              </a:defRPr>
            </a:lvl1pPr>
            <a:lvl2pPr>
              <a:defRPr sz="2700" b="1">
                <a:solidFill>
                  <a:srgbClr val="FFFFFF"/>
                </a:solidFill>
                <a:latin typeface="Segoe UI"/>
                <a:ea typeface="Segoe UI"/>
                <a:cs typeface="Segoe UI"/>
              </a:defRPr>
            </a:lvl2pPr>
            <a:lvl3pPr>
              <a:defRPr sz="2700" b="1">
                <a:solidFill>
                  <a:srgbClr val="FFFFFF"/>
                </a:solidFill>
                <a:latin typeface="Segoe UI"/>
                <a:ea typeface="Segoe UI"/>
                <a:cs typeface="Segoe UI"/>
              </a:defRPr>
            </a:lvl3pPr>
            <a:lvl4pPr>
              <a:defRPr sz="2700" b="1">
                <a:solidFill>
                  <a:srgbClr val="FFFFFF"/>
                </a:solidFill>
                <a:latin typeface="Segoe UI"/>
                <a:ea typeface="Segoe UI"/>
                <a:cs typeface="Segoe UI"/>
              </a:defRPr>
            </a:lvl4pPr>
            <a:lvl5pPr>
              <a:defRPr sz="2700" b="1">
                <a:solidFill>
                  <a:srgbClr val="FFFFFF"/>
                </a:solidFill>
                <a:latin typeface="Segoe UI"/>
                <a:ea typeface="Segoe UI"/>
                <a:cs typeface="Segoe UI"/>
              </a:defRPr>
            </a:lvl5pPr>
            <a:lvl6pPr>
              <a:defRPr sz="2700" b="1">
                <a:solidFill>
                  <a:srgbClr val="FFFFFF"/>
                </a:solidFill>
                <a:latin typeface="Segoe UI"/>
                <a:ea typeface="Segoe UI"/>
                <a:cs typeface="Segoe UI"/>
              </a:defRPr>
            </a:lvl6pPr>
            <a:lvl7pPr>
              <a:defRPr sz="2700" b="1">
                <a:solidFill>
                  <a:srgbClr val="FFFFFF"/>
                </a:solidFill>
                <a:latin typeface="Segoe UI"/>
                <a:ea typeface="Segoe UI"/>
                <a:cs typeface="Segoe UI"/>
              </a:defRPr>
            </a:lvl7pPr>
            <a:lvl8pPr>
              <a:defRPr sz="2700" b="1">
                <a:solidFill>
                  <a:srgbClr val="FFFFFF"/>
                </a:solidFill>
                <a:latin typeface="Segoe UI"/>
                <a:ea typeface="Segoe UI"/>
                <a:cs typeface="Segoe UI"/>
              </a:defRPr>
            </a:lvl8pPr>
            <a:lvl9pPr>
              <a:defRPr sz="2700" b="1">
                <a:solidFill>
                  <a:srgbClr val="FFFFFF"/>
                </a:solidFill>
                <a:latin typeface="Segoe UI"/>
                <a:ea typeface="Segoe UI"/>
                <a:cs typeface="Segoe UI"/>
              </a:defRPr>
            </a:lvl9pPr>
          </a:lstStyle>
          <a:p xmlns:a="http://schemas.openxmlformats.org/drawingml/2006/main">
            <a:pPr>
              <a:defRPr sz="2700" b="1">
                <a:solidFill>
                  <a:srgbClr val="FFFFFF"/>
                </a:solidFill>
                <a:latin typeface="Segoe UI"/>
                <a:ea typeface="Segoe UI"/>
                <a:cs typeface="Segoe UI"/>
              </a:defRPr>
            </a:pPr>
            <a:r>
              <a:rPr sz="2700" b="1">
                <a:solidFill>
                  <a:srgbClr val="FFFFFF"/>
                </a:solidFill>
                <a:latin typeface="Segoe UI"/>
                <a:ea typeface="Segoe UI"/>
                <a:cs typeface="Segoe UI"/>
              </a:rPr>
              <a:t>API Center: catalog backup and replay</a:t>
            </a:r>
          </a:p>
        </p:txBody>
      </p:sp>
      <p:pic>
        <p:nvPicPr>
          <p:cNvPr id="3" name="">
            <a:extLst xmlns:a="http://schemas.openxmlformats.org/drawingml/2006/main">
              <a:ext uri="{FF2B5EF4-FFF2-40B4-BE49-F238E27FC236}">
                <a16:creationId xmlns:a16="http://schemas.microsoft.com/office/drawing/2014/main" id="{4B2E634A-6CF9-495F-9725-BDE791433678}"/>
              </a:ext>
            </a:extLst>
          </p:cNvPr>
          <p:cNvPicPr>
            <a:picLocks xmlns:a="http://schemas.openxmlformats.org/drawingml/2006/main" noChangeAspect="1"/>
          </p:cNvPicPr>
          <p:nvPr/>
        </p:nvPicPr>
        <p:blipFill>
          <a:blip xmlns:r="http://schemas.openxmlformats.org/officeDocument/2006/relationships" xmlns:a="http://schemas.openxmlformats.org/drawingml/2006/main" r:embed="R81da1638f9a642dc"/>
          <a:stretch xmlns:a="http://schemas.openxmlformats.org/drawingml/2006/main"/>
        </p:blipFill>
        <p:spPr>
          <a:xfrm xmlns:a="http://schemas.openxmlformats.org/drawingml/2006/main">
            <a:off x="647700" y="1647825"/>
            <a:ext cx="2076450" cy="2076450"/>
          </a:xfrm>
          <a:prstGeom xmlns:a="http://schemas.openxmlformats.org/drawingml/2006/main" prst="rect">
            <a:avLst/>
          </a:prstGeom>
        </p:spPr>
      </p:pic>
      <p:sp>
        <p:nvSpPr>
          <p:cNvPr id="4" name="APIOps content">
            <a:extLst xmlns:a="http://schemas.openxmlformats.org/drawingml/2006/main">
              <a:ext uri="{FF2B5EF4-FFF2-40B4-BE49-F238E27FC236}">
                <a16:creationId xmlns:a16="http://schemas.microsoft.com/office/drawing/2014/main" id="{2EBBE61E-A1AF-4D33-B7E8-6ABCDED387D5}"/>
              </a:ext>
            </a:extLst>
          </p:cNvPr>
          <p:cNvSpPr>
            <a:spLocks xmlns:a="http://schemas.openxmlformats.org/drawingml/2006/main" noGrp="1"/>
          </p:cNvSpPr>
          <p:nvPr/>
        </p:nvSpPr>
        <p:spPr>
          <a:xfrm xmlns:a="http://schemas.openxmlformats.org/drawingml/2006/main">
            <a:off x="438150" y="39624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D9D9D6"/>
                </a:solidFill>
                <a:latin typeface="Segoe UI"/>
                <a:ea typeface="Segoe UI"/>
                <a:cs typeface="Segoe UI"/>
              </a:defRPr>
            </a:defPPr>
            <a:lvl1pPr>
              <a:defRPr sz="1800" b="0">
                <a:solidFill>
                  <a:srgbClr val="D9D9D6"/>
                </a:solidFill>
                <a:latin typeface="Segoe UI"/>
                <a:ea typeface="Segoe UI"/>
                <a:cs typeface="Segoe UI"/>
              </a:defRPr>
            </a:lvl1pPr>
            <a:lvl2pPr>
              <a:defRPr sz="1800" b="0">
                <a:solidFill>
                  <a:srgbClr val="D9D9D6"/>
                </a:solidFill>
                <a:latin typeface="Segoe UI"/>
                <a:ea typeface="Segoe UI"/>
                <a:cs typeface="Segoe UI"/>
              </a:defRPr>
            </a:lvl2pPr>
            <a:lvl3pPr>
              <a:defRPr sz="1800" b="0">
                <a:solidFill>
                  <a:srgbClr val="D9D9D6"/>
                </a:solidFill>
                <a:latin typeface="Segoe UI"/>
                <a:ea typeface="Segoe UI"/>
                <a:cs typeface="Segoe UI"/>
              </a:defRPr>
            </a:lvl3pPr>
            <a:lvl4pPr>
              <a:defRPr sz="1800" b="0">
                <a:solidFill>
                  <a:srgbClr val="D9D9D6"/>
                </a:solidFill>
                <a:latin typeface="Segoe UI"/>
                <a:ea typeface="Segoe UI"/>
                <a:cs typeface="Segoe UI"/>
              </a:defRPr>
            </a:lvl4pPr>
            <a:lvl5pPr>
              <a:defRPr sz="1800" b="0">
                <a:solidFill>
                  <a:srgbClr val="D9D9D6"/>
                </a:solidFill>
                <a:latin typeface="Segoe UI"/>
                <a:ea typeface="Segoe UI"/>
                <a:cs typeface="Segoe UI"/>
              </a:defRPr>
            </a:lvl5pPr>
            <a:lvl6pPr>
              <a:defRPr sz="1800" b="0">
                <a:solidFill>
                  <a:srgbClr val="D9D9D6"/>
                </a:solidFill>
                <a:latin typeface="Segoe UI"/>
                <a:ea typeface="Segoe UI"/>
                <a:cs typeface="Segoe UI"/>
              </a:defRPr>
            </a:lvl6pPr>
            <a:lvl7pPr>
              <a:defRPr sz="1800" b="0">
                <a:solidFill>
                  <a:srgbClr val="D9D9D6"/>
                </a:solidFill>
                <a:latin typeface="Segoe UI"/>
                <a:ea typeface="Segoe UI"/>
                <a:cs typeface="Segoe UI"/>
              </a:defRPr>
            </a:lvl7pPr>
            <a:lvl8pPr>
              <a:defRPr sz="1800" b="0">
                <a:solidFill>
                  <a:srgbClr val="D9D9D6"/>
                </a:solidFill>
                <a:latin typeface="Segoe UI"/>
                <a:ea typeface="Segoe UI"/>
                <a:cs typeface="Segoe UI"/>
              </a:defRPr>
            </a:lvl8pPr>
            <a:lvl9pPr>
              <a:defRPr sz="1800" b="0">
                <a:solidFill>
                  <a:srgbClr val="D9D9D6"/>
                </a:solidFill>
                <a:latin typeface="Segoe UI"/>
                <a:ea typeface="Segoe UI"/>
                <a:cs typeface="Segoe UI"/>
              </a:defRPr>
            </a:lvl9pPr>
          </a:lstStyle>
          <a:p xmlns:a="http://schemas.openxmlformats.org/drawingml/2006/main">
            <a:pPr>
              <a:defRPr sz="1800" b="0">
                <a:solidFill>
                  <a:srgbClr val="D9D9D6"/>
                </a:solidFill>
                <a:latin typeface="Segoe UI"/>
                <a:ea typeface="Segoe UI"/>
                <a:cs typeface="Segoe UI"/>
              </a:defRPr>
            </a:pPr>
            <a:r>
              <a:rPr sz="1800" b="0">
                <a:solidFill>
                  <a:srgbClr val="D9D9D6"/>
                </a:solidFill>
                <a:latin typeface="Segoe UI"/>
                <a:ea typeface="Segoe UI"/>
                <a:cs typeface="Segoe UI"/>
              </a:rPr>
              <a:t>Azure API Center</a:t>
            </a:r>
          </a:p>
        </p:txBody>
      </p:sp>
      <p:sp>
        <p:nvSpPr>
          <p:cNvPr id="5" name="APIOps content">
            <a:extLst xmlns:a="http://schemas.openxmlformats.org/drawingml/2006/main">
              <a:ext uri="{FF2B5EF4-FFF2-40B4-BE49-F238E27FC236}">
                <a16:creationId xmlns:a16="http://schemas.microsoft.com/office/drawing/2014/main" id="{A2A9034C-C315-4ED7-8AFB-54C6551A76EA}"/>
              </a:ext>
            </a:extLst>
          </p:cNvPr>
          <p:cNvSpPr>
            <a:spLocks xmlns:a="http://schemas.openxmlformats.org/drawingml/2006/main" noGrp="1"/>
          </p:cNvSpPr>
          <p:nvPr/>
        </p:nvSpPr>
        <p:spPr>
          <a:xfrm xmlns:a="http://schemas.openxmlformats.org/drawingml/2006/main">
            <a:off x="3714750" y="156210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50B8E8"/>
                </a:solidFill>
                <a:latin typeface="Segoe UI"/>
                <a:ea typeface="Segoe UI"/>
                <a:cs typeface="Segoe UI"/>
              </a:defRPr>
            </a:defPPr>
            <a:lvl1pPr>
              <a:defRPr sz="2250" b="1">
                <a:solidFill>
                  <a:srgbClr val="50B8E8"/>
                </a:solidFill>
                <a:latin typeface="Segoe UI"/>
                <a:ea typeface="Segoe UI"/>
                <a:cs typeface="Segoe UI"/>
              </a:defRPr>
            </a:lvl1pPr>
            <a:lvl2pPr>
              <a:defRPr sz="2250" b="1">
                <a:solidFill>
                  <a:srgbClr val="50B8E8"/>
                </a:solidFill>
                <a:latin typeface="Segoe UI"/>
                <a:ea typeface="Segoe UI"/>
                <a:cs typeface="Segoe UI"/>
              </a:defRPr>
            </a:lvl2pPr>
            <a:lvl3pPr>
              <a:defRPr sz="2250" b="1">
                <a:solidFill>
                  <a:srgbClr val="50B8E8"/>
                </a:solidFill>
                <a:latin typeface="Segoe UI"/>
                <a:ea typeface="Segoe UI"/>
                <a:cs typeface="Segoe UI"/>
              </a:defRPr>
            </a:lvl3pPr>
            <a:lvl4pPr>
              <a:defRPr sz="2250" b="1">
                <a:solidFill>
                  <a:srgbClr val="50B8E8"/>
                </a:solidFill>
                <a:latin typeface="Segoe UI"/>
                <a:ea typeface="Segoe UI"/>
                <a:cs typeface="Segoe UI"/>
              </a:defRPr>
            </a:lvl4pPr>
            <a:lvl5pPr>
              <a:defRPr sz="2250" b="1">
                <a:solidFill>
                  <a:srgbClr val="50B8E8"/>
                </a:solidFill>
                <a:latin typeface="Segoe UI"/>
                <a:ea typeface="Segoe UI"/>
                <a:cs typeface="Segoe UI"/>
              </a:defRPr>
            </a:lvl5pPr>
            <a:lvl6pPr>
              <a:defRPr sz="2250" b="1">
                <a:solidFill>
                  <a:srgbClr val="50B8E8"/>
                </a:solidFill>
                <a:latin typeface="Segoe UI"/>
                <a:ea typeface="Segoe UI"/>
                <a:cs typeface="Segoe UI"/>
              </a:defRPr>
            </a:lvl6pPr>
            <a:lvl7pPr>
              <a:defRPr sz="2250" b="1">
                <a:solidFill>
                  <a:srgbClr val="50B8E8"/>
                </a:solidFill>
                <a:latin typeface="Segoe UI"/>
                <a:ea typeface="Segoe UI"/>
                <a:cs typeface="Segoe UI"/>
              </a:defRPr>
            </a:lvl7pPr>
            <a:lvl8pPr>
              <a:defRPr sz="2250" b="1">
                <a:solidFill>
                  <a:srgbClr val="50B8E8"/>
                </a:solidFill>
                <a:latin typeface="Segoe UI"/>
                <a:ea typeface="Segoe UI"/>
                <a:cs typeface="Segoe UI"/>
              </a:defRPr>
            </a:lvl8pPr>
            <a:lvl9pPr>
              <a:defRPr sz="2250" b="1">
                <a:solidFill>
                  <a:srgbClr val="50B8E8"/>
                </a:solidFill>
                <a:latin typeface="Segoe UI"/>
                <a:ea typeface="Segoe UI"/>
                <a:cs typeface="Segoe UI"/>
              </a:defRPr>
            </a:lvl9pPr>
          </a:lstStyle>
          <a:p xmlns:a="http://schemas.openxmlformats.org/drawingml/2006/main">
            <a:pPr>
              <a:defRPr sz="2250" b="1">
                <a:solidFill>
                  <a:srgbClr val="50B8E8"/>
                </a:solidFill>
                <a:latin typeface="Segoe UI"/>
                <a:ea typeface="Segoe UI"/>
                <a:cs typeface="Segoe UI"/>
              </a:defRPr>
            </a:pPr>
            <a:r>
              <a:rPr sz="2250" b="1">
                <a:solidFill>
                  <a:srgbClr val="50B8E8"/>
                </a:solidFill>
                <a:latin typeface="Segoe UI"/>
                <a:ea typeface="Segoe UI"/>
                <a:cs typeface="Segoe UI"/>
              </a:rPr>
              <a:t>apic extract</a:t>
            </a:r>
          </a:p>
        </p:txBody>
      </p:sp>
      <p:sp>
        <p:nvSpPr>
          <p:cNvPr id="6" name="APIOps content">
            <a:extLst xmlns:a="http://schemas.openxmlformats.org/drawingml/2006/main">
              <a:ext uri="{FF2B5EF4-FFF2-40B4-BE49-F238E27FC236}">
                <a16:creationId xmlns:a16="http://schemas.microsoft.com/office/drawing/2014/main" id="{A585413C-64C7-4172-A42A-52BAE3FB00B0}"/>
              </a:ext>
            </a:extLst>
          </p:cNvPr>
          <p:cNvSpPr>
            <a:spLocks xmlns:a="http://schemas.openxmlformats.org/drawingml/2006/main" noGrp="1"/>
          </p:cNvSpPr>
          <p:nvPr/>
        </p:nvSpPr>
        <p:spPr>
          <a:xfrm xmlns:a="http://schemas.openxmlformats.org/drawingml/2006/main">
            <a:off x="3714750" y="2066925"/>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FFFFF"/>
                </a:solidFill>
                <a:latin typeface="Segoe UI"/>
                <a:ea typeface="Segoe UI"/>
                <a:cs typeface="Segoe UI"/>
              </a:defRPr>
            </a:defPPr>
            <a:lvl1pPr>
              <a:defRPr sz="1875" b="0">
                <a:solidFill>
                  <a:srgbClr val="FFFFFF"/>
                </a:solidFill>
                <a:latin typeface="Segoe UI"/>
                <a:ea typeface="Segoe UI"/>
                <a:cs typeface="Segoe UI"/>
              </a:defRPr>
            </a:lvl1pPr>
            <a:lvl2pPr>
              <a:defRPr sz="1875" b="0">
                <a:solidFill>
                  <a:srgbClr val="FFFFFF"/>
                </a:solidFill>
                <a:latin typeface="Segoe UI"/>
                <a:ea typeface="Segoe UI"/>
                <a:cs typeface="Segoe UI"/>
              </a:defRPr>
            </a:lvl2pPr>
            <a:lvl3pPr>
              <a:defRPr sz="1875" b="0">
                <a:solidFill>
                  <a:srgbClr val="FFFFFF"/>
                </a:solidFill>
                <a:latin typeface="Segoe UI"/>
                <a:ea typeface="Segoe UI"/>
                <a:cs typeface="Segoe UI"/>
              </a:defRPr>
            </a:lvl3pPr>
            <a:lvl4pPr>
              <a:defRPr sz="1875" b="0">
                <a:solidFill>
                  <a:srgbClr val="FFFFFF"/>
                </a:solidFill>
                <a:latin typeface="Segoe UI"/>
                <a:ea typeface="Segoe UI"/>
                <a:cs typeface="Segoe UI"/>
              </a:defRPr>
            </a:lvl4pPr>
            <a:lvl5pPr>
              <a:defRPr sz="1875" b="0">
                <a:solidFill>
                  <a:srgbClr val="FFFFFF"/>
                </a:solidFill>
                <a:latin typeface="Segoe UI"/>
                <a:ea typeface="Segoe UI"/>
                <a:cs typeface="Segoe UI"/>
              </a:defRPr>
            </a:lvl5pPr>
            <a:lvl6pPr>
              <a:defRPr sz="1875" b="0">
                <a:solidFill>
                  <a:srgbClr val="FFFFFF"/>
                </a:solidFill>
                <a:latin typeface="Segoe UI"/>
                <a:ea typeface="Segoe UI"/>
                <a:cs typeface="Segoe UI"/>
              </a:defRPr>
            </a:lvl6pPr>
            <a:lvl7pPr>
              <a:defRPr sz="1875" b="0">
                <a:solidFill>
                  <a:srgbClr val="FFFFFF"/>
                </a:solidFill>
                <a:latin typeface="Segoe UI"/>
                <a:ea typeface="Segoe UI"/>
                <a:cs typeface="Segoe UI"/>
              </a:defRPr>
            </a:lvl7pPr>
            <a:lvl8pPr>
              <a:defRPr sz="1875" b="0">
                <a:solidFill>
                  <a:srgbClr val="FFFFFF"/>
                </a:solidFill>
                <a:latin typeface="Segoe UI"/>
                <a:ea typeface="Segoe UI"/>
                <a:cs typeface="Segoe UI"/>
              </a:defRPr>
            </a:lvl8pPr>
            <a:lvl9pPr>
              <a:defRPr sz="1875" b="0">
                <a:solidFill>
                  <a:srgbClr val="FFFFFF"/>
                </a:solidFill>
                <a:latin typeface="Segoe UI"/>
                <a:ea typeface="Segoe UI"/>
                <a:cs typeface="Segoe UI"/>
              </a:defRPr>
            </a:lvl9pPr>
          </a:lstStyle>
          <a:p xmlns:a="http://schemas.openxmlformats.org/drawingml/2006/main">
            <a:pPr>
              <a:defRPr sz="1875" b="0">
                <a:solidFill>
                  <a:srgbClr val="FFFFFF"/>
                </a:solidFill>
                <a:latin typeface="Segoe UI"/>
                <a:ea typeface="Segoe UI"/>
                <a:cs typeface="Segoe UI"/>
              </a:defRPr>
            </a:pPr>
            <a:r>
              <a:rPr sz="1875" b="0">
                <a:solidFill>
                  <a:srgbClr val="FFFFFF"/>
                </a:solidFill>
                <a:latin typeface="Segoe UI"/>
                <a:ea typeface="Segoe UI"/>
                <a:cs typeface="Segoe UI"/>
              </a:rPr>
              <a:t>Save catalog metadata and definitions.</a:t>
            </a:r>
          </a:p>
        </p:txBody>
      </p:sp>
      <p:sp>
        <p:nvSpPr>
          <p:cNvPr id="7" name="APIOps content">
            <a:extLst xmlns:a="http://schemas.openxmlformats.org/drawingml/2006/main">
              <a:ext uri="{FF2B5EF4-FFF2-40B4-BE49-F238E27FC236}">
                <a16:creationId xmlns:a16="http://schemas.microsoft.com/office/drawing/2014/main" id="{581071A5-2994-4751-B23F-7C86C7E50B31}"/>
              </a:ext>
            </a:extLst>
          </p:cNvPr>
          <p:cNvSpPr>
            <a:spLocks xmlns:a="http://schemas.openxmlformats.org/drawingml/2006/main" noGrp="1"/>
          </p:cNvSpPr>
          <p:nvPr/>
        </p:nvSpPr>
        <p:spPr>
          <a:xfrm xmlns:a="http://schemas.openxmlformats.org/drawingml/2006/main">
            <a:off x="3714750" y="297180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50B8E8"/>
                </a:solidFill>
                <a:latin typeface="Segoe UI"/>
                <a:ea typeface="Segoe UI"/>
                <a:cs typeface="Segoe UI"/>
              </a:defRPr>
            </a:defPPr>
            <a:lvl1pPr>
              <a:defRPr sz="2250" b="1">
                <a:solidFill>
                  <a:srgbClr val="50B8E8"/>
                </a:solidFill>
                <a:latin typeface="Segoe UI"/>
                <a:ea typeface="Segoe UI"/>
                <a:cs typeface="Segoe UI"/>
              </a:defRPr>
            </a:lvl1pPr>
            <a:lvl2pPr>
              <a:defRPr sz="2250" b="1">
                <a:solidFill>
                  <a:srgbClr val="50B8E8"/>
                </a:solidFill>
                <a:latin typeface="Segoe UI"/>
                <a:ea typeface="Segoe UI"/>
                <a:cs typeface="Segoe UI"/>
              </a:defRPr>
            </a:lvl2pPr>
            <a:lvl3pPr>
              <a:defRPr sz="2250" b="1">
                <a:solidFill>
                  <a:srgbClr val="50B8E8"/>
                </a:solidFill>
                <a:latin typeface="Segoe UI"/>
                <a:ea typeface="Segoe UI"/>
                <a:cs typeface="Segoe UI"/>
              </a:defRPr>
            </a:lvl3pPr>
            <a:lvl4pPr>
              <a:defRPr sz="2250" b="1">
                <a:solidFill>
                  <a:srgbClr val="50B8E8"/>
                </a:solidFill>
                <a:latin typeface="Segoe UI"/>
                <a:ea typeface="Segoe UI"/>
                <a:cs typeface="Segoe UI"/>
              </a:defRPr>
            </a:lvl4pPr>
            <a:lvl5pPr>
              <a:defRPr sz="2250" b="1">
                <a:solidFill>
                  <a:srgbClr val="50B8E8"/>
                </a:solidFill>
                <a:latin typeface="Segoe UI"/>
                <a:ea typeface="Segoe UI"/>
                <a:cs typeface="Segoe UI"/>
              </a:defRPr>
            </a:lvl5pPr>
            <a:lvl6pPr>
              <a:defRPr sz="2250" b="1">
                <a:solidFill>
                  <a:srgbClr val="50B8E8"/>
                </a:solidFill>
                <a:latin typeface="Segoe UI"/>
                <a:ea typeface="Segoe UI"/>
                <a:cs typeface="Segoe UI"/>
              </a:defRPr>
            </a:lvl6pPr>
            <a:lvl7pPr>
              <a:defRPr sz="2250" b="1">
                <a:solidFill>
                  <a:srgbClr val="50B8E8"/>
                </a:solidFill>
                <a:latin typeface="Segoe UI"/>
                <a:ea typeface="Segoe UI"/>
                <a:cs typeface="Segoe UI"/>
              </a:defRPr>
            </a:lvl7pPr>
            <a:lvl8pPr>
              <a:defRPr sz="2250" b="1">
                <a:solidFill>
                  <a:srgbClr val="50B8E8"/>
                </a:solidFill>
                <a:latin typeface="Segoe UI"/>
                <a:ea typeface="Segoe UI"/>
                <a:cs typeface="Segoe UI"/>
              </a:defRPr>
            </a:lvl8pPr>
            <a:lvl9pPr>
              <a:defRPr sz="2250" b="1">
                <a:solidFill>
                  <a:srgbClr val="50B8E8"/>
                </a:solidFill>
                <a:latin typeface="Segoe UI"/>
                <a:ea typeface="Segoe UI"/>
                <a:cs typeface="Segoe UI"/>
              </a:defRPr>
            </a:lvl9pPr>
          </a:lstStyle>
          <a:p xmlns:a="http://schemas.openxmlformats.org/drawingml/2006/main">
            <a:pPr>
              <a:defRPr sz="2250" b="1">
                <a:solidFill>
                  <a:srgbClr val="50B8E8"/>
                </a:solidFill>
                <a:latin typeface="Segoe UI"/>
                <a:ea typeface="Segoe UI"/>
                <a:cs typeface="Segoe UI"/>
              </a:defRPr>
            </a:pPr>
            <a:r>
              <a:rPr sz="2250" b="1">
                <a:solidFill>
                  <a:srgbClr val="50B8E8"/>
                </a:solidFill>
                <a:latin typeface="Segoe UI"/>
                <a:ea typeface="Segoe UI"/>
                <a:cs typeface="Segoe UI"/>
              </a:rPr>
              <a:t>apic publish</a:t>
            </a:r>
          </a:p>
        </p:txBody>
      </p:sp>
      <p:sp>
        <p:nvSpPr>
          <p:cNvPr id="8" name="APIOps content">
            <a:extLst xmlns:a="http://schemas.openxmlformats.org/drawingml/2006/main">
              <a:ext uri="{FF2B5EF4-FFF2-40B4-BE49-F238E27FC236}">
                <a16:creationId xmlns:a16="http://schemas.microsoft.com/office/drawing/2014/main" id="{5C48E75F-9C38-4056-8E5E-0F4294ED0592}"/>
              </a:ext>
            </a:extLst>
          </p:cNvPr>
          <p:cNvSpPr>
            <a:spLocks xmlns:a="http://schemas.openxmlformats.org/drawingml/2006/main" noGrp="1"/>
          </p:cNvSpPr>
          <p:nvPr/>
        </p:nvSpPr>
        <p:spPr>
          <a:xfrm xmlns:a="http://schemas.openxmlformats.org/drawingml/2006/main">
            <a:off x="3714750" y="3476625"/>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FFFFF"/>
                </a:solidFill>
                <a:latin typeface="Segoe UI"/>
                <a:ea typeface="Segoe UI"/>
                <a:cs typeface="Segoe UI"/>
              </a:defRPr>
            </a:defPPr>
            <a:lvl1pPr>
              <a:defRPr sz="1875" b="0">
                <a:solidFill>
                  <a:srgbClr val="FFFFFF"/>
                </a:solidFill>
                <a:latin typeface="Segoe UI"/>
                <a:ea typeface="Segoe UI"/>
                <a:cs typeface="Segoe UI"/>
              </a:defRPr>
            </a:lvl1pPr>
            <a:lvl2pPr>
              <a:defRPr sz="1875" b="0">
                <a:solidFill>
                  <a:srgbClr val="FFFFFF"/>
                </a:solidFill>
                <a:latin typeface="Segoe UI"/>
                <a:ea typeface="Segoe UI"/>
                <a:cs typeface="Segoe UI"/>
              </a:defRPr>
            </a:lvl2pPr>
            <a:lvl3pPr>
              <a:defRPr sz="1875" b="0">
                <a:solidFill>
                  <a:srgbClr val="FFFFFF"/>
                </a:solidFill>
                <a:latin typeface="Segoe UI"/>
                <a:ea typeface="Segoe UI"/>
                <a:cs typeface="Segoe UI"/>
              </a:defRPr>
            </a:lvl3pPr>
            <a:lvl4pPr>
              <a:defRPr sz="1875" b="0">
                <a:solidFill>
                  <a:srgbClr val="FFFFFF"/>
                </a:solidFill>
                <a:latin typeface="Segoe UI"/>
                <a:ea typeface="Segoe UI"/>
                <a:cs typeface="Segoe UI"/>
              </a:defRPr>
            </a:lvl4pPr>
            <a:lvl5pPr>
              <a:defRPr sz="1875" b="0">
                <a:solidFill>
                  <a:srgbClr val="FFFFFF"/>
                </a:solidFill>
                <a:latin typeface="Segoe UI"/>
                <a:ea typeface="Segoe UI"/>
                <a:cs typeface="Segoe UI"/>
              </a:defRPr>
            </a:lvl5pPr>
            <a:lvl6pPr>
              <a:defRPr sz="1875" b="0">
                <a:solidFill>
                  <a:srgbClr val="FFFFFF"/>
                </a:solidFill>
                <a:latin typeface="Segoe UI"/>
                <a:ea typeface="Segoe UI"/>
                <a:cs typeface="Segoe UI"/>
              </a:defRPr>
            </a:lvl6pPr>
            <a:lvl7pPr>
              <a:defRPr sz="1875" b="0">
                <a:solidFill>
                  <a:srgbClr val="FFFFFF"/>
                </a:solidFill>
                <a:latin typeface="Segoe UI"/>
                <a:ea typeface="Segoe UI"/>
                <a:cs typeface="Segoe UI"/>
              </a:defRPr>
            </a:lvl7pPr>
            <a:lvl8pPr>
              <a:defRPr sz="1875" b="0">
                <a:solidFill>
                  <a:srgbClr val="FFFFFF"/>
                </a:solidFill>
                <a:latin typeface="Segoe UI"/>
                <a:ea typeface="Segoe UI"/>
                <a:cs typeface="Segoe UI"/>
              </a:defRPr>
            </a:lvl8pPr>
            <a:lvl9pPr>
              <a:defRPr sz="1875" b="0">
                <a:solidFill>
                  <a:srgbClr val="FFFFFF"/>
                </a:solidFill>
                <a:latin typeface="Segoe UI"/>
                <a:ea typeface="Segoe UI"/>
                <a:cs typeface="Segoe UI"/>
              </a:defRPr>
            </a:lvl9pPr>
          </a:lstStyle>
          <a:p xmlns:a="http://schemas.openxmlformats.org/drawingml/2006/main">
            <a:pPr>
              <a:defRPr sz="1875" b="0">
                <a:solidFill>
                  <a:srgbClr val="FFFFFF"/>
                </a:solidFill>
                <a:latin typeface="Segoe UI"/>
                <a:ea typeface="Segoe UI"/>
                <a:cs typeface="Segoe UI"/>
              </a:defRPr>
            </a:pPr>
            <a:r>
              <a:rPr sz="1875" b="0">
                <a:solidFill>
                  <a:srgbClr val="FFFFFF"/>
                </a:solidFill>
                <a:latin typeface="Segoe UI"/>
                <a:ea typeface="Segoe UI"/>
                <a:cs typeface="Segoe UI"/>
              </a:rPr>
              <a:t>Replay the saved catalog.</a:t>
            </a:r>
          </a:p>
        </p:txBody>
      </p:sp>
      <p:sp>
        <p:nvSpPr>
          <p:cNvPr id="9" name="APIOps content">
            <a:extLst xmlns:a="http://schemas.openxmlformats.org/drawingml/2006/main">
              <a:ext uri="{FF2B5EF4-FFF2-40B4-BE49-F238E27FC236}">
                <a16:creationId xmlns:a16="http://schemas.microsoft.com/office/drawing/2014/main" id="{99E22516-CBD0-423A-9ACF-3E7F7E4E8E2F}"/>
              </a:ext>
            </a:extLst>
          </p:cNvPr>
          <p:cNvSpPr>
            <a:spLocks xmlns:a="http://schemas.openxmlformats.org/drawingml/2006/main" noGrp="1"/>
          </p:cNvSpPr>
          <p:nvPr/>
        </p:nvSpPr>
        <p:spPr>
          <a:xfrm xmlns:a="http://schemas.openxmlformats.org/drawingml/2006/main">
            <a:off x="438150" y="45529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D9D9D6"/>
                </a:solidFill>
                <a:latin typeface="Segoe UI"/>
                <a:ea typeface="Segoe UI"/>
                <a:cs typeface="Segoe UI"/>
              </a:defRPr>
            </a:defPPr>
            <a:lvl1pPr>
              <a:defRPr sz="1275" b="0">
                <a:solidFill>
                  <a:srgbClr val="D9D9D6"/>
                </a:solidFill>
                <a:latin typeface="Segoe UI"/>
                <a:ea typeface="Segoe UI"/>
                <a:cs typeface="Segoe UI"/>
              </a:defRPr>
            </a:lvl1pPr>
            <a:lvl2pPr>
              <a:defRPr sz="1275" b="0">
                <a:solidFill>
                  <a:srgbClr val="D9D9D6"/>
                </a:solidFill>
                <a:latin typeface="Segoe UI"/>
                <a:ea typeface="Segoe UI"/>
                <a:cs typeface="Segoe UI"/>
              </a:defRPr>
            </a:lvl2pPr>
            <a:lvl3pPr>
              <a:defRPr sz="1275" b="0">
                <a:solidFill>
                  <a:srgbClr val="D9D9D6"/>
                </a:solidFill>
                <a:latin typeface="Segoe UI"/>
                <a:ea typeface="Segoe UI"/>
                <a:cs typeface="Segoe UI"/>
              </a:defRPr>
            </a:lvl3pPr>
            <a:lvl4pPr>
              <a:defRPr sz="1275" b="0">
                <a:solidFill>
                  <a:srgbClr val="D9D9D6"/>
                </a:solidFill>
                <a:latin typeface="Segoe UI"/>
                <a:ea typeface="Segoe UI"/>
                <a:cs typeface="Segoe UI"/>
              </a:defRPr>
            </a:lvl4pPr>
            <a:lvl5pPr>
              <a:defRPr sz="1275" b="0">
                <a:solidFill>
                  <a:srgbClr val="D9D9D6"/>
                </a:solidFill>
                <a:latin typeface="Segoe UI"/>
                <a:ea typeface="Segoe UI"/>
                <a:cs typeface="Segoe UI"/>
              </a:defRPr>
            </a:lvl5pPr>
            <a:lvl6pPr>
              <a:defRPr sz="1275" b="0">
                <a:solidFill>
                  <a:srgbClr val="D9D9D6"/>
                </a:solidFill>
                <a:latin typeface="Segoe UI"/>
                <a:ea typeface="Segoe UI"/>
                <a:cs typeface="Segoe UI"/>
              </a:defRPr>
            </a:lvl6pPr>
            <a:lvl7pPr>
              <a:defRPr sz="1275" b="0">
                <a:solidFill>
                  <a:srgbClr val="D9D9D6"/>
                </a:solidFill>
                <a:latin typeface="Segoe UI"/>
                <a:ea typeface="Segoe UI"/>
                <a:cs typeface="Segoe UI"/>
              </a:defRPr>
            </a:lvl7pPr>
            <a:lvl8pPr>
              <a:defRPr sz="1275" b="0">
                <a:solidFill>
                  <a:srgbClr val="D9D9D6"/>
                </a:solidFill>
                <a:latin typeface="Segoe UI"/>
                <a:ea typeface="Segoe UI"/>
                <a:cs typeface="Segoe UI"/>
              </a:defRPr>
            </a:lvl8pPr>
            <a:lvl9pPr>
              <a:defRPr sz="1275" b="0">
                <a:solidFill>
                  <a:srgbClr val="D9D9D6"/>
                </a:solidFill>
                <a:latin typeface="Segoe UI"/>
                <a:ea typeface="Segoe UI"/>
                <a:cs typeface="Segoe UI"/>
              </a:defRPr>
            </a:lvl9pPr>
          </a:lstStyle>
          <a:p xmlns:a="http://schemas.openxmlformats.org/drawingml/2006/main">
            <a:pPr>
              <a:defRPr sz="1275" b="0">
                <a:solidFill>
                  <a:srgbClr val="D9D9D6"/>
                </a:solidFill>
                <a:latin typeface="Segoe UI"/>
                <a:ea typeface="Segoe UI"/>
                <a:cs typeface="Segoe UI"/>
              </a:defRPr>
            </a:pPr>
            <a:r>
              <a:rPr sz="1275" b="0">
                <a:solidFill>
                  <a:srgbClr val="D9D9D6"/>
                </a:solidFill>
                <a:latin typeface="Segoe UI"/>
                <a:ea typeface="Segoe UI"/>
                <a:cs typeface="Segoe UI"/>
              </a:rPr>
              <a:t>Tested successfully against the separate API Center demo instance.</a:t>
            </a:r>
          </a:p>
        </p:txBody>
      </p:sp>
    </p:spTree>
    <p:extLst>
      <p:ext uri="{BB962C8B-B14F-4D97-AF65-F5344CB8AC3E}">
        <p14:creationId xmlns:p14="http://schemas.microsoft.com/office/powerpoint/2010/main" val="157900525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itle 2">
            <a:extLst xmlns:a="http://schemas.openxmlformats.org/drawingml/2006/main">
              <a:ext uri="{FF2B5EF4-FFF2-40B4-BE49-F238E27FC236}">
                <a16:creationId xmlns:a16="http://schemas.microsoft.com/office/drawing/2014/main" id="{F260F77E-464D-46F7-A8F8-6F281DAB0C7A}"/>
              </a:ext>
            </a:extLst>
          </p:cNvPr>
          <p:cNvSpPr>
            <a:spLocks xmlns:a="http://schemas.openxmlformats.org/drawingml/2006/main" noGrp="1"/>
          </p:cNvSpPr>
          <p:nvPr>
            <p:ph type="title" idx="0"/>
          </p:nvPr>
        </p:nvSpPr>
        <p:spPr>
          <a:xfrm xmlns:a="http://schemas.openxmlformats.org/drawingml/2006/main">
            <a:off x="438150" y="342900"/>
            <a:ext cx="8258175" cy="411480"/>
          </a:xfrm>
        </p:spPr>
        <p:txBody>
          <a:bodyPr xmlns:a="http://schemas.openxmlformats.org/drawingml/2006/main" lIns="0" tIns="0" rIns="0" bIns="0" anchor="t">
            <a:spAutoFit/>
          </a:bodyPr>
          <a:lstStyle xmlns:a="http://schemas.openxmlformats.org/drawingml/2006/main">
            <a:defPPr>
              <a:defRPr sz="2700" b="1">
                <a:solidFill>
                  <a:srgbClr val="FFFFFF"/>
                </a:solidFill>
                <a:latin typeface="Segoe UI"/>
                <a:ea typeface="Segoe UI"/>
                <a:cs typeface="Segoe UI"/>
              </a:defRPr>
            </a:defPPr>
            <a:lvl1pPr>
              <a:defRPr sz="2700" b="1">
                <a:solidFill>
                  <a:srgbClr val="FFFFFF"/>
                </a:solidFill>
                <a:latin typeface="Segoe UI"/>
                <a:ea typeface="Segoe UI"/>
                <a:cs typeface="Segoe UI"/>
              </a:defRPr>
            </a:lvl1pPr>
            <a:lvl2pPr>
              <a:defRPr sz="2700" b="1">
                <a:solidFill>
                  <a:srgbClr val="FFFFFF"/>
                </a:solidFill>
                <a:latin typeface="Segoe UI"/>
                <a:ea typeface="Segoe UI"/>
                <a:cs typeface="Segoe UI"/>
              </a:defRPr>
            </a:lvl2pPr>
            <a:lvl3pPr>
              <a:defRPr sz="2700" b="1">
                <a:solidFill>
                  <a:srgbClr val="FFFFFF"/>
                </a:solidFill>
                <a:latin typeface="Segoe UI"/>
                <a:ea typeface="Segoe UI"/>
                <a:cs typeface="Segoe UI"/>
              </a:defRPr>
            </a:lvl3pPr>
            <a:lvl4pPr>
              <a:defRPr sz="2700" b="1">
                <a:solidFill>
                  <a:srgbClr val="FFFFFF"/>
                </a:solidFill>
                <a:latin typeface="Segoe UI"/>
                <a:ea typeface="Segoe UI"/>
                <a:cs typeface="Segoe UI"/>
              </a:defRPr>
            </a:lvl4pPr>
            <a:lvl5pPr>
              <a:defRPr sz="2700" b="1">
                <a:solidFill>
                  <a:srgbClr val="FFFFFF"/>
                </a:solidFill>
                <a:latin typeface="Segoe UI"/>
                <a:ea typeface="Segoe UI"/>
                <a:cs typeface="Segoe UI"/>
              </a:defRPr>
            </a:lvl5pPr>
            <a:lvl6pPr>
              <a:defRPr sz="2700" b="1">
                <a:solidFill>
                  <a:srgbClr val="FFFFFF"/>
                </a:solidFill>
                <a:latin typeface="Segoe UI"/>
                <a:ea typeface="Segoe UI"/>
                <a:cs typeface="Segoe UI"/>
              </a:defRPr>
            </a:lvl6pPr>
            <a:lvl7pPr>
              <a:defRPr sz="2700" b="1">
                <a:solidFill>
                  <a:srgbClr val="FFFFFF"/>
                </a:solidFill>
                <a:latin typeface="Segoe UI"/>
                <a:ea typeface="Segoe UI"/>
                <a:cs typeface="Segoe UI"/>
              </a:defRPr>
            </a:lvl7pPr>
            <a:lvl8pPr>
              <a:defRPr sz="2700" b="1">
                <a:solidFill>
                  <a:srgbClr val="FFFFFF"/>
                </a:solidFill>
                <a:latin typeface="Segoe UI"/>
                <a:ea typeface="Segoe UI"/>
                <a:cs typeface="Segoe UI"/>
              </a:defRPr>
            </a:lvl8pPr>
            <a:lvl9pPr>
              <a:defRPr sz="2700" b="1">
                <a:solidFill>
                  <a:srgbClr val="FFFFFF"/>
                </a:solidFill>
                <a:latin typeface="Segoe UI"/>
                <a:ea typeface="Segoe UI"/>
                <a:cs typeface="Segoe UI"/>
              </a:defRPr>
            </a:lvl9pPr>
          </a:lstStyle>
          <a:p xmlns:a="http://schemas.openxmlformats.org/drawingml/2006/main">
            <a:pPr>
              <a:defRPr sz="2700" b="1">
                <a:solidFill>
                  <a:srgbClr val="FFFFFF"/>
                </a:solidFill>
                <a:latin typeface="Segoe UI"/>
                <a:ea typeface="Segoe UI"/>
                <a:cs typeface="Segoe UI"/>
              </a:defRPr>
            </a:pPr>
            <a:r>
              <a:rPr sz="2700" b="1">
                <a:solidFill>
                  <a:srgbClr val="FFFFFF"/>
                </a:solidFill>
                <a:latin typeface="Segoe UI"/>
                <a:ea typeface="Segoe UI"/>
                <a:cs typeface="Segoe UI"/>
              </a:rPr>
              <a:t>What the live tests taught us</a:t>
            </a:r>
          </a:p>
        </p:txBody>
      </p:sp>
      <p:sp>
        <p:nvSpPr>
          <p:cNvPr id="3" name="Text Placeholder 11">
            <a:extLst xmlns:a="http://schemas.openxmlformats.org/drawingml/2006/main">
              <a:ext uri="{FF2B5EF4-FFF2-40B4-BE49-F238E27FC236}">
                <a16:creationId xmlns:a16="http://schemas.microsoft.com/office/drawing/2014/main" id="{CB20F198-3776-433D-85A8-C2B6AC6235FF}"/>
              </a:ext>
            </a:extLst>
          </p:cNvPr>
          <p:cNvSpPr>
            <a:spLocks xmlns:a="http://schemas.openxmlformats.org/drawingml/2006/main" noGrp="1"/>
          </p:cNvSpPr>
          <p:nvPr>
            <p:ph type="body" idx="16"/>
          </p:nvPr>
        </p:nvSpPr>
        <p:spPr>
          <a:xfrm xmlns:a="http://schemas.openxmlformats.org/drawingml/2006/main">
            <a:off x="438150" y="1514475"/>
            <a:ext cx="2524125" cy="904875"/>
          </a:xfrm>
        </p:spPr>
        <p:txBody>
          <a:bodyPr xmlns:a="http://schemas.openxmlformats.org/drawingml/2006/main" lIns="0" tIns="0" rIns="0" bIns="0" anchor="t"/>
          <a:lstStyle xmlns:a="http://schemas.openxmlformats.org/drawingml/2006/main">
            <a:defPPr>
              <a:defRPr sz="2250" b="1">
                <a:solidFill>
                  <a:srgbClr val="50B8E8"/>
                </a:solidFill>
                <a:latin typeface="Segoe UI"/>
                <a:ea typeface="Segoe UI"/>
                <a:cs typeface="Segoe UI"/>
              </a:defRPr>
            </a:defPPr>
            <a:lvl1pPr marL="0" indent="0">
              <a:spcBef>
                <a:spcPts val="0"/>
              </a:spcBef>
              <a:buNone/>
              <a:defRPr sz="1650" b="1">
                <a:solidFill>
                  <a:schemeClr val="tx1"/>
                </a:solidFill>
                <a:latin typeface="+mj-lt"/>
                <a:ea typeface="+mj-lt"/>
                <a:cs typeface="+mj-lt"/>
              </a:defRPr>
            </a:lvl1pPr>
            <a:lvl2pPr>
              <a:defRPr sz="2250" b="1">
                <a:solidFill>
                  <a:srgbClr val="50B8E8"/>
                </a:solidFill>
                <a:latin typeface="Segoe UI"/>
                <a:ea typeface="Segoe UI"/>
                <a:cs typeface="Segoe UI"/>
              </a:defRPr>
            </a:lvl2pPr>
            <a:lvl3pPr>
              <a:defRPr sz="2250" b="1">
                <a:solidFill>
                  <a:srgbClr val="50B8E8"/>
                </a:solidFill>
                <a:latin typeface="Segoe UI"/>
                <a:ea typeface="Segoe UI"/>
                <a:cs typeface="Segoe UI"/>
              </a:defRPr>
            </a:lvl3pPr>
            <a:lvl4pPr>
              <a:defRPr sz="2250" b="1">
                <a:solidFill>
                  <a:srgbClr val="50B8E8"/>
                </a:solidFill>
                <a:latin typeface="Segoe UI"/>
                <a:ea typeface="Segoe UI"/>
                <a:cs typeface="Segoe UI"/>
              </a:defRPr>
            </a:lvl4pPr>
            <a:lvl5pPr>
              <a:defRPr sz="2250" b="1">
                <a:solidFill>
                  <a:srgbClr val="50B8E8"/>
                </a:solidFill>
                <a:latin typeface="Segoe UI"/>
                <a:ea typeface="Segoe UI"/>
                <a:cs typeface="Segoe UI"/>
              </a:defRPr>
            </a:lvl5pPr>
            <a:lvl6pPr>
              <a:defRPr sz="2250" b="1">
                <a:solidFill>
                  <a:srgbClr val="50B8E8"/>
                </a:solidFill>
                <a:latin typeface="Segoe UI"/>
                <a:ea typeface="Segoe UI"/>
                <a:cs typeface="Segoe UI"/>
              </a:defRPr>
            </a:lvl6pPr>
            <a:lvl7pPr>
              <a:defRPr sz="2250" b="1">
                <a:solidFill>
                  <a:srgbClr val="50B8E8"/>
                </a:solidFill>
                <a:latin typeface="Segoe UI"/>
                <a:ea typeface="Segoe UI"/>
                <a:cs typeface="Segoe UI"/>
              </a:defRPr>
            </a:lvl7pPr>
            <a:lvl8pPr>
              <a:defRPr sz="2250" b="1">
                <a:solidFill>
                  <a:srgbClr val="50B8E8"/>
                </a:solidFill>
                <a:latin typeface="Segoe UI"/>
                <a:ea typeface="Segoe UI"/>
                <a:cs typeface="Segoe UI"/>
              </a:defRPr>
            </a:lvl8pPr>
            <a:lvl9pPr>
              <a:defRPr sz="2250" b="1">
                <a:solidFill>
                  <a:srgbClr val="50B8E8"/>
                </a:solidFill>
                <a:latin typeface="Segoe UI"/>
                <a:ea typeface="Segoe UI"/>
                <a:cs typeface="Segoe UI"/>
              </a:defRPr>
            </a:lvl9pPr>
          </a:lstStyle>
          <a:p xmlns:a="http://schemas.openxmlformats.org/drawingml/2006/main">
            <a:pPr marL="0" lvl="0" indent="0">
              <a:buNone/>
              <a:defRPr sz="2250" b="1">
                <a:solidFill>
                  <a:srgbClr val="50B8E8"/>
                </a:solidFill>
                <a:latin typeface="Segoe UI"/>
                <a:ea typeface="Segoe UI"/>
                <a:cs typeface="Segoe UI"/>
              </a:defRPr>
            </a:pPr>
            <a:r>
              <a:rPr sz="2250" b="1">
                <a:solidFill>
                  <a:srgbClr val="50B8E8"/>
                </a:solidFill>
                <a:latin typeface="Segoe UI"/>
                <a:ea typeface="Segoe UI"/>
                <a:cs typeface="Segoe UI"/>
              </a:rPr>
              <a:t>Dry-run</a:t>
            </a:r>
          </a:p>
          <a:p xmlns:a="http://schemas.openxmlformats.org/drawingml/2006/main">
            <a:pPr marL="0" lvl="0" indent="0">
              <a:buNone/>
              <a:defRPr sz="2250" b="1">
                <a:solidFill>
                  <a:srgbClr val="50B8E8"/>
                </a:solidFill>
                <a:latin typeface="Segoe UI"/>
                <a:ea typeface="Segoe UI"/>
                <a:cs typeface="Segoe UI"/>
              </a:defRPr>
            </a:pPr>
            <a:r>
              <a:rPr sz="2250" b="1">
                <a:solidFill>
                  <a:srgbClr val="50B8E8"/>
                </a:solidFill>
                <a:latin typeface="Segoe UI"/>
                <a:ea typeface="Segoe UI"/>
                <a:cs typeface="Segoe UI"/>
              </a:rPr>
              <a:t>has limits</a:t>
            </a:r>
          </a:p>
        </p:txBody>
      </p:sp>
      <p:sp>
        <p:nvSpPr>
          <p:cNvPr id="4" name="Text Placeholder 7">
            <a:extLst xmlns:a="http://schemas.openxmlformats.org/drawingml/2006/main">
              <a:ext uri="{FF2B5EF4-FFF2-40B4-BE49-F238E27FC236}">
                <a16:creationId xmlns:a16="http://schemas.microsoft.com/office/drawing/2014/main" id="{97BC59AA-6CF8-4091-8008-21AA9AD8E8B5}"/>
              </a:ext>
            </a:extLst>
          </p:cNvPr>
          <p:cNvSpPr>
            <a:spLocks xmlns:a="http://schemas.openxmlformats.org/drawingml/2006/main" noGrp="1"/>
          </p:cNvSpPr>
          <p:nvPr>
            <p:ph type="body" idx="14"/>
          </p:nvPr>
        </p:nvSpPr>
        <p:spPr>
          <a:xfrm xmlns:a="http://schemas.openxmlformats.org/drawingml/2006/main">
            <a:off x="438150" y="2657475"/>
            <a:ext cx="2524125" cy="822960"/>
          </a:xfrm>
        </p:spPr>
        <p:txBody>
          <a:bodyPr xmlns:a="http://schemas.openxmlformats.org/drawingml/2006/main" wrap="square" lIns="0" tIns="0" rIns="0" bIns="0" anchor="t">
            <a:spAutoFit/>
          </a:bodyPr>
          <a:lstStyle xmlns:a="http://schemas.openxmlformats.org/drawingml/2006/main">
            <a:defPPr>
              <a:defRPr sz="1800" b="0">
                <a:solidFill>
                  <a:srgbClr val="FFFFFF"/>
                </a:solidFill>
                <a:latin typeface="Segoe UI"/>
                <a:ea typeface="Segoe UI"/>
                <a:cs typeface="Segoe UI"/>
              </a:defRPr>
            </a:defPPr>
            <a:lvl1pPr marL="0" indent="0">
              <a:buNone/>
              <a:defRPr sz="1500" b="0">
                <a:solidFill>
                  <a:srgbClr val="FFFFFF"/>
                </a:solidFill>
                <a:latin typeface="Segoe UI"/>
                <a:ea typeface="Segoe UI"/>
                <a:cs typeface="Segoe UI"/>
              </a:defRPr>
            </a:lvl1pPr>
            <a:lvl2pPr marL="0" indent="0">
              <a:buNone/>
              <a:defRPr sz="1350" b="0">
                <a:solidFill>
                  <a:srgbClr val="FFFFFF"/>
                </a:solidFill>
                <a:latin typeface="Segoe UI"/>
                <a:ea typeface="Segoe UI"/>
                <a:cs typeface="Segoe UI"/>
              </a:defRPr>
            </a:lvl2pPr>
            <a:lvl3pPr marL="0" indent="0">
              <a:buNone/>
              <a:defRPr sz="1800" b="0">
                <a:solidFill>
                  <a:srgbClr val="FFFFFF"/>
                </a:solidFill>
                <a:latin typeface="Segoe UI"/>
                <a:ea typeface="Segoe UI"/>
                <a:cs typeface="Segoe UI"/>
              </a:defRPr>
            </a:lvl3pPr>
            <a:lvl4pPr marL="0" indent="0">
              <a:buNone/>
              <a:defRPr sz="1800" b="0">
                <a:solidFill>
                  <a:srgbClr val="FFFFFF"/>
                </a:solidFill>
                <a:latin typeface="Segoe UI"/>
                <a:ea typeface="Segoe UI"/>
                <a:cs typeface="Segoe UI"/>
              </a:defRPr>
            </a:lvl4pPr>
            <a:lvl5pPr marL="0" indent="0">
              <a:buNone/>
              <a:defRPr sz="1800" b="0">
                <a:solidFill>
                  <a:srgbClr val="FFFFFF"/>
                </a:solidFill>
                <a:latin typeface="Segoe UI"/>
                <a:ea typeface="Segoe UI"/>
                <a:cs typeface="Segoe UI"/>
              </a:defRPr>
            </a:lvl5pPr>
            <a:lvl6pPr>
              <a:defRPr sz="1800" b="0">
                <a:solidFill>
                  <a:srgbClr val="FFFFFF"/>
                </a:solidFill>
                <a:latin typeface="Segoe UI"/>
                <a:ea typeface="Segoe UI"/>
                <a:cs typeface="Segoe UI"/>
              </a:defRPr>
            </a:lvl6pPr>
            <a:lvl7pPr>
              <a:defRPr sz="1800" b="0">
                <a:solidFill>
                  <a:srgbClr val="FFFFFF"/>
                </a:solidFill>
                <a:latin typeface="Segoe UI"/>
                <a:ea typeface="Segoe UI"/>
                <a:cs typeface="Segoe UI"/>
              </a:defRPr>
            </a:lvl7pPr>
            <a:lvl8pPr>
              <a:defRPr sz="1800" b="0">
                <a:solidFill>
                  <a:srgbClr val="FFFFFF"/>
                </a:solidFill>
                <a:latin typeface="Segoe UI"/>
                <a:ea typeface="Segoe UI"/>
                <a:cs typeface="Segoe UI"/>
              </a:defRPr>
            </a:lvl8pPr>
            <a:lvl9pPr>
              <a:defRPr sz="1800" b="0">
                <a:solidFill>
                  <a:srgbClr val="FFFFFF"/>
                </a:solidFill>
                <a:latin typeface="Segoe UI"/>
                <a:ea typeface="Segoe UI"/>
                <a:cs typeface="Segoe UI"/>
              </a:defRPr>
            </a:lvl9pPr>
          </a:lstStyle>
          <a:p xmlns:a="http://schemas.openxmlformats.org/drawingml/2006/main">
            <a:pPr marL="0" lvl="0" indent="0">
              <a:buNone/>
              <a:defRPr sz="1800" b="0">
                <a:solidFill>
                  <a:srgbClr val="FFFFFF"/>
                </a:solidFill>
                <a:latin typeface="Segoe UI"/>
                <a:ea typeface="Segoe UI"/>
                <a:cs typeface="Segoe UI"/>
              </a:defRPr>
            </a:pPr>
            <a:r>
              <a:rPr sz="1800" b="0">
                <a:solidFill>
                  <a:srgbClr val="FFFFFF"/>
                </a:solidFill>
                <a:latin typeface="Segoe UI"/>
                <a:ea typeface="Segoe UI"/>
                <a:cs typeface="Segoe UI"/>
              </a:rPr>
              <a:t>Azure can reject a property after dry-run succeeds.</a:t>
            </a:r>
          </a:p>
        </p:txBody>
      </p:sp>
      <p:sp>
        <p:nvSpPr>
          <p:cNvPr id="5" name="Text Placeholder 11">
            <a:extLst xmlns:a="http://schemas.openxmlformats.org/drawingml/2006/main">
              <a:ext uri="{FF2B5EF4-FFF2-40B4-BE49-F238E27FC236}">
                <a16:creationId xmlns:a16="http://schemas.microsoft.com/office/drawing/2014/main" id="{BECED387-BA3E-49B2-8F1E-0E371E09E0A4}"/>
              </a:ext>
            </a:extLst>
          </p:cNvPr>
          <p:cNvSpPr>
            <a:spLocks xmlns:a="http://schemas.openxmlformats.org/drawingml/2006/main" noGrp="1"/>
          </p:cNvSpPr>
          <p:nvPr>
            <p:ph type="body" idx="17"/>
          </p:nvPr>
        </p:nvSpPr>
        <p:spPr>
          <a:xfrm xmlns:a="http://schemas.openxmlformats.org/drawingml/2006/main">
            <a:off x="3343275" y="1514475"/>
            <a:ext cx="2524125" cy="904875"/>
          </a:xfrm>
        </p:spPr>
        <p:txBody>
          <a:bodyPr xmlns:a="http://schemas.openxmlformats.org/drawingml/2006/main" lIns="0" tIns="0" rIns="0" bIns="0" anchor="t"/>
          <a:lstStyle xmlns:a="http://schemas.openxmlformats.org/drawingml/2006/main">
            <a:defPPr>
              <a:defRPr sz="2250" b="1">
                <a:solidFill>
                  <a:srgbClr val="50B8E8"/>
                </a:solidFill>
                <a:latin typeface="Segoe UI"/>
                <a:ea typeface="Segoe UI"/>
                <a:cs typeface="Segoe UI"/>
              </a:defRPr>
            </a:defPPr>
            <a:lvl1pPr marL="0" indent="0">
              <a:spcBef>
                <a:spcPts val="0"/>
              </a:spcBef>
              <a:buNone/>
              <a:defRPr sz="1650" b="1">
                <a:solidFill>
                  <a:schemeClr val="tx1"/>
                </a:solidFill>
                <a:latin typeface="+mj-lt"/>
                <a:ea typeface="+mj-lt"/>
                <a:cs typeface="+mj-lt"/>
              </a:defRPr>
            </a:lvl1pPr>
            <a:lvl2pPr>
              <a:defRPr sz="2250" b="1">
                <a:solidFill>
                  <a:srgbClr val="50B8E8"/>
                </a:solidFill>
                <a:latin typeface="Segoe UI"/>
                <a:ea typeface="Segoe UI"/>
                <a:cs typeface="Segoe UI"/>
              </a:defRPr>
            </a:lvl2pPr>
            <a:lvl3pPr>
              <a:defRPr sz="2250" b="1">
                <a:solidFill>
                  <a:srgbClr val="50B8E8"/>
                </a:solidFill>
                <a:latin typeface="Segoe UI"/>
                <a:ea typeface="Segoe UI"/>
                <a:cs typeface="Segoe UI"/>
              </a:defRPr>
            </a:lvl3pPr>
            <a:lvl4pPr>
              <a:defRPr sz="2250" b="1">
                <a:solidFill>
                  <a:srgbClr val="50B8E8"/>
                </a:solidFill>
                <a:latin typeface="Segoe UI"/>
                <a:ea typeface="Segoe UI"/>
                <a:cs typeface="Segoe UI"/>
              </a:defRPr>
            </a:lvl4pPr>
            <a:lvl5pPr>
              <a:defRPr sz="2250" b="1">
                <a:solidFill>
                  <a:srgbClr val="50B8E8"/>
                </a:solidFill>
                <a:latin typeface="Segoe UI"/>
                <a:ea typeface="Segoe UI"/>
                <a:cs typeface="Segoe UI"/>
              </a:defRPr>
            </a:lvl5pPr>
            <a:lvl6pPr>
              <a:defRPr sz="2250" b="1">
                <a:solidFill>
                  <a:srgbClr val="50B8E8"/>
                </a:solidFill>
                <a:latin typeface="Segoe UI"/>
                <a:ea typeface="Segoe UI"/>
                <a:cs typeface="Segoe UI"/>
              </a:defRPr>
            </a:lvl6pPr>
            <a:lvl7pPr>
              <a:defRPr sz="2250" b="1">
                <a:solidFill>
                  <a:srgbClr val="50B8E8"/>
                </a:solidFill>
                <a:latin typeface="Segoe UI"/>
                <a:ea typeface="Segoe UI"/>
                <a:cs typeface="Segoe UI"/>
              </a:defRPr>
            </a:lvl7pPr>
            <a:lvl8pPr>
              <a:defRPr sz="2250" b="1">
                <a:solidFill>
                  <a:srgbClr val="50B8E8"/>
                </a:solidFill>
                <a:latin typeface="Segoe UI"/>
                <a:ea typeface="Segoe UI"/>
                <a:cs typeface="Segoe UI"/>
              </a:defRPr>
            </a:lvl8pPr>
            <a:lvl9pPr>
              <a:defRPr sz="2250" b="1">
                <a:solidFill>
                  <a:srgbClr val="50B8E8"/>
                </a:solidFill>
                <a:latin typeface="Segoe UI"/>
                <a:ea typeface="Segoe UI"/>
                <a:cs typeface="Segoe UI"/>
              </a:defRPr>
            </a:lvl9pPr>
          </a:lstStyle>
          <a:p xmlns:a="http://schemas.openxmlformats.org/drawingml/2006/main">
            <a:pPr marL="0" lvl="0" indent="0">
              <a:buNone/>
              <a:defRPr sz="2250" b="1">
                <a:solidFill>
                  <a:srgbClr val="50B8E8"/>
                </a:solidFill>
                <a:latin typeface="Segoe UI"/>
                <a:ea typeface="Segoe UI"/>
                <a:cs typeface="Segoe UI"/>
              </a:defRPr>
            </a:pPr>
            <a:r>
              <a:rPr sz="2250" b="1">
                <a:solidFill>
                  <a:srgbClr val="50B8E8"/>
                </a:solidFill>
                <a:latin typeface="Segoe UI"/>
                <a:ea typeface="Segoe UI"/>
                <a:cs typeface="Segoe UI"/>
              </a:rPr>
              <a:t>Environment</a:t>
            </a:r>
          </a:p>
          <a:p xmlns:a="http://schemas.openxmlformats.org/drawingml/2006/main">
            <a:pPr marL="0" lvl="0" indent="0">
              <a:buNone/>
              <a:defRPr sz="2250" b="1">
                <a:solidFill>
                  <a:srgbClr val="50B8E8"/>
                </a:solidFill>
                <a:latin typeface="Segoe UI"/>
                <a:ea typeface="Segoe UI"/>
                <a:cs typeface="Segoe UI"/>
              </a:defRPr>
            </a:pPr>
            <a:r>
              <a:rPr sz="2250" b="1">
                <a:solidFill>
                  <a:srgbClr val="50B8E8"/>
                </a:solidFill>
                <a:latin typeface="Segoe UI"/>
                <a:ea typeface="Segoe UI"/>
                <a:cs typeface="Segoe UI"/>
              </a:rPr>
              <a:t>names matter</a:t>
            </a:r>
          </a:p>
        </p:txBody>
      </p:sp>
      <p:sp>
        <p:nvSpPr>
          <p:cNvPr id="6" name="Text Placeholder 9">
            <a:extLst xmlns:a="http://schemas.openxmlformats.org/drawingml/2006/main">
              <a:ext uri="{FF2B5EF4-FFF2-40B4-BE49-F238E27FC236}">
                <a16:creationId xmlns:a16="http://schemas.microsoft.com/office/drawing/2014/main" id="{6B26A1CD-81F9-4C2F-896F-E69757C6658C}"/>
              </a:ext>
            </a:extLst>
          </p:cNvPr>
          <p:cNvSpPr>
            <a:spLocks xmlns:a="http://schemas.openxmlformats.org/drawingml/2006/main" noGrp="1"/>
          </p:cNvSpPr>
          <p:nvPr>
            <p:ph type="body" idx="15"/>
          </p:nvPr>
        </p:nvSpPr>
        <p:spPr>
          <a:xfrm xmlns:a="http://schemas.openxmlformats.org/drawingml/2006/main">
            <a:off x="3343275" y="2657475"/>
            <a:ext cx="2524125" cy="822960"/>
          </a:xfrm>
        </p:spPr>
        <p:txBody>
          <a:bodyPr xmlns:a="http://schemas.openxmlformats.org/drawingml/2006/main" wrap="square" lIns="0" tIns="0" rIns="0" bIns="0" anchor="t">
            <a:spAutoFit/>
          </a:bodyPr>
          <a:lstStyle xmlns:a="http://schemas.openxmlformats.org/drawingml/2006/main">
            <a:defPPr>
              <a:defRPr sz="1800" b="0">
                <a:solidFill>
                  <a:srgbClr val="FFFFFF"/>
                </a:solidFill>
                <a:latin typeface="Segoe UI"/>
                <a:ea typeface="Segoe UI"/>
                <a:cs typeface="Segoe UI"/>
              </a:defRPr>
            </a:defPPr>
            <a:lvl1pPr marL="0" indent="0">
              <a:buNone/>
              <a:defRPr sz="1500" b="0">
                <a:solidFill>
                  <a:srgbClr val="FFFFFF"/>
                </a:solidFill>
                <a:latin typeface="Segoe UI"/>
                <a:ea typeface="Segoe UI"/>
                <a:cs typeface="Segoe UI"/>
              </a:defRPr>
            </a:lvl1pPr>
            <a:lvl2pPr marL="0" indent="0">
              <a:buNone/>
              <a:defRPr sz="1350" b="0">
                <a:solidFill>
                  <a:srgbClr val="FFFFFF"/>
                </a:solidFill>
                <a:latin typeface="Segoe UI"/>
                <a:ea typeface="Segoe UI"/>
                <a:cs typeface="Segoe UI"/>
              </a:defRPr>
            </a:lvl2pPr>
            <a:lvl3pPr marL="0" indent="0">
              <a:buNone/>
              <a:defRPr sz="1800" b="0">
                <a:solidFill>
                  <a:srgbClr val="FFFFFF"/>
                </a:solidFill>
                <a:latin typeface="Segoe UI"/>
                <a:ea typeface="Segoe UI"/>
                <a:cs typeface="Segoe UI"/>
              </a:defRPr>
            </a:lvl3pPr>
            <a:lvl4pPr marL="0" indent="0">
              <a:buNone/>
              <a:defRPr sz="1800" b="0">
                <a:solidFill>
                  <a:srgbClr val="FFFFFF"/>
                </a:solidFill>
                <a:latin typeface="Segoe UI"/>
                <a:ea typeface="Segoe UI"/>
                <a:cs typeface="Segoe UI"/>
              </a:defRPr>
            </a:lvl4pPr>
            <a:lvl5pPr marL="0" indent="0">
              <a:buNone/>
              <a:defRPr sz="1800" b="0">
                <a:solidFill>
                  <a:srgbClr val="FFFFFF"/>
                </a:solidFill>
                <a:latin typeface="Segoe UI"/>
                <a:ea typeface="Segoe UI"/>
                <a:cs typeface="Segoe UI"/>
              </a:defRPr>
            </a:lvl5pPr>
            <a:lvl6pPr>
              <a:defRPr sz="1800" b="0">
                <a:solidFill>
                  <a:srgbClr val="FFFFFF"/>
                </a:solidFill>
                <a:latin typeface="Segoe UI"/>
                <a:ea typeface="Segoe UI"/>
                <a:cs typeface="Segoe UI"/>
              </a:defRPr>
            </a:lvl6pPr>
            <a:lvl7pPr>
              <a:defRPr sz="1800" b="0">
                <a:solidFill>
                  <a:srgbClr val="FFFFFF"/>
                </a:solidFill>
                <a:latin typeface="Segoe UI"/>
                <a:ea typeface="Segoe UI"/>
                <a:cs typeface="Segoe UI"/>
              </a:defRPr>
            </a:lvl7pPr>
            <a:lvl8pPr>
              <a:defRPr sz="1800" b="0">
                <a:solidFill>
                  <a:srgbClr val="FFFFFF"/>
                </a:solidFill>
                <a:latin typeface="Segoe UI"/>
                <a:ea typeface="Segoe UI"/>
                <a:cs typeface="Segoe UI"/>
              </a:defRPr>
            </a:lvl8pPr>
            <a:lvl9pPr>
              <a:defRPr sz="1800" b="0">
                <a:solidFill>
                  <a:srgbClr val="FFFFFF"/>
                </a:solidFill>
                <a:latin typeface="Segoe UI"/>
                <a:ea typeface="Segoe UI"/>
                <a:cs typeface="Segoe UI"/>
              </a:defRPr>
            </a:lvl9pPr>
          </a:lstStyle>
          <a:p xmlns:a="http://schemas.openxmlformats.org/drawingml/2006/main">
            <a:pPr marL="0" lvl="0" indent="0">
              <a:buNone/>
              <a:defRPr sz="1800" b="0">
                <a:solidFill>
                  <a:srgbClr val="FFFFFF"/>
                </a:solidFill>
                <a:latin typeface="Segoe UI"/>
                <a:ea typeface="Segoe UI"/>
                <a:cs typeface="Segoe UI"/>
              </a:defRPr>
            </a:pPr>
            <a:r>
              <a:rPr sz="1800" b="0">
                <a:solidFill>
                  <a:srgbClr val="FFFFFF"/>
                </a:solidFill>
                <a:latin typeface="Segoe UI"/>
                <a:ea typeface="Segoe UI"/>
                <a:cs typeface="Segoe UI"/>
              </a:rPr>
              <a:t>QA needed unique display names as well as prefixes.</a:t>
            </a:r>
          </a:p>
        </p:txBody>
      </p:sp>
      <p:sp>
        <p:nvSpPr>
          <p:cNvPr id="7" name="Text Placeholder 11">
            <a:extLst xmlns:a="http://schemas.openxmlformats.org/drawingml/2006/main">
              <a:ext uri="{FF2B5EF4-FFF2-40B4-BE49-F238E27FC236}">
                <a16:creationId xmlns:a16="http://schemas.microsoft.com/office/drawing/2014/main" id="{79263A4B-A9A8-4CE5-96A8-6F6EC365E512}"/>
              </a:ext>
            </a:extLst>
          </p:cNvPr>
          <p:cNvSpPr>
            <a:spLocks xmlns:a="http://schemas.openxmlformats.org/drawingml/2006/main" noGrp="1"/>
          </p:cNvSpPr>
          <p:nvPr>
            <p:ph type="body" idx="18"/>
          </p:nvPr>
        </p:nvSpPr>
        <p:spPr>
          <a:xfrm xmlns:a="http://schemas.openxmlformats.org/drawingml/2006/main">
            <a:off x="6248400" y="1514475"/>
            <a:ext cx="2524125" cy="904875"/>
          </a:xfrm>
        </p:spPr>
        <p:txBody>
          <a:bodyPr xmlns:a="http://schemas.openxmlformats.org/drawingml/2006/main" lIns="0" tIns="0" rIns="0" bIns="0" anchor="t"/>
          <a:lstStyle xmlns:a="http://schemas.openxmlformats.org/drawingml/2006/main">
            <a:defPPr>
              <a:defRPr sz="2250" b="1">
                <a:solidFill>
                  <a:srgbClr val="50B8E8"/>
                </a:solidFill>
                <a:latin typeface="Segoe UI"/>
                <a:ea typeface="Segoe UI"/>
                <a:cs typeface="Segoe UI"/>
              </a:defRPr>
            </a:defPPr>
            <a:lvl1pPr marL="0" indent="0">
              <a:spcBef>
                <a:spcPts val="0"/>
              </a:spcBef>
              <a:buNone/>
              <a:defRPr sz="1650" b="1">
                <a:solidFill>
                  <a:schemeClr val="tx1"/>
                </a:solidFill>
                <a:latin typeface="+mj-lt"/>
                <a:ea typeface="+mj-lt"/>
                <a:cs typeface="+mj-lt"/>
              </a:defRPr>
            </a:lvl1pPr>
            <a:lvl2pPr>
              <a:defRPr sz="2250" b="1">
                <a:solidFill>
                  <a:srgbClr val="50B8E8"/>
                </a:solidFill>
                <a:latin typeface="Segoe UI"/>
                <a:ea typeface="Segoe UI"/>
                <a:cs typeface="Segoe UI"/>
              </a:defRPr>
            </a:lvl2pPr>
            <a:lvl3pPr>
              <a:defRPr sz="2250" b="1">
                <a:solidFill>
                  <a:srgbClr val="50B8E8"/>
                </a:solidFill>
                <a:latin typeface="Segoe UI"/>
                <a:ea typeface="Segoe UI"/>
                <a:cs typeface="Segoe UI"/>
              </a:defRPr>
            </a:lvl3pPr>
            <a:lvl4pPr>
              <a:defRPr sz="2250" b="1">
                <a:solidFill>
                  <a:srgbClr val="50B8E8"/>
                </a:solidFill>
                <a:latin typeface="Segoe UI"/>
                <a:ea typeface="Segoe UI"/>
                <a:cs typeface="Segoe UI"/>
              </a:defRPr>
            </a:lvl4pPr>
            <a:lvl5pPr>
              <a:defRPr sz="2250" b="1">
                <a:solidFill>
                  <a:srgbClr val="50B8E8"/>
                </a:solidFill>
                <a:latin typeface="Segoe UI"/>
                <a:ea typeface="Segoe UI"/>
                <a:cs typeface="Segoe UI"/>
              </a:defRPr>
            </a:lvl5pPr>
            <a:lvl6pPr>
              <a:defRPr sz="2250" b="1">
                <a:solidFill>
                  <a:srgbClr val="50B8E8"/>
                </a:solidFill>
                <a:latin typeface="Segoe UI"/>
                <a:ea typeface="Segoe UI"/>
                <a:cs typeface="Segoe UI"/>
              </a:defRPr>
            </a:lvl6pPr>
            <a:lvl7pPr>
              <a:defRPr sz="2250" b="1">
                <a:solidFill>
                  <a:srgbClr val="50B8E8"/>
                </a:solidFill>
                <a:latin typeface="Segoe UI"/>
                <a:ea typeface="Segoe UI"/>
                <a:cs typeface="Segoe UI"/>
              </a:defRPr>
            </a:lvl7pPr>
            <a:lvl8pPr>
              <a:defRPr sz="2250" b="1">
                <a:solidFill>
                  <a:srgbClr val="50B8E8"/>
                </a:solidFill>
                <a:latin typeface="Segoe UI"/>
                <a:ea typeface="Segoe UI"/>
                <a:cs typeface="Segoe UI"/>
              </a:defRPr>
            </a:lvl8pPr>
            <a:lvl9pPr>
              <a:defRPr sz="2250" b="1">
                <a:solidFill>
                  <a:srgbClr val="50B8E8"/>
                </a:solidFill>
                <a:latin typeface="Segoe UI"/>
                <a:ea typeface="Segoe UI"/>
                <a:cs typeface="Segoe UI"/>
              </a:defRPr>
            </a:lvl9pPr>
          </a:lstStyle>
          <a:p xmlns:a="http://schemas.openxmlformats.org/drawingml/2006/main">
            <a:pPr marL="0" lvl="0" indent="0">
              <a:buNone/>
              <a:defRPr sz="2250" b="1">
                <a:solidFill>
                  <a:srgbClr val="50B8E8"/>
                </a:solidFill>
                <a:latin typeface="Segoe UI"/>
                <a:ea typeface="Segoe UI"/>
                <a:cs typeface="Segoe UI"/>
              </a:defRPr>
            </a:pPr>
            <a:r>
              <a:rPr sz="2250" b="1">
                <a:solidFill>
                  <a:srgbClr val="50B8E8"/>
                </a:solidFill>
                <a:latin typeface="Segoe UI"/>
                <a:ea typeface="Segoe UI"/>
                <a:cs typeface="Segoe UI"/>
              </a:rPr>
              <a:t>Filters need</a:t>
            </a:r>
          </a:p>
          <a:p xmlns:a="http://schemas.openxmlformats.org/drawingml/2006/main">
            <a:pPr marL="0" lvl="0" indent="0">
              <a:buNone/>
              <a:defRPr sz="2250" b="1">
                <a:solidFill>
                  <a:srgbClr val="50B8E8"/>
                </a:solidFill>
                <a:latin typeface="Segoe UI"/>
                <a:ea typeface="Segoe UI"/>
                <a:cs typeface="Segoe UI"/>
              </a:defRPr>
            </a:pPr>
            <a:r>
              <a:rPr sz="2250" b="1">
                <a:solidFill>
                  <a:srgbClr val="50B8E8"/>
                </a:solidFill>
                <a:latin typeface="Segoe UI"/>
                <a:ea typeface="Segoe UI"/>
                <a:cs typeface="Segoe UI"/>
              </a:rPr>
              <a:t>explicit scope</a:t>
            </a:r>
          </a:p>
        </p:txBody>
      </p:sp>
      <p:sp>
        <p:nvSpPr>
          <p:cNvPr id="8" name="Text Placeholder 7">
            <a:extLst xmlns:a="http://schemas.openxmlformats.org/drawingml/2006/main">
              <a:ext uri="{FF2B5EF4-FFF2-40B4-BE49-F238E27FC236}">
                <a16:creationId xmlns:a16="http://schemas.microsoft.com/office/drawing/2014/main" id="{2205743D-F71A-4647-9BE4-2900BDA2582B}"/>
              </a:ext>
            </a:extLst>
          </p:cNvPr>
          <p:cNvSpPr>
            <a:spLocks xmlns:a="http://schemas.openxmlformats.org/drawingml/2006/main" noGrp="1"/>
          </p:cNvSpPr>
          <p:nvPr>
            <p:ph type="body" idx="19"/>
          </p:nvPr>
        </p:nvSpPr>
        <p:spPr>
          <a:xfrm xmlns:a="http://schemas.openxmlformats.org/drawingml/2006/main">
            <a:off x="6248400" y="2657475"/>
            <a:ext cx="2524125" cy="548640"/>
          </a:xfrm>
        </p:spPr>
        <p:txBody>
          <a:bodyPr xmlns:a="http://schemas.openxmlformats.org/drawingml/2006/main" wrap="square" lIns="0" tIns="0" rIns="0" bIns="0" anchor="t">
            <a:spAutoFit/>
          </a:bodyPr>
          <a:lstStyle xmlns:a="http://schemas.openxmlformats.org/drawingml/2006/main">
            <a:defPPr>
              <a:defRPr sz="1800" b="0">
                <a:solidFill>
                  <a:srgbClr val="FFFFFF"/>
                </a:solidFill>
                <a:latin typeface="Segoe UI"/>
                <a:ea typeface="Segoe UI"/>
                <a:cs typeface="Segoe UI"/>
              </a:defRPr>
            </a:defPPr>
            <a:lvl1pPr marL="0" indent="0">
              <a:buNone/>
              <a:defRPr sz="1500" b="0">
                <a:solidFill>
                  <a:srgbClr val="FFFFFF"/>
                </a:solidFill>
                <a:latin typeface="Segoe UI"/>
                <a:ea typeface="Segoe UI"/>
                <a:cs typeface="Segoe UI"/>
              </a:defRPr>
            </a:lvl1pPr>
            <a:lvl2pPr marL="0" indent="0">
              <a:buNone/>
              <a:defRPr sz="1350" b="0">
                <a:solidFill>
                  <a:srgbClr val="FFFFFF"/>
                </a:solidFill>
                <a:latin typeface="Segoe UI"/>
                <a:ea typeface="Segoe UI"/>
                <a:cs typeface="Segoe UI"/>
              </a:defRPr>
            </a:lvl2pPr>
            <a:lvl3pPr marL="0" indent="0">
              <a:buNone/>
              <a:defRPr sz="1800" b="0">
                <a:solidFill>
                  <a:srgbClr val="FFFFFF"/>
                </a:solidFill>
                <a:latin typeface="Segoe UI"/>
                <a:ea typeface="Segoe UI"/>
                <a:cs typeface="Segoe UI"/>
              </a:defRPr>
            </a:lvl3pPr>
            <a:lvl4pPr marL="0" indent="0">
              <a:buNone/>
              <a:defRPr sz="1800" b="0">
                <a:solidFill>
                  <a:srgbClr val="FFFFFF"/>
                </a:solidFill>
                <a:latin typeface="Segoe UI"/>
                <a:ea typeface="Segoe UI"/>
                <a:cs typeface="Segoe UI"/>
              </a:defRPr>
            </a:lvl4pPr>
            <a:lvl5pPr marL="0" indent="0">
              <a:buNone/>
              <a:defRPr sz="1800" b="0">
                <a:solidFill>
                  <a:srgbClr val="FFFFFF"/>
                </a:solidFill>
                <a:latin typeface="Segoe UI"/>
                <a:ea typeface="Segoe UI"/>
                <a:cs typeface="Segoe UI"/>
              </a:defRPr>
            </a:lvl5pPr>
            <a:lvl6pPr>
              <a:defRPr sz="1800" b="0">
                <a:solidFill>
                  <a:srgbClr val="FFFFFF"/>
                </a:solidFill>
                <a:latin typeface="Segoe UI"/>
                <a:ea typeface="Segoe UI"/>
                <a:cs typeface="Segoe UI"/>
              </a:defRPr>
            </a:lvl6pPr>
            <a:lvl7pPr>
              <a:defRPr sz="1800" b="0">
                <a:solidFill>
                  <a:srgbClr val="FFFFFF"/>
                </a:solidFill>
                <a:latin typeface="Segoe UI"/>
                <a:ea typeface="Segoe UI"/>
                <a:cs typeface="Segoe UI"/>
              </a:defRPr>
            </a:lvl7pPr>
            <a:lvl8pPr>
              <a:defRPr sz="1800" b="0">
                <a:solidFill>
                  <a:srgbClr val="FFFFFF"/>
                </a:solidFill>
                <a:latin typeface="Segoe UI"/>
                <a:ea typeface="Segoe UI"/>
                <a:cs typeface="Segoe UI"/>
              </a:defRPr>
            </a:lvl8pPr>
            <a:lvl9pPr>
              <a:defRPr sz="1800" b="0">
                <a:solidFill>
                  <a:srgbClr val="FFFFFF"/>
                </a:solidFill>
                <a:latin typeface="Segoe UI"/>
                <a:ea typeface="Segoe UI"/>
                <a:cs typeface="Segoe UI"/>
              </a:defRPr>
            </a:lvl9pPr>
          </a:lstStyle>
          <a:p xmlns:a="http://schemas.openxmlformats.org/drawingml/2006/main">
            <a:pPr marL="0" lvl="0" indent="0">
              <a:buNone/>
              <a:defRPr sz="1800" b="0">
                <a:solidFill>
                  <a:srgbClr val="FFFFFF"/>
                </a:solidFill>
                <a:latin typeface="Segoe UI"/>
                <a:ea typeface="Segoe UI"/>
                <a:cs typeface="Segoe UI"/>
              </a:defRPr>
            </a:pPr>
            <a:r>
              <a:rPr sz="1800" b="0">
                <a:solidFill>
                  <a:srgbClr val="FFFFFF"/>
                </a:solidFill>
                <a:latin typeface="Segoe UI"/>
                <a:ea typeface="Segoe UI"/>
                <a:cs typeface="Segoe UI"/>
              </a:rPr>
              <a:t>Omitted resource types can still be included.</a:t>
            </a:r>
          </a:p>
        </p:txBody>
      </p:sp>
      <p:sp>
        <p:nvSpPr>
          <p:cNvPr id="9" name="APIOps content">
            <a:extLst xmlns:a="http://schemas.openxmlformats.org/drawingml/2006/main">
              <a:ext uri="{FF2B5EF4-FFF2-40B4-BE49-F238E27FC236}">
                <a16:creationId xmlns:a16="http://schemas.microsoft.com/office/drawing/2014/main" id="{341C4634-C107-41C8-94D9-07BC11AB1745}"/>
              </a:ext>
            </a:extLst>
          </p:cNvPr>
          <p:cNvSpPr>
            <a:spLocks xmlns:a="http://schemas.openxmlformats.org/drawingml/2006/main" noGrp="1"/>
          </p:cNvSpPr>
          <p:nvPr/>
        </p:nvSpPr>
        <p:spPr>
          <a:xfrm xmlns:a="http://schemas.openxmlformats.org/drawingml/2006/main">
            <a:off x="438150" y="45529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D9D9D6"/>
                </a:solidFill>
                <a:latin typeface="Segoe UI"/>
                <a:ea typeface="Segoe UI"/>
                <a:cs typeface="Segoe UI"/>
              </a:defRPr>
            </a:defPPr>
            <a:lvl1pPr>
              <a:defRPr sz="1275" b="0">
                <a:solidFill>
                  <a:srgbClr val="D9D9D6"/>
                </a:solidFill>
                <a:latin typeface="Segoe UI"/>
                <a:ea typeface="Segoe UI"/>
                <a:cs typeface="Segoe UI"/>
              </a:defRPr>
            </a:lvl1pPr>
            <a:lvl2pPr>
              <a:defRPr sz="1275" b="0">
                <a:solidFill>
                  <a:srgbClr val="D9D9D6"/>
                </a:solidFill>
                <a:latin typeface="Segoe UI"/>
                <a:ea typeface="Segoe UI"/>
                <a:cs typeface="Segoe UI"/>
              </a:defRPr>
            </a:lvl2pPr>
            <a:lvl3pPr>
              <a:defRPr sz="1275" b="0">
                <a:solidFill>
                  <a:srgbClr val="D9D9D6"/>
                </a:solidFill>
                <a:latin typeface="Segoe UI"/>
                <a:ea typeface="Segoe UI"/>
                <a:cs typeface="Segoe UI"/>
              </a:defRPr>
            </a:lvl3pPr>
            <a:lvl4pPr>
              <a:defRPr sz="1275" b="0">
                <a:solidFill>
                  <a:srgbClr val="D9D9D6"/>
                </a:solidFill>
                <a:latin typeface="Segoe UI"/>
                <a:ea typeface="Segoe UI"/>
                <a:cs typeface="Segoe UI"/>
              </a:defRPr>
            </a:lvl4pPr>
            <a:lvl5pPr>
              <a:defRPr sz="1275" b="0">
                <a:solidFill>
                  <a:srgbClr val="D9D9D6"/>
                </a:solidFill>
                <a:latin typeface="Segoe UI"/>
                <a:ea typeface="Segoe UI"/>
                <a:cs typeface="Segoe UI"/>
              </a:defRPr>
            </a:lvl5pPr>
            <a:lvl6pPr>
              <a:defRPr sz="1275" b="0">
                <a:solidFill>
                  <a:srgbClr val="D9D9D6"/>
                </a:solidFill>
                <a:latin typeface="Segoe UI"/>
                <a:ea typeface="Segoe UI"/>
                <a:cs typeface="Segoe UI"/>
              </a:defRPr>
            </a:lvl6pPr>
            <a:lvl7pPr>
              <a:defRPr sz="1275" b="0">
                <a:solidFill>
                  <a:srgbClr val="D9D9D6"/>
                </a:solidFill>
                <a:latin typeface="Segoe UI"/>
                <a:ea typeface="Segoe UI"/>
                <a:cs typeface="Segoe UI"/>
              </a:defRPr>
            </a:lvl7pPr>
            <a:lvl8pPr>
              <a:defRPr sz="1275" b="0">
                <a:solidFill>
                  <a:srgbClr val="D9D9D6"/>
                </a:solidFill>
                <a:latin typeface="Segoe UI"/>
                <a:ea typeface="Segoe UI"/>
                <a:cs typeface="Segoe UI"/>
              </a:defRPr>
            </a:lvl8pPr>
            <a:lvl9pPr>
              <a:defRPr sz="1275" b="0">
                <a:solidFill>
                  <a:srgbClr val="D9D9D6"/>
                </a:solidFill>
                <a:latin typeface="Segoe UI"/>
                <a:ea typeface="Segoe UI"/>
                <a:cs typeface="Segoe UI"/>
              </a:defRPr>
            </a:lvl9pPr>
          </a:lstStyle>
          <a:p xmlns:a="http://schemas.openxmlformats.org/drawingml/2006/main">
            <a:pPr>
              <a:defRPr sz="1275" b="0">
                <a:solidFill>
                  <a:srgbClr val="D9D9D6"/>
                </a:solidFill>
                <a:latin typeface="Segoe UI"/>
                <a:ea typeface="Segoe UI"/>
                <a:cs typeface="Segoe UI"/>
              </a:defRPr>
            </a:pPr>
            <a:r>
              <a:rPr sz="1275" b="0">
                <a:solidFill>
                  <a:srgbClr val="D9D9D6"/>
                </a:solidFill>
                <a:latin typeface="Segoe UI"/>
                <a:ea typeface="Segoe UI"/>
                <a:cs typeface="Segoe UI"/>
              </a:rPr>
              <a:t>The workshop records its executed tests and clearly lists coverage limits.</a:t>
            </a:r>
          </a:p>
        </p:txBody>
      </p:sp>
    </p:spTree>
    <p:extLst>
      <p:ext uri="{BB962C8B-B14F-4D97-AF65-F5344CB8AC3E}">
        <p14:creationId xmlns:p14="http://schemas.microsoft.com/office/powerpoint/2010/main" val="94425756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8E20911-F016-4782-BDA1-2B81F4415D74}"/>
              </a:ext>
            </a:extLst>
          </p:cNvPr>
          <p:cNvSpPr>
            <a:spLocks xmlns:a="http://schemas.openxmlformats.org/drawingml/2006/main" noGrp="1"/>
          </p:cNvSpPr>
          <p:nvPr>
            <p:ph type="title" idx="0" hasCustomPrompt="1"/>
          </p:nvPr>
        </p:nvSpPr>
        <p:spPr>
          <a:xfrm xmlns:a="http://schemas.openxmlformats.org/drawingml/2006/main">
            <a:off x="438150" y="1285875"/>
            <a:ext cx="6953250" cy="493776"/>
          </a:xfrm>
          <a:prstGeom xmlns:a="http://schemas.openxmlformats.org/drawingml/2006/main" prst="rect">
            <a:avLst/>
          </a:prstGeom>
          <a:noFill xmlns:a="http://schemas.openxmlformats.org/drawingml/2006/main"/>
        </p:spPr>
        <p:txBody>
          <a:bodyPr xmlns:a="http://schemas.openxmlformats.org/drawingml/2006/main" lIns="0" tIns="0" rIns="0" bIns="0" anchor="t">
            <a:spAutoFit/>
          </a:bodyPr>
          <a:lstStyle xmlns:a="http://schemas.openxmlformats.org/drawingml/2006/main">
            <a:defPPr>
              <a:defRPr sz="3600" b="1">
                <a:solidFill>
                  <a:srgbClr val="FFFFFF"/>
                </a:solidFill>
                <a:latin typeface="Segoe UI"/>
                <a:ea typeface="Segoe UI"/>
                <a:cs typeface="Segoe UI"/>
              </a:defRPr>
            </a:defPPr>
            <a:lvl1pPr marL="0" indent="0" algn="l" defTabSz="699557">
              <a:lnSpc>
                <a:spcPct val="90000"/>
              </a:lnSpc>
              <a:spcBef>
                <a:spcPct val="0"/>
              </a:spcBef>
              <a:buNone/>
              <a:defRPr sz="3000" b="0" kern="1200" cap="none" spc="-38" baseline="0">
                <a:ln w="3175">
                  <a:noFill/>
                </a:ln>
                <a:solidFill>
                  <a:srgbClr val="4EFFFE"/>
                </a:solidFill>
                <a:latin typeface="Segoe Sans Display Semibold"/>
                <a:ea typeface="Segoe Sans Display Semibold"/>
                <a:cs typeface="Segoe Sans Display Semibold"/>
              </a:defRPr>
            </a:lvl1pPr>
            <a:lvl2pPr>
              <a:defRPr sz="3600" b="1">
                <a:solidFill>
                  <a:srgbClr val="FFFFFF"/>
                </a:solidFill>
                <a:latin typeface="Segoe UI"/>
                <a:ea typeface="Segoe UI"/>
                <a:cs typeface="Segoe UI"/>
              </a:defRPr>
            </a:lvl2pPr>
            <a:lvl3pPr>
              <a:defRPr sz="3600" b="1">
                <a:solidFill>
                  <a:srgbClr val="FFFFFF"/>
                </a:solidFill>
                <a:latin typeface="Segoe UI"/>
                <a:ea typeface="Segoe UI"/>
                <a:cs typeface="Segoe UI"/>
              </a:defRPr>
            </a:lvl3pPr>
            <a:lvl4pPr>
              <a:defRPr sz="3600" b="1">
                <a:solidFill>
                  <a:srgbClr val="FFFFFF"/>
                </a:solidFill>
                <a:latin typeface="Segoe UI"/>
                <a:ea typeface="Segoe UI"/>
                <a:cs typeface="Segoe UI"/>
              </a:defRPr>
            </a:lvl4pPr>
            <a:lvl5pPr>
              <a:defRPr sz="3600" b="1">
                <a:solidFill>
                  <a:srgbClr val="FFFFFF"/>
                </a:solidFill>
                <a:latin typeface="Segoe UI"/>
                <a:ea typeface="Segoe UI"/>
                <a:cs typeface="Segoe UI"/>
              </a:defRPr>
            </a:lvl5pPr>
            <a:lvl6pPr>
              <a:defRPr sz="3600" b="1">
                <a:solidFill>
                  <a:srgbClr val="FFFFFF"/>
                </a:solidFill>
                <a:latin typeface="Segoe UI"/>
                <a:ea typeface="Segoe UI"/>
                <a:cs typeface="Segoe UI"/>
              </a:defRPr>
            </a:lvl6pPr>
            <a:lvl7pPr>
              <a:defRPr sz="3600" b="1">
                <a:solidFill>
                  <a:srgbClr val="FFFFFF"/>
                </a:solidFill>
                <a:latin typeface="Segoe UI"/>
                <a:ea typeface="Segoe UI"/>
                <a:cs typeface="Segoe UI"/>
              </a:defRPr>
            </a:lvl7pPr>
            <a:lvl8pPr>
              <a:defRPr sz="3600" b="1">
                <a:solidFill>
                  <a:srgbClr val="FFFFFF"/>
                </a:solidFill>
                <a:latin typeface="Segoe UI"/>
                <a:ea typeface="Segoe UI"/>
                <a:cs typeface="Segoe UI"/>
              </a:defRPr>
            </a:lvl8pPr>
            <a:lvl9pPr>
              <a:defRPr sz="3600" b="1">
                <a:solidFill>
                  <a:srgbClr val="FFFFFF"/>
                </a:solidFill>
                <a:latin typeface="Segoe UI"/>
                <a:ea typeface="Segoe UI"/>
                <a:cs typeface="Segoe UI"/>
              </a:defRPr>
            </a:lvl9pPr>
          </a:lstStyle>
          <a:p xmlns:a="http://schemas.openxmlformats.org/drawingml/2006/main">
            <a:pPr marL="0" marR="0" lvl="0" indent="0" algn="l" defTabSz="699557">
              <a:lnSpc>
                <a:spcPct val="90000"/>
              </a:lnSpc>
              <a:spcBef>
                <a:spcPct val="0"/>
              </a:spcBef>
              <a:spcAft>
                <a:spcPts val="0"/>
              </a:spcAft>
              <a:buClrTx/>
              <a:buSzPct val="90000"/>
              <a:buFont typeface="Wingdings"/>
              <a:buNone/>
              <a:defRPr sz="3600" b="1">
                <a:solidFill>
                  <a:srgbClr val="FFFFFF"/>
                </a:solidFill>
                <a:latin typeface="Segoe UI"/>
                <a:ea typeface="Segoe UI"/>
                <a:cs typeface="Segoe UI"/>
              </a:defRPr>
            </a:pPr>
            <a:r>
              <a:rPr sz="3600" b="1">
                <a:solidFill>
                  <a:srgbClr val="FFFFFF"/>
                </a:solidFill>
                <a:latin typeface="Segoe UI"/>
                <a:ea typeface="Segoe UI"/>
                <a:cs typeface="Segoe UI"/>
              </a:rPr>
              <a:t>Your APIM workshop</a:t>
            </a:r>
          </a:p>
        </p:txBody>
      </p:sp>
      <p:sp>
        <p:nvSpPr>
          <p:cNvPr id="3" name="Text Placeholder 4">
            <a:extLst xmlns:a="http://schemas.openxmlformats.org/drawingml/2006/main">
              <a:ext uri="{FF2B5EF4-FFF2-40B4-BE49-F238E27FC236}">
                <a16:creationId xmlns:a16="http://schemas.microsoft.com/office/drawing/2014/main" id="{E4BA615D-0441-4319-ABE2-9801EA0771F8}"/>
              </a:ext>
            </a:extLst>
          </p:cNvPr>
          <p:cNvSpPr>
            <a:spLocks xmlns:a="http://schemas.openxmlformats.org/drawingml/2006/main" noGrp="1"/>
          </p:cNvSpPr>
          <p:nvPr>
            <p:ph type="body" idx="12" hasCustomPrompt="1"/>
          </p:nvPr>
        </p:nvSpPr>
        <p:spPr>
          <a:xfrm xmlns:a="http://schemas.openxmlformats.org/drawingml/2006/main">
            <a:off x="438150" y="2276475"/>
            <a:ext cx="6667500" cy="320040"/>
          </a:xfrm>
          <a:prstGeom xmlns:a="http://schemas.openxmlformats.org/drawingml/2006/main" prst="rect">
            <a:avLst/>
          </a:prstGeom>
          <a:noFill xmlns:a="http://schemas.openxmlformats.org/drawingml/2006/main"/>
        </p:spPr>
        <p:txBody>
          <a:bodyPr xmlns:a="http://schemas.openxmlformats.org/drawingml/2006/main" lIns="0" tIns="0" rIns="0" bIns="0" anchor="t">
            <a:spAutoFit/>
          </a:bodyPr>
          <a:lstStyle xmlns:a="http://schemas.openxmlformats.org/drawingml/2006/main">
            <a:defPPr>
              <a:defRPr sz="2100" b="0">
                <a:solidFill>
                  <a:srgbClr val="50B8E8"/>
                </a:solidFill>
                <a:latin typeface="Segoe UI"/>
                <a:ea typeface="Segoe UI"/>
                <a:cs typeface="Segoe UI"/>
              </a:defRPr>
            </a:defPPr>
            <a:lvl1pPr marL="0" indent="0">
              <a:spcBef>
                <a:spcPts val="0"/>
              </a:spcBef>
              <a:spcAft>
                <a:spcPts val="0"/>
              </a:spcAft>
              <a:buFont typeface="Arial"/>
              <a:buNone/>
              <a:defRPr sz="1200" b="0" spc="0" baseline="0">
                <a:solidFill>
                  <a:schemeClr val="tx1"/>
                </a:solidFill>
                <a:latin typeface="+mn-lt"/>
                <a:ea typeface="+mn-lt"/>
                <a:cs typeface="+mn-lt"/>
              </a:defRPr>
            </a:lvl1pPr>
            <a:lvl2pPr>
              <a:defRPr sz="2100" b="0">
                <a:solidFill>
                  <a:srgbClr val="50B8E8"/>
                </a:solidFill>
                <a:latin typeface="Segoe UI"/>
                <a:ea typeface="Segoe UI"/>
                <a:cs typeface="Segoe UI"/>
              </a:defRPr>
            </a:lvl2pPr>
            <a:lvl3pPr>
              <a:defRPr sz="2100" b="0">
                <a:solidFill>
                  <a:srgbClr val="50B8E8"/>
                </a:solidFill>
                <a:latin typeface="Segoe UI"/>
                <a:ea typeface="Segoe UI"/>
                <a:cs typeface="Segoe UI"/>
              </a:defRPr>
            </a:lvl3pPr>
            <a:lvl4pPr>
              <a:defRPr sz="2100" b="0">
                <a:solidFill>
                  <a:srgbClr val="50B8E8"/>
                </a:solidFill>
                <a:latin typeface="Segoe UI"/>
                <a:ea typeface="Segoe UI"/>
                <a:cs typeface="Segoe UI"/>
              </a:defRPr>
            </a:lvl4pPr>
            <a:lvl5pPr>
              <a:defRPr sz="2100" b="0">
                <a:solidFill>
                  <a:srgbClr val="50B8E8"/>
                </a:solidFill>
                <a:latin typeface="Segoe UI"/>
                <a:ea typeface="Segoe UI"/>
                <a:cs typeface="Segoe UI"/>
              </a:defRPr>
            </a:lvl5pPr>
            <a:lvl6pPr>
              <a:defRPr sz="2100" b="0">
                <a:solidFill>
                  <a:srgbClr val="50B8E8"/>
                </a:solidFill>
                <a:latin typeface="Segoe UI"/>
                <a:ea typeface="Segoe UI"/>
                <a:cs typeface="Segoe UI"/>
              </a:defRPr>
            </a:lvl6pPr>
            <a:lvl7pPr>
              <a:defRPr sz="2100" b="0">
                <a:solidFill>
                  <a:srgbClr val="50B8E8"/>
                </a:solidFill>
                <a:latin typeface="Segoe UI"/>
                <a:ea typeface="Segoe UI"/>
                <a:cs typeface="Segoe UI"/>
              </a:defRPr>
            </a:lvl7pPr>
            <a:lvl8pPr>
              <a:defRPr sz="2100" b="0">
                <a:solidFill>
                  <a:srgbClr val="50B8E8"/>
                </a:solidFill>
                <a:latin typeface="Segoe UI"/>
                <a:ea typeface="Segoe UI"/>
                <a:cs typeface="Segoe UI"/>
              </a:defRPr>
            </a:lvl8pPr>
            <a:lvl9pPr>
              <a:defRPr sz="2100" b="0">
                <a:solidFill>
                  <a:srgbClr val="50B8E8"/>
                </a:solidFill>
                <a:latin typeface="Segoe UI"/>
                <a:ea typeface="Segoe UI"/>
                <a:cs typeface="Segoe UI"/>
              </a:defRPr>
            </a:lvl9pPr>
          </a:lstStyle>
          <a:p xmlns:a="http://schemas.openxmlformats.org/drawingml/2006/main">
            <a:pPr marL="0" lvl="0" indent="0">
              <a:buNone/>
              <a:defRPr sz="2100" b="0">
                <a:solidFill>
                  <a:srgbClr val="50B8E8"/>
                </a:solidFill>
                <a:latin typeface="Segoe UI"/>
                <a:ea typeface="Segoe UI"/>
                <a:cs typeface="Segoe UI"/>
              </a:defRPr>
            </a:pPr>
            <a:r>
              <a:rPr sz="2100" b="0">
                <a:solidFill>
                  <a:srgbClr val="50B8E8"/>
                </a:solidFill>
                <a:latin typeface="Segoe UI"/>
                <a:ea typeface="Segoe UI"/>
                <a:cs typeface="Segoe UI"/>
              </a:rPr>
              <a:t>Deploy. Change. Roll back.</a:t>
            </a:r>
          </a:p>
        </p:txBody>
      </p:sp>
      <p:sp>
        <p:nvSpPr>
          <p:cNvPr id="4" name="APIOps content">
            <a:extLst xmlns:a="http://schemas.openxmlformats.org/drawingml/2006/main">
              <a:ext uri="{FF2B5EF4-FFF2-40B4-BE49-F238E27FC236}">
                <a16:creationId xmlns:a16="http://schemas.microsoft.com/office/drawing/2014/main" id="{73930107-0ECF-480E-B4CE-F6EE1803ABEC}"/>
              </a:ext>
            </a:extLst>
          </p:cNvPr>
          <p:cNvSpPr>
            <a:spLocks xmlns:a="http://schemas.openxmlformats.org/drawingml/2006/main" noGrp="1"/>
          </p:cNvSpPr>
          <p:nvPr/>
        </p:nvSpPr>
        <p:spPr>
          <a:xfrm xmlns:a="http://schemas.openxmlformats.org/drawingml/2006/main">
            <a:off x="438150" y="300037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50B8E8"/>
                </a:solidFill>
                <a:latin typeface="Segoe UI"/>
                <a:ea typeface="Segoe UI"/>
                <a:cs typeface="Segoe UI"/>
              </a:defRPr>
            </a:defPPr>
            <a:lvl1pPr>
              <a:defRPr sz="1875" b="1">
                <a:solidFill>
                  <a:srgbClr val="50B8E8"/>
                </a:solidFill>
                <a:latin typeface="Segoe UI"/>
                <a:ea typeface="Segoe UI"/>
                <a:cs typeface="Segoe UI"/>
              </a:defRPr>
            </a:lvl1pPr>
            <a:lvl2pPr>
              <a:defRPr sz="1875" b="1">
                <a:solidFill>
                  <a:srgbClr val="50B8E8"/>
                </a:solidFill>
                <a:latin typeface="Segoe UI"/>
                <a:ea typeface="Segoe UI"/>
                <a:cs typeface="Segoe UI"/>
              </a:defRPr>
            </a:lvl2pPr>
            <a:lvl3pPr>
              <a:defRPr sz="1875" b="1">
                <a:solidFill>
                  <a:srgbClr val="50B8E8"/>
                </a:solidFill>
                <a:latin typeface="Segoe UI"/>
                <a:ea typeface="Segoe UI"/>
                <a:cs typeface="Segoe UI"/>
              </a:defRPr>
            </a:lvl3pPr>
            <a:lvl4pPr>
              <a:defRPr sz="1875" b="1">
                <a:solidFill>
                  <a:srgbClr val="50B8E8"/>
                </a:solidFill>
                <a:latin typeface="Segoe UI"/>
                <a:ea typeface="Segoe UI"/>
                <a:cs typeface="Segoe UI"/>
              </a:defRPr>
            </a:lvl4pPr>
            <a:lvl5pPr>
              <a:defRPr sz="1875" b="1">
                <a:solidFill>
                  <a:srgbClr val="50B8E8"/>
                </a:solidFill>
                <a:latin typeface="Segoe UI"/>
                <a:ea typeface="Segoe UI"/>
                <a:cs typeface="Segoe UI"/>
              </a:defRPr>
            </a:lvl5pPr>
            <a:lvl6pPr>
              <a:defRPr sz="1875" b="1">
                <a:solidFill>
                  <a:srgbClr val="50B8E8"/>
                </a:solidFill>
                <a:latin typeface="Segoe UI"/>
                <a:ea typeface="Segoe UI"/>
                <a:cs typeface="Segoe UI"/>
              </a:defRPr>
            </a:lvl6pPr>
            <a:lvl7pPr>
              <a:defRPr sz="1875" b="1">
                <a:solidFill>
                  <a:srgbClr val="50B8E8"/>
                </a:solidFill>
                <a:latin typeface="Segoe UI"/>
                <a:ea typeface="Segoe UI"/>
                <a:cs typeface="Segoe UI"/>
              </a:defRPr>
            </a:lvl7pPr>
            <a:lvl8pPr>
              <a:defRPr sz="1875" b="1">
                <a:solidFill>
                  <a:srgbClr val="50B8E8"/>
                </a:solidFill>
                <a:latin typeface="Segoe UI"/>
                <a:ea typeface="Segoe UI"/>
                <a:cs typeface="Segoe UI"/>
              </a:defRPr>
            </a:lvl8pPr>
            <a:lvl9pPr>
              <a:defRPr sz="1875" b="1">
                <a:solidFill>
                  <a:srgbClr val="50B8E8"/>
                </a:solidFill>
                <a:latin typeface="Segoe UI"/>
                <a:ea typeface="Segoe UI"/>
                <a:cs typeface="Segoe UI"/>
              </a:defRPr>
            </a:lvl9pPr>
          </a:lstStyle>
          <a:p xmlns:a="http://schemas.openxmlformats.org/drawingml/2006/main">
            <a:pPr>
              <a:defRPr sz="1875" b="1">
                <a:solidFill>
                  <a:srgbClr val="50B8E8"/>
                </a:solidFill>
                <a:latin typeface="Segoe UI"/>
                <a:ea typeface="Segoe UI"/>
                <a:cs typeface="Segoe UI"/>
              </a:defRPr>
            </a:pPr>
            <a:r>
              <a:rPr>
                <a:hlinkClick xmlns:r="http://schemas.openxmlformats.org/officeDocument/2006/relationships" r:id="Ra2c4e95965c841aa"/>
              </a:rPr>
              <a:t>github.com/msftse-org/apim-apiops-workshop</a:t>
            </a:r>
          </a:p>
        </p:txBody>
      </p:sp>
      <p:sp>
        <p:nvSpPr>
          <p:cNvPr id="5" name="APIOps content">
            <a:extLst xmlns:a="http://schemas.openxmlformats.org/drawingml/2006/main">
              <a:ext uri="{FF2B5EF4-FFF2-40B4-BE49-F238E27FC236}">
                <a16:creationId xmlns:a16="http://schemas.microsoft.com/office/drawing/2014/main" id="{A17C5322-65A6-4B06-8CE0-32A7B654D070}"/>
              </a:ext>
            </a:extLst>
          </p:cNvPr>
          <p:cNvSpPr>
            <a:spLocks xmlns:a="http://schemas.openxmlformats.org/drawingml/2006/main" noGrp="1"/>
          </p:cNvSpPr>
          <p:nvPr/>
        </p:nvSpPr>
        <p:spPr>
          <a:xfrm xmlns:a="http://schemas.openxmlformats.org/drawingml/2006/main">
            <a:off x="438150" y="3676650"/>
            <a:ext cx="700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FFFFF"/>
                </a:solidFill>
                <a:latin typeface="Segoe UI"/>
                <a:ea typeface="Segoe UI"/>
                <a:cs typeface="Segoe UI"/>
              </a:defRPr>
            </a:defPPr>
            <a:lvl1pPr>
              <a:defRPr sz="1725" b="0">
                <a:solidFill>
                  <a:srgbClr val="FFFFFF"/>
                </a:solidFill>
                <a:latin typeface="Segoe UI"/>
                <a:ea typeface="Segoe UI"/>
                <a:cs typeface="Segoe UI"/>
              </a:defRPr>
            </a:lvl1pPr>
            <a:lvl2pPr>
              <a:defRPr sz="1725" b="0">
                <a:solidFill>
                  <a:srgbClr val="FFFFFF"/>
                </a:solidFill>
                <a:latin typeface="Segoe UI"/>
                <a:ea typeface="Segoe UI"/>
                <a:cs typeface="Segoe UI"/>
              </a:defRPr>
            </a:lvl2pPr>
            <a:lvl3pPr>
              <a:defRPr sz="1725" b="0">
                <a:solidFill>
                  <a:srgbClr val="FFFFFF"/>
                </a:solidFill>
                <a:latin typeface="Segoe UI"/>
                <a:ea typeface="Segoe UI"/>
                <a:cs typeface="Segoe UI"/>
              </a:defRPr>
            </a:lvl3pPr>
            <a:lvl4pPr>
              <a:defRPr sz="1725" b="0">
                <a:solidFill>
                  <a:srgbClr val="FFFFFF"/>
                </a:solidFill>
                <a:latin typeface="Segoe UI"/>
                <a:ea typeface="Segoe UI"/>
                <a:cs typeface="Segoe UI"/>
              </a:defRPr>
            </a:lvl4pPr>
            <a:lvl5pPr>
              <a:defRPr sz="1725" b="0">
                <a:solidFill>
                  <a:srgbClr val="FFFFFF"/>
                </a:solidFill>
                <a:latin typeface="Segoe UI"/>
                <a:ea typeface="Segoe UI"/>
                <a:cs typeface="Segoe UI"/>
              </a:defRPr>
            </a:lvl5pPr>
            <a:lvl6pPr>
              <a:defRPr sz="1725" b="0">
                <a:solidFill>
                  <a:srgbClr val="FFFFFF"/>
                </a:solidFill>
                <a:latin typeface="Segoe UI"/>
                <a:ea typeface="Segoe UI"/>
                <a:cs typeface="Segoe UI"/>
              </a:defRPr>
            </a:lvl6pPr>
            <a:lvl7pPr>
              <a:defRPr sz="1725" b="0">
                <a:solidFill>
                  <a:srgbClr val="FFFFFF"/>
                </a:solidFill>
                <a:latin typeface="Segoe UI"/>
                <a:ea typeface="Segoe UI"/>
                <a:cs typeface="Segoe UI"/>
              </a:defRPr>
            </a:lvl7pPr>
            <a:lvl8pPr>
              <a:defRPr sz="1725" b="0">
                <a:solidFill>
                  <a:srgbClr val="FFFFFF"/>
                </a:solidFill>
                <a:latin typeface="Segoe UI"/>
                <a:ea typeface="Segoe UI"/>
                <a:cs typeface="Segoe UI"/>
              </a:defRPr>
            </a:lvl8pPr>
            <a:lvl9pPr>
              <a:defRPr sz="1725" b="0">
                <a:solidFill>
                  <a:srgbClr val="FFFFFF"/>
                </a:solidFill>
                <a:latin typeface="Segoe UI"/>
                <a:ea typeface="Segoe UI"/>
                <a:cs typeface="Segoe UI"/>
              </a:defRPr>
            </a:lvl9pPr>
          </a:lstStyle>
          <a:p xmlns:a="http://schemas.openxmlformats.org/drawingml/2006/main">
            <a:pPr>
              <a:defRPr sz="1725" b="0">
                <a:solidFill>
                  <a:srgbClr val="FFFFFF"/>
                </a:solidFill>
                <a:latin typeface="Segoe UI"/>
                <a:ea typeface="Segoe UI"/>
                <a:cs typeface="Segoe UI"/>
              </a:defRPr>
            </a:pPr>
            <a:r>
              <a:rPr sz="1725" b="0">
                <a:solidFill>
                  <a:srgbClr val="FFFFFF"/>
                </a:solidFill>
                <a:latin typeface="Segoe UI"/>
                <a:ea typeface="Segoe UI"/>
                <a:cs typeface="Segoe UI"/>
              </a:rPr>
              <a:t>12 labs using the native apiops CLI</a:t>
            </a:r>
          </a:p>
          <a:p xmlns:a="http://schemas.openxmlformats.org/drawingml/2006/main">
            <a:r>
              <a:t/>
            </a:r>
          </a:p>
          <a:p xmlns:a="http://schemas.openxmlformats.org/drawingml/2006/main">
            <a:pPr>
              <a:defRPr sz="1725" b="0">
                <a:solidFill>
                  <a:srgbClr val="FFFFFF"/>
                </a:solidFill>
                <a:latin typeface="Segoe UI"/>
                <a:ea typeface="Segoe UI"/>
                <a:cs typeface="Segoe UI"/>
              </a:defRPr>
            </a:pPr>
            <a:r>
              <a:rPr sz="1725" b="0">
                <a:solidFill>
                  <a:srgbClr val="FFFFFF"/>
                </a:solidFill>
                <a:latin typeface="Segoe UI"/>
                <a:ea typeface="Segoe UI"/>
                <a:cs typeface="Segoe UI"/>
              </a:rPr>
              <a:t>Your tenant and subscription</a:t>
            </a:r>
          </a:p>
          <a:p xmlns:a="http://schemas.openxmlformats.org/drawingml/2006/main">
            <a:r>
              <a:t/>
            </a:r>
          </a:p>
          <a:p xmlns:a="http://schemas.openxmlformats.org/drawingml/2006/main">
            <a:pPr>
              <a:defRPr sz="1725" b="0">
                <a:solidFill>
                  <a:srgbClr val="FFFFFF"/>
                </a:solidFill>
                <a:latin typeface="Segoe UI"/>
                <a:ea typeface="Segoe UI"/>
                <a:cs typeface="Segoe UI"/>
              </a:defRPr>
            </a:pPr>
            <a:r>
              <a:rPr sz="1725" b="0">
                <a:solidFill>
                  <a:srgbClr val="FFFFFF"/>
                </a:solidFill>
                <a:latin typeface="Segoe UI"/>
                <a:ea typeface="Segoe UI"/>
                <a:cs typeface="Segoe UI"/>
              </a:rPr>
              <a:t>Recorded test results</a:t>
            </a:r>
          </a:p>
        </p:txBody>
      </p:sp>
    </p:spTree>
    <p:extLst>
      <p:ext uri="{BB962C8B-B14F-4D97-AF65-F5344CB8AC3E}">
        <p14:creationId xmlns:p14="http://schemas.microsoft.com/office/powerpoint/2010/main" val="142777412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90636FE-845C-418D-82A1-1DA6DB73D781}"/>
              </a:ext>
            </a:extLst>
          </p:cNvPr>
          <p:cNvSpPr>
            <a:spLocks xmlns:a="http://schemas.openxmlformats.org/drawingml/2006/main" noGrp="1"/>
          </p:cNvSpPr>
          <p:nvPr>
            <p:ph type="title" idx="0"/>
          </p:nvPr>
        </p:nvSpPr>
        <p:spPr>
          <a:xfrm xmlns:a="http://schemas.openxmlformats.org/drawingml/2006/main">
            <a:off x="438150" y="342900"/>
            <a:ext cx="8258175" cy="571500"/>
          </a:xfrm>
        </p:spPr>
        <p:txBody>
          <a:bodyPr xmlns:a="http://schemas.openxmlformats.org/drawingml/2006/main" lIns="0" tIns="0" rIns="0" bIns="0" anchor="t"/>
          <a:lstStyle xmlns:a="http://schemas.openxmlformats.org/drawingml/2006/main">
            <a:defPPr>
              <a:defRPr sz="2700" b="1">
                <a:solidFill>
                  <a:srgbClr val="FFFFFF"/>
                </a:solidFill>
                <a:latin typeface="Segoe UI"/>
                <a:ea typeface="Segoe UI"/>
                <a:cs typeface="Segoe UI"/>
              </a:defRPr>
            </a:defPPr>
            <a:lvl1pPr>
              <a:defRPr sz="2700" b="1">
                <a:solidFill>
                  <a:srgbClr val="FFFFFF"/>
                </a:solidFill>
                <a:latin typeface="Segoe UI"/>
                <a:ea typeface="Segoe UI"/>
                <a:cs typeface="Segoe UI"/>
              </a:defRPr>
            </a:lvl1pPr>
            <a:lvl2pPr>
              <a:defRPr sz="2700" b="1">
                <a:solidFill>
                  <a:srgbClr val="FFFFFF"/>
                </a:solidFill>
                <a:latin typeface="Segoe UI"/>
                <a:ea typeface="Segoe UI"/>
                <a:cs typeface="Segoe UI"/>
              </a:defRPr>
            </a:lvl2pPr>
            <a:lvl3pPr>
              <a:defRPr sz="2700" b="1">
                <a:solidFill>
                  <a:srgbClr val="FFFFFF"/>
                </a:solidFill>
                <a:latin typeface="Segoe UI"/>
                <a:ea typeface="Segoe UI"/>
                <a:cs typeface="Segoe UI"/>
              </a:defRPr>
            </a:lvl3pPr>
            <a:lvl4pPr>
              <a:defRPr sz="2700" b="1">
                <a:solidFill>
                  <a:srgbClr val="FFFFFF"/>
                </a:solidFill>
                <a:latin typeface="Segoe UI"/>
                <a:ea typeface="Segoe UI"/>
                <a:cs typeface="Segoe UI"/>
              </a:defRPr>
            </a:lvl4pPr>
            <a:lvl5pPr>
              <a:defRPr sz="2700" b="1">
                <a:solidFill>
                  <a:srgbClr val="FFFFFF"/>
                </a:solidFill>
                <a:latin typeface="Segoe UI"/>
                <a:ea typeface="Segoe UI"/>
                <a:cs typeface="Segoe UI"/>
              </a:defRPr>
            </a:lvl5pPr>
            <a:lvl6pPr>
              <a:defRPr sz="2700" b="1">
                <a:solidFill>
                  <a:srgbClr val="FFFFFF"/>
                </a:solidFill>
                <a:latin typeface="Segoe UI"/>
                <a:ea typeface="Segoe UI"/>
                <a:cs typeface="Segoe UI"/>
              </a:defRPr>
            </a:lvl6pPr>
            <a:lvl7pPr>
              <a:defRPr sz="2700" b="1">
                <a:solidFill>
                  <a:srgbClr val="FFFFFF"/>
                </a:solidFill>
                <a:latin typeface="Segoe UI"/>
                <a:ea typeface="Segoe UI"/>
                <a:cs typeface="Segoe UI"/>
              </a:defRPr>
            </a:lvl7pPr>
            <a:lvl8pPr>
              <a:defRPr sz="2700" b="1">
                <a:solidFill>
                  <a:srgbClr val="FFFFFF"/>
                </a:solidFill>
                <a:latin typeface="Segoe UI"/>
                <a:ea typeface="Segoe UI"/>
                <a:cs typeface="Segoe UI"/>
              </a:defRPr>
            </a:lvl8pPr>
            <a:lvl9pPr>
              <a:defRPr sz="2700" b="1">
                <a:solidFill>
                  <a:srgbClr val="FFFFFF"/>
                </a:solidFill>
                <a:latin typeface="Segoe UI"/>
                <a:ea typeface="Segoe UI"/>
                <a:cs typeface="Segoe UI"/>
              </a:defRPr>
            </a:lvl9pPr>
          </a:lstStyle>
          <a:p xmlns:a="http://schemas.openxmlformats.org/drawingml/2006/main">
            <a:pPr>
              <a:defRPr sz="2700" b="1">
                <a:solidFill>
                  <a:srgbClr val="FFFFFF"/>
                </a:solidFill>
                <a:latin typeface="Segoe UI"/>
                <a:ea typeface="Segoe UI"/>
                <a:cs typeface="Segoe UI"/>
              </a:defRPr>
            </a:pPr>
            <a:r>
              <a:rPr sz="2700" b="1">
                <a:solidFill>
                  <a:srgbClr val="FFFFFF"/>
                </a:solidFill>
                <a:latin typeface="Segoe UI"/>
                <a:ea typeface="Segoe UI"/>
                <a:cs typeface="Segoe UI"/>
              </a:rPr>
              <a:t>Labs 00–02: login and deployment</a:t>
            </a:r>
          </a:p>
        </p:txBody>
      </p:sp>
      <p:sp>
        <p:nvSpPr>
          <p:cNvPr id="3" name="Text Placeholder 14">
            <a:extLst xmlns:a="http://schemas.openxmlformats.org/drawingml/2006/main">
              <a:ext uri="{FF2B5EF4-FFF2-40B4-BE49-F238E27FC236}">
                <a16:creationId xmlns:a16="http://schemas.microsoft.com/office/drawing/2014/main" id="{44977AB6-1D7E-4858-A2EA-BF86577C3990}"/>
              </a:ext>
            </a:extLst>
          </p:cNvPr>
          <p:cNvSpPr>
            <a:spLocks xmlns:a="http://schemas.openxmlformats.org/drawingml/2006/main" noGrp="1"/>
          </p:cNvSpPr>
          <p:nvPr>
            <p:ph type="body" idx="13" hasCustomPrompt="1"/>
          </p:nvPr>
        </p:nvSpPr>
        <p:spPr>
          <a:xfrm xmlns:a="http://schemas.openxmlformats.org/drawingml/2006/main">
            <a:off x="438150" y="1133475"/>
            <a:ext cx="8191500" cy="361950"/>
          </a:xfrm>
          <a:prstGeom xmlns:a="http://schemas.openxmlformats.org/drawingml/2006/main" prst="rect">
            <a:avLst/>
          </a:prstGeom>
          <a:gradFill xmlns:a="http://schemas.openxmlformats.org/drawingml/2006/main" flip="none" rotWithShape="1">
            <a:gsLst>
              <a:gs pos="0">
                <a:srgbClr val="000000"/>
              </a:gs>
              <a:gs pos="92000">
                <a:srgbClr val="000000"/>
              </a:gs>
              <a:gs pos="92000">
                <a:schemeClr val="accent1"/>
              </a:gs>
            </a:gsLst>
            <a:lin ang="16200000" scaled="1"/>
            <a:tileRect/>
          </a:gradFill>
        </p:spPr>
        <p:txBody>
          <a:bodyPr xmlns:a="http://schemas.openxmlformats.org/drawingml/2006/main" lIns="0" tIns="0" rIns="0" bIns="0" anchor="t"/>
          <a:lstStyle xmlns:a="http://schemas.openxmlformats.org/drawingml/2006/main">
            <a:defPPr>
              <a:defRPr sz="1650" b="1">
                <a:solidFill>
                  <a:srgbClr val="FFFFFF"/>
                </a:solidFill>
                <a:latin typeface="Segoe UI"/>
                <a:ea typeface="Segoe UI"/>
                <a:cs typeface="Segoe UI"/>
              </a:defRPr>
            </a:defPPr>
            <a:lvl1pPr marL="0" indent="0">
              <a:buNone/>
              <a:defRPr sz="1499" b="1">
                <a:solidFill>
                  <a:srgbClr val="FFFFFF"/>
                </a:solidFill>
                <a:latin typeface="+mj-lt"/>
                <a:ea typeface="+mj-lt"/>
                <a:cs typeface="+mj-lt"/>
              </a:defRPr>
            </a:lvl1pPr>
            <a:lvl2pPr>
              <a:defRPr sz="1650" b="1">
                <a:solidFill>
                  <a:srgbClr val="FFFFFF"/>
                </a:solidFill>
                <a:latin typeface="Segoe UI"/>
                <a:ea typeface="Segoe UI"/>
                <a:cs typeface="Segoe UI"/>
              </a:defRPr>
            </a:lvl2pPr>
            <a:lvl3pPr>
              <a:defRPr sz="1650" b="1">
                <a:solidFill>
                  <a:srgbClr val="FFFFFF"/>
                </a:solidFill>
                <a:latin typeface="Segoe UI"/>
                <a:ea typeface="Segoe UI"/>
                <a:cs typeface="Segoe UI"/>
              </a:defRPr>
            </a:lvl3pPr>
            <a:lvl4pPr>
              <a:defRPr sz="1650" b="1">
                <a:solidFill>
                  <a:srgbClr val="FFFFFF"/>
                </a:solidFill>
                <a:latin typeface="Segoe UI"/>
                <a:ea typeface="Segoe UI"/>
                <a:cs typeface="Segoe UI"/>
              </a:defRPr>
            </a:lvl4pPr>
            <a:lvl5pPr>
              <a:defRPr sz="1650" b="1">
                <a:solidFill>
                  <a:srgbClr val="FFFFFF"/>
                </a:solidFill>
                <a:latin typeface="Segoe UI"/>
                <a:ea typeface="Segoe UI"/>
                <a:cs typeface="Segoe UI"/>
              </a:defRPr>
            </a:lvl5pPr>
            <a:lvl6pPr>
              <a:defRPr sz="1650" b="1">
                <a:solidFill>
                  <a:srgbClr val="FFFFFF"/>
                </a:solidFill>
                <a:latin typeface="Segoe UI"/>
                <a:ea typeface="Segoe UI"/>
                <a:cs typeface="Segoe UI"/>
              </a:defRPr>
            </a:lvl6pPr>
            <a:lvl7pPr>
              <a:defRPr sz="1650" b="1">
                <a:solidFill>
                  <a:srgbClr val="FFFFFF"/>
                </a:solidFill>
                <a:latin typeface="Segoe UI"/>
                <a:ea typeface="Segoe UI"/>
                <a:cs typeface="Segoe UI"/>
              </a:defRPr>
            </a:lvl7pPr>
            <a:lvl8pPr>
              <a:defRPr sz="1650" b="1">
                <a:solidFill>
                  <a:srgbClr val="FFFFFF"/>
                </a:solidFill>
                <a:latin typeface="Segoe UI"/>
                <a:ea typeface="Segoe UI"/>
                <a:cs typeface="Segoe UI"/>
              </a:defRPr>
            </a:lvl8pPr>
            <a:lvl9pPr>
              <a:defRPr sz="1650" b="1">
                <a:solidFill>
                  <a:srgbClr val="FFFFFF"/>
                </a:solidFill>
                <a:latin typeface="Segoe UI"/>
                <a:ea typeface="Segoe UI"/>
                <a:cs typeface="Segoe UI"/>
              </a:defRPr>
            </a:lvl9pPr>
          </a:lstStyle>
          <a:p xmlns:a="http://schemas.openxmlformats.org/drawingml/2006/main">
            <a:pPr marL="0" lvl="0" indent="0">
              <a:buNone/>
              <a:defRPr sz="1650" b="1">
                <a:solidFill>
                  <a:srgbClr val="FFFFFF"/>
                </a:solidFill>
                <a:latin typeface="Segoe UI"/>
                <a:ea typeface="Segoe UI"/>
                <a:cs typeface="Segoe UI"/>
              </a:defRPr>
            </a:pPr>
            <a:r>
              <a:rPr sz="1650" b="1">
                <a:solidFill>
                  <a:srgbClr val="FFFFFF"/>
                </a:solidFill>
                <a:latin typeface="Segoe UI"/>
                <a:ea typeface="Segoe UI"/>
                <a:cs typeface="Segoe UI"/>
              </a:rPr>
              <a:t>Native commands with your Azure settings</a:t>
            </a:r>
          </a:p>
        </p:txBody>
      </p:sp>
      <p:sp>
        <p:nvSpPr>
          <p:cNvPr id="4" name="Text Placeholder 4">
            <a:extLst xmlns:a="http://schemas.openxmlformats.org/drawingml/2006/main">
              <a:ext uri="{FF2B5EF4-FFF2-40B4-BE49-F238E27FC236}">
                <a16:creationId xmlns:a16="http://schemas.microsoft.com/office/drawing/2014/main" id="{BA9F61CF-FF79-485A-A6C8-A1952EFD58AE}"/>
              </a:ext>
            </a:extLst>
          </p:cNvPr>
          <p:cNvSpPr>
            <a:spLocks xmlns:a="http://schemas.openxmlformats.org/drawingml/2006/main" noGrp="1"/>
          </p:cNvSpPr>
          <p:nvPr>
            <p:ph type="body" idx="10"/>
          </p:nvPr>
        </p:nvSpPr>
        <p:spPr>
          <a:xfrm xmlns:a="http://schemas.openxmlformats.org/drawingml/2006/main">
            <a:off x="438150" y="1695450"/>
            <a:ext cx="5476875" cy="2714625"/>
          </a:xfrm>
        </p:spPr>
        <p:txBody>
          <a:bodyPr xmlns:a="http://schemas.openxmlformats.org/drawingml/2006/main" lIns="0" tIns="0" rIns="0" bIns="0" anchor="t"/>
          <a:lstStyle xmlns:a="http://schemas.openxmlformats.org/drawingml/2006/main">
            <a:defPPr>
              <a:defRPr sz="1500" b="0">
                <a:solidFill>
                  <a:srgbClr val="17212B"/>
                </a:solidFill>
                <a:latin typeface="Segoe UI"/>
                <a:ea typeface="Segoe UI"/>
                <a:cs typeface="Segoe UI"/>
              </a:defRPr>
            </a:defPPr>
            <a:lvl1pPr marL="0" indent="0">
              <a:buNone/>
              <a:defRPr sz="1800" b="0">
                <a:solidFill>
                  <a:srgbClr val="000000"/>
                </a:solidFill>
                <a:latin typeface="Consolas"/>
                <a:ea typeface="Consolas"/>
                <a:cs typeface="Consolas"/>
              </a:defRPr>
            </a:lvl1pPr>
            <a:lvl2pPr marL="0" indent="0">
              <a:buNone/>
              <a:tabLst>
                <a:tab pos="258366" algn="l"/>
              </a:tabLst>
              <a:defRPr sz="1800" b="0">
                <a:solidFill>
                  <a:schemeClr val="tx1"/>
                </a:solidFill>
                <a:latin typeface="Consolas"/>
                <a:ea typeface="Consolas"/>
                <a:cs typeface="Consolas"/>
              </a:defRPr>
            </a:lvl2pPr>
            <a:lvl3pPr marL="0" indent="0">
              <a:buNone/>
              <a:tabLst>
                <a:tab pos="427435" algn="l"/>
              </a:tabLst>
              <a:defRPr sz="1800" b="0">
                <a:solidFill>
                  <a:schemeClr val="tx1"/>
                </a:solidFill>
                <a:latin typeface="Consolas"/>
                <a:ea typeface="Consolas"/>
                <a:cs typeface="Consolas"/>
              </a:defRPr>
            </a:lvl3pPr>
            <a:lvl4pPr marL="0" indent="0">
              <a:buNone/>
              <a:tabLst>
                <a:tab pos="600075" algn="l"/>
              </a:tabLst>
              <a:defRPr sz="1800" b="0">
                <a:solidFill>
                  <a:schemeClr val="tx1"/>
                </a:solidFill>
                <a:latin typeface="Consolas"/>
                <a:ea typeface="Consolas"/>
                <a:cs typeface="Consolas"/>
              </a:defRPr>
            </a:lvl4pPr>
            <a:lvl5pPr marL="0" indent="0">
              <a:buNone/>
              <a:tabLst>
                <a:tab pos="771525" algn="l"/>
              </a:tabLst>
              <a:defRPr sz="1800" b="0">
                <a:solidFill>
                  <a:schemeClr val="tx1"/>
                </a:solidFill>
                <a:latin typeface="Consolas"/>
                <a:ea typeface="Consolas"/>
                <a:cs typeface="Consolas"/>
              </a:defRPr>
            </a:lvl5pPr>
            <a:lvl6pPr>
              <a:defRPr sz="1500" b="0">
                <a:solidFill>
                  <a:srgbClr val="17212B"/>
                </a:solidFill>
                <a:latin typeface="Segoe UI"/>
                <a:ea typeface="Segoe UI"/>
                <a:cs typeface="Segoe UI"/>
              </a:defRPr>
            </a:lvl6pPr>
            <a:lvl7pPr>
              <a:defRPr sz="1500" b="0">
                <a:solidFill>
                  <a:srgbClr val="17212B"/>
                </a:solidFill>
                <a:latin typeface="Segoe UI"/>
                <a:ea typeface="Segoe UI"/>
                <a:cs typeface="Segoe UI"/>
              </a:defRPr>
            </a:lvl7pPr>
            <a:lvl8pPr>
              <a:defRPr sz="1500" b="0">
                <a:solidFill>
                  <a:srgbClr val="17212B"/>
                </a:solidFill>
                <a:latin typeface="Segoe UI"/>
                <a:ea typeface="Segoe UI"/>
                <a:cs typeface="Segoe UI"/>
              </a:defRPr>
            </a:lvl8pPr>
            <a:lvl9pPr>
              <a:defRPr sz="1500" b="0">
                <a:solidFill>
                  <a:srgbClr val="17212B"/>
                </a:solidFill>
                <a:latin typeface="Segoe UI"/>
                <a:ea typeface="Segoe UI"/>
                <a:cs typeface="Segoe UI"/>
              </a:defRPr>
            </a:lvl9pPr>
          </a:lstStyle>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npm install -g @azure-tools/apiops-cli@1.0.5</a:t>
            </a:r>
          </a:p>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az login --tenant "$TENANT_ID"</a:t>
            </a:r>
          </a:p>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az account set \</a:t>
            </a:r>
          </a:p>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  --subscription "$AZURE_SUBSCRIPTION_ID"</a:t>
            </a:r>
          </a:p>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apiops publish \</a:t>
            </a:r>
          </a:p>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  --resource-group "$RESOURCE_GROUP" \</a:t>
            </a:r>
          </a:p>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  --service-name "$APIM_NAME" \</a:t>
            </a:r>
          </a:p>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  --source apim-artifacts \</a:t>
            </a:r>
          </a:p>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  --overrides configuration.dev.yaml --dry-run</a:t>
            </a:r>
          </a:p>
        </p:txBody>
      </p:sp>
      <p:sp>
        <p:nvSpPr>
          <p:cNvPr id="5" name="APIOps content">
            <a:extLst xmlns:a="http://schemas.openxmlformats.org/drawingml/2006/main">
              <a:ext uri="{FF2B5EF4-FFF2-40B4-BE49-F238E27FC236}">
                <a16:creationId xmlns:a16="http://schemas.microsoft.com/office/drawing/2014/main" id="{770591CE-9CEE-4833-91FD-19F8745163BA}"/>
              </a:ext>
            </a:extLst>
          </p:cNvPr>
          <p:cNvSpPr>
            <a:spLocks xmlns:a="http://schemas.openxmlformats.org/drawingml/2006/main" noGrp="1"/>
          </p:cNvSpPr>
          <p:nvPr/>
        </p:nvSpPr>
        <p:spPr>
          <a:xfrm xmlns:a="http://schemas.openxmlformats.org/drawingml/2006/main">
            <a:off x="6172200" y="1752600"/>
            <a:ext cx="24574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0078D4"/>
                </a:solidFill>
                <a:latin typeface="Segoe UI"/>
                <a:ea typeface="Segoe UI"/>
                <a:cs typeface="Segoe UI"/>
              </a:defRPr>
            </a:defPPr>
            <a:lvl1pPr>
              <a:defRPr sz="1725" b="0">
                <a:solidFill>
                  <a:srgbClr val="0078D4"/>
                </a:solidFill>
                <a:latin typeface="Segoe UI"/>
                <a:ea typeface="Segoe UI"/>
                <a:cs typeface="Segoe UI"/>
              </a:defRPr>
            </a:lvl1pPr>
            <a:lvl2pPr>
              <a:defRPr sz="1725" b="0">
                <a:solidFill>
                  <a:srgbClr val="0078D4"/>
                </a:solidFill>
                <a:latin typeface="Segoe UI"/>
                <a:ea typeface="Segoe UI"/>
                <a:cs typeface="Segoe UI"/>
              </a:defRPr>
            </a:lvl2pPr>
            <a:lvl3pPr>
              <a:defRPr sz="1725" b="0">
                <a:solidFill>
                  <a:srgbClr val="0078D4"/>
                </a:solidFill>
                <a:latin typeface="Segoe UI"/>
                <a:ea typeface="Segoe UI"/>
                <a:cs typeface="Segoe UI"/>
              </a:defRPr>
            </a:lvl3pPr>
            <a:lvl4pPr>
              <a:defRPr sz="1725" b="0">
                <a:solidFill>
                  <a:srgbClr val="0078D4"/>
                </a:solidFill>
                <a:latin typeface="Segoe UI"/>
                <a:ea typeface="Segoe UI"/>
                <a:cs typeface="Segoe UI"/>
              </a:defRPr>
            </a:lvl4pPr>
            <a:lvl5pPr>
              <a:defRPr sz="1725" b="0">
                <a:solidFill>
                  <a:srgbClr val="0078D4"/>
                </a:solidFill>
                <a:latin typeface="Segoe UI"/>
                <a:ea typeface="Segoe UI"/>
                <a:cs typeface="Segoe UI"/>
              </a:defRPr>
            </a:lvl5pPr>
            <a:lvl6pPr>
              <a:defRPr sz="1725" b="0">
                <a:solidFill>
                  <a:srgbClr val="0078D4"/>
                </a:solidFill>
                <a:latin typeface="Segoe UI"/>
                <a:ea typeface="Segoe UI"/>
                <a:cs typeface="Segoe UI"/>
              </a:defRPr>
            </a:lvl6pPr>
            <a:lvl7pPr>
              <a:defRPr sz="1725" b="0">
                <a:solidFill>
                  <a:srgbClr val="0078D4"/>
                </a:solidFill>
                <a:latin typeface="Segoe UI"/>
                <a:ea typeface="Segoe UI"/>
                <a:cs typeface="Segoe UI"/>
              </a:defRPr>
            </a:lvl7pPr>
            <a:lvl8pPr>
              <a:defRPr sz="1725" b="0">
                <a:solidFill>
                  <a:srgbClr val="0078D4"/>
                </a:solidFill>
                <a:latin typeface="Segoe UI"/>
                <a:ea typeface="Segoe UI"/>
                <a:cs typeface="Segoe UI"/>
              </a:defRPr>
            </a:lvl8pPr>
            <a:lvl9pPr>
              <a:defRPr sz="1725" b="0">
                <a:solidFill>
                  <a:srgbClr val="0078D4"/>
                </a:solidFill>
                <a:latin typeface="Segoe UI"/>
                <a:ea typeface="Segoe UI"/>
                <a:cs typeface="Segoe UI"/>
              </a:defRPr>
            </a:lvl9pPr>
          </a:lstStyle>
          <a:p xmlns:a="http://schemas.openxmlformats.org/drawingml/2006/main">
            <a:pPr>
              <a:defRPr sz="1725" b="0">
                <a:solidFill>
                  <a:srgbClr val="0078D4"/>
                </a:solidFill>
                <a:latin typeface="Segoe UI"/>
                <a:ea typeface="Segoe UI"/>
                <a:cs typeface="Segoe UI"/>
              </a:defRPr>
            </a:pPr>
            <a:r>
              <a:rPr sz="1725" b="0">
                <a:solidFill>
                  <a:srgbClr val="0078D4"/>
                </a:solidFill>
                <a:latin typeface="Segoe UI"/>
                <a:ea typeface="Segoe UI"/>
                <a:cs typeface="Segoe UI"/>
              </a:rPr>
              <a:t>Use your own tenant.</a:t>
            </a:r>
          </a:p>
          <a:p xmlns:a="http://schemas.openxmlformats.org/drawingml/2006/main">
            <a:r>
              <a:t/>
            </a:r>
          </a:p>
          <a:p xmlns:a="http://schemas.openxmlformats.org/drawingml/2006/main">
            <a:pPr>
              <a:defRPr sz="1725" b="0">
                <a:solidFill>
                  <a:srgbClr val="0078D4"/>
                </a:solidFill>
                <a:latin typeface="Segoe UI"/>
                <a:ea typeface="Segoe UI"/>
                <a:cs typeface="Segoe UI"/>
              </a:defRPr>
            </a:pPr>
            <a:r>
              <a:rPr sz="1725" b="0">
                <a:solidFill>
                  <a:srgbClr val="0078D4"/>
                </a:solidFill>
                <a:latin typeface="Segoe UI"/>
                <a:ea typeface="Segoe UI"/>
                <a:cs typeface="Segoe UI"/>
              </a:rPr>
              <a:t>Select your subscription.</a:t>
            </a:r>
          </a:p>
          <a:p xmlns:a="http://schemas.openxmlformats.org/drawingml/2006/main">
            <a:r>
              <a:t/>
            </a:r>
          </a:p>
          <a:p xmlns:a="http://schemas.openxmlformats.org/drawingml/2006/main">
            <a:pPr>
              <a:defRPr sz="1725" b="0">
                <a:solidFill>
                  <a:srgbClr val="0078D4"/>
                </a:solidFill>
                <a:latin typeface="Segoe UI"/>
                <a:ea typeface="Segoe UI"/>
                <a:cs typeface="Segoe UI"/>
              </a:defRPr>
            </a:pPr>
            <a:r>
              <a:rPr sz="1725" b="0">
                <a:solidFill>
                  <a:srgbClr val="0078D4"/>
                </a:solidFill>
                <a:latin typeface="Segoe UI"/>
                <a:ea typeface="Segoe UI"/>
                <a:cs typeface="Segoe UI"/>
              </a:rPr>
              <a:t>Preview, then publish.</a:t>
            </a:r>
          </a:p>
        </p:txBody>
      </p:sp>
      <p:sp>
        <p:nvSpPr>
          <p:cNvPr id="6" name="APIOps content">
            <a:extLst xmlns:a="http://schemas.openxmlformats.org/drawingml/2006/main">
              <a:ext uri="{FF2B5EF4-FFF2-40B4-BE49-F238E27FC236}">
                <a16:creationId xmlns:a16="http://schemas.microsoft.com/office/drawing/2014/main" id="{69D3D5F5-5550-47DC-B2DD-0F3C2F8418F9}"/>
              </a:ext>
            </a:extLst>
          </p:cNvPr>
          <p:cNvSpPr>
            <a:spLocks xmlns:a="http://schemas.openxmlformats.org/drawingml/2006/main" noGrp="1"/>
          </p:cNvSpPr>
          <p:nvPr/>
        </p:nvSpPr>
        <p:spPr>
          <a:xfrm xmlns:a="http://schemas.openxmlformats.org/drawingml/2006/main">
            <a:off x="438150" y="4619625"/>
            <a:ext cx="752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0078D4"/>
                </a:solidFill>
                <a:latin typeface="Segoe UI"/>
                <a:ea typeface="Segoe UI"/>
                <a:cs typeface="Segoe UI"/>
              </a:defRPr>
            </a:defPPr>
            <a:lvl1pPr>
              <a:defRPr sz="1425" b="0">
                <a:solidFill>
                  <a:srgbClr val="0078D4"/>
                </a:solidFill>
                <a:latin typeface="Segoe UI"/>
                <a:ea typeface="Segoe UI"/>
                <a:cs typeface="Segoe UI"/>
              </a:defRPr>
            </a:lvl1pPr>
            <a:lvl2pPr>
              <a:defRPr sz="1425" b="0">
                <a:solidFill>
                  <a:srgbClr val="0078D4"/>
                </a:solidFill>
                <a:latin typeface="Segoe UI"/>
                <a:ea typeface="Segoe UI"/>
                <a:cs typeface="Segoe UI"/>
              </a:defRPr>
            </a:lvl2pPr>
            <a:lvl3pPr>
              <a:defRPr sz="1425" b="0">
                <a:solidFill>
                  <a:srgbClr val="0078D4"/>
                </a:solidFill>
                <a:latin typeface="Segoe UI"/>
                <a:ea typeface="Segoe UI"/>
                <a:cs typeface="Segoe UI"/>
              </a:defRPr>
            </a:lvl3pPr>
            <a:lvl4pPr>
              <a:defRPr sz="1425" b="0">
                <a:solidFill>
                  <a:srgbClr val="0078D4"/>
                </a:solidFill>
                <a:latin typeface="Segoe UI"/>
                <a:ea typeface="Segoe UI"/>
                <a:cs typeface="Segoe UI"/>
              </a:defRPr>
            </a:lvl4pPr>
            <a:lvl5pPr>
              <a:defRPr sz="1425" b="0">
                <a:solidFill>
                  <a:srgbClr val="0078D4"/>
                </a:solidFill>
                <a:latin typeface="Segoe UI"/>
                <a:ea typeface="Segoe UI"/>
                <a:cs typeface="Segoe UI"/>
              </a:defRPr>
            </a:lvl5pPr>
            <a:lvl6pPr>
              <a:defRPr sz="1425" b="0">
                <a:solidFill>
                  <a:srgbClr val="0078D4"/>
                </a:solidFill>
                <a:latin typeface="Segoe UI"/>
                <a:ea typeface="Segoe UI"/>
                <a:cs typeface="Segoe UI"/>
              </a:defRPr>
            </a:lvl6pPr>
            <a:lvl7pPr>
              <a:defRPr sz="1425" b="0">
                <a:solidFill>
                  <a:srgbClr val="0078D4"/>
                </a:solidFill>
                <a:latin typeface="Segoe UI"/>
                <a:ea typeface="Segoe UI"/>
                <a:cs typeface="Segoe UI"/>
              </a:defRPr>
            </a:lvl7pPr>
            <a:lvl8pPr>
              <a:defRPr sz="1425" b="0">
                <a:solidFill>
                  <a:srgbClr val="0078D4"/>
                </a:solidFill>
                <a:latin typeface="Segoe UI"/>
                <a:ea typeface="Segoe UI"/>
                <a:cs typeface="Segoe UI"/>
              </a:defRPr>
            </a:lvl8pPr>
            <a:lvl9pPr>
              <a:defRPr sz="1425" b="0">
                <a:solidFill>
                  <a:srgbClr val="0078D4"/>
                </a:solidFill>
                <a:latin typeface="Segoe UI"/>
                <a:ea typeface="Segoe UI"/>
                <a:cs typeface="Segoe UI"/>
              </a:defRPr>
            </a:lvl9pPr>
          </a:lstStyle>
          <a:p xmlns:a="http://schemas.openxmlformats.org/drawingml/2006/main">
            <a:pPr>
              <a:defRPr sz="1425" b="0">
                <a:solidFill>
                  <a:srgbClr val="0078D4"/>
                </a:solidFill>
                <a:latin typeface="Segoe UI"/>
                <a:ea typeface="Segoe UI"/>
                <a:cs typeface="Segoe UI"/>
              </a:defRPr>
            </a:pPr>
            <a:r>
              <a:rPr>
                <a:hlinkClick xmlns:r="http://schemas.openxmlformats.org/officeDocument/2006/relationships" r:id="R1275fd01dcef44fe"/>
              </a:rPr>
              <a:t>Open the step-by-step labs</a:t>
            </a:r>
          </a:p>
        </p:txBody>
      </p:sp>
    </p:spTree>
    <p:extLst>
      <p:ext uri="{BB962C8B-B14F-4D97-AF65-F5344CB8AC3E}">
        <p14:creationId xmlns:p14="http://schemas.microsoft.com/office/powerpoint/2010/main" val="78624627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90636FE-845C-418D-82A1-1DA6DB73D781}"/>
              </a:ext>
            </a:extLst>
          </p:cNvPr>
          <p:cNvSpPr>
            <a:spLocks xmlns:a="http://schemas.openxmlformats.org/drawingml/2006/main" noGrp="1"/>
          </p:cNvSpPr>
          <p:nvPr>
            <p:ph type="title" idx="0"/>
          </p:nvPr>
        </p:nvSpPr>
        <p:spPr>
          <a:xfrm xmlns:a="http://schemas.openxmlformats.org/drawingml/2006/main">
            <a:off x="438150" y="342900"/>
            <a:ext cx="8258175" cy="571500"/>
          </a:xfrm>
        </p:spPr>
        <p:txBody>
          <a:bodyPr xmlns:a="http://schemas.openxmlformats.org/drawingml/2006/main" lIns="0" tIns="0" rIns="0" bIns="0" anchor="t"/>
          <a:lstStyle xmlns:a="http://schemas.openxmlformats.org/drawingml/2006/main">
            <a:defPPr>
              <a:defRPr sz="2700" b="1">
                <a:solidFill>
                  <a:srgbClr val="FFFFFF"/>
                </a:solidFill>
                <a:latin typeface="Segoe UI"/>
                <a:ea typeface="Segoe UI"/>
                <a:cs typeface="Segoe UI"/>
              </a:defRPr>
            </a:defPPr>
            <a:lvl1pPr>
              <a:defRPr sz="2700" b="1">
                <a:solidFill>
                  <a:srgbClr val="FFFFFF"/>
                </a:solidFill>
                <a:latin typeface="Segoe UI"/>
                <a:ea typeface="Segoe UI"/>
                <a:cs typeface="Segoe UI"/>
              </a:defRPr>
            </a:lvl1pPr>
            <a:lvl2pPr>
              <a:defRPr sz="2700" b="1">
                <a:solidFill>
                  <a:srgbClr val="FFFFFF"/>
                </a:solidFill>
                <a:latin typeface="Segoe UI"/>
                <a:ea typeface="Segoe UI"/>
                <a:cs typeface="Segoe UI"/>
              </a:defRPr>
            </a:lvl2pPr>
            <a:lvl3pPr>
              <a:defRPr sz="2700" b="1">
                <a:solidFill>
                  <a:srgbClr val="FFFFFF"/>
                </a:solidFill>
                <a:latin typeface="Segoe UI"/>
                <a:ea typeface="Segoe UI"/>
                <a:cs typeface="Segoe UI"/>
              </a:defRPr>
            </a:lvl3pPr>
            <a:lvl4pPr>
              <a:defRPr sz="2700" b="1">
                <a:solidFill>
                  <a:srgbClr val="FFFFFF"/>
                </a:solidFill>
                <a:latin typeface="Segoe UI"/>
                <a:ea typeface="Segoe UI"/>
                <a:cs typeface="Segoe UI"/>
              </a:defRPr>
            </a:lvl4pPr>
            <a:lvl5pPr>
              <a:defRPr sz="2700" b="1">
                <a:solidFill>
                  <a:srgbClr val="FFFFFF"/>
                </a:solidFill>
                <a:latin typeface="Segoe UI"/>
                <a:ea typeface="Segoe UI"/>
                <a:cs typeface="Segoe UI"/>
              </a:defRPr>
            </a:lvl5pPr>
            <a:lvl6pPr>
              <a:defRPr sz="2700" b="1">
                <a:solidFill>
                  <a:srgbClr val="FFFFFF"/>
                </a:solidFill>
                <a:latin typeface="Segoe UI"/>
                <a:ea typeface="Segoe UI"/>
                <a:cs typeface="Segoe UI"/>
              </a:defRPr>
            </a:lvl6pPr>
            <a:lvl7pPr>
              <a:defRPr sz="2700" b="1">
                <a:solidFill>
                  <a:srgbClr val="FFFFFF"/>
                </a:solidFill>
                <a:latin typeface="Segoe UI"/>
                <a:ea typeface="Segoe UI"/>
                <a:cs typeface="Segoe UI"/>
              </a:defRPr>
            </a:lvl7pPr>
            <a:lvl8pPr>
              <a:defRPr sz="2700" b="1">
                <a:solidFill>
                  <a:srgbClr val="FFFFFF"/>
                </a:solidFill>
                <a:latin typeface="Segoe UI"/>
                <a:ea typeface="Segoe UI"/>
                <a:cs typeface="Segoe UI"/>
              </a:defRPr>
            </a:lvl8pPr>
            <a:lvl9pPr>
              <a:defRPr sz="2700" b="1">
                <a:solidFill>
                  <a:srgbClr val="FFFFFF"/>
                </a:solidFill>
                <a:latin typeface="Segoe UI"/>
                <a:ea typeface="Segoe UI"/>
                <a:cs typeface="Segoe UI"/>
              </a:defRPr>
            </a:lvl9pPr>
          </a:lstStyle>
          <a:p xmlns:a="http://schemas.openxmlformats.org/drawingml/2006/main">
            <a:pPr>
              <a:defRPr sz="2700" b="1">
                <a:solidFill>
                  <a:srgbClr val="FFFFFF"/>
                </a:solidFill>
                <a:latin typeface="Segoe UI"/>
                <a:ea typeface="Segoe UI"/>
                <a:cs typeface="Segoe UI"/>
              </a:defRPr>
            </a:pPr>
            <a:r>
              <a:rPr sz="2700" b="1">
                <a:solidFill>
                  <a:srgbClr val="FFFFFF"/>
                </a:solidFill>
                <a:latin typeface="Segoe UI"/>
                <a:ea typeface="Segoe UI"/>
                <a:cs typeface="Segoe UI"/>
              </a:rPr>
              <a:t>Labs 03–05: change and roll back</a:t>
            </a:r>
          </a:p>
        </p:txBody>
      </p:sp>
      <p:sp>
        <p:nvSpPr>
          <p:cNvPr id="3" name="Text Placeholder 14">
            <a:extLst xmlns:a="http://schemas.openxmlformats.org/drawingml/2006/main">
              <a:ext uri="{FF2B5EF4-FFF2-40B4-BE49-F238E27FC236}">
                <a16:creationId xmlns:a16="http://schemas.microsoft.com/office/drawing/2014/main" id="{44977AB6-1D7E-4858-A2EA-BF86577C3990}"/>
              </a:ext>
            </a:extLst>
          </p:cNvPr>
          <p:cNvSpPr>
            <a:spLocks xmlns:a="http://schemas.openxmlformats.org/drawingml/2006/main" noGrp="1"/>
          </p:cNvSpPr>
          <p:nvPr>
            <p:ph type="body" idx="13" hasCustomPrompt="1"/>
          </p:nvPr>
        </p:nvSpPr>
        <p:spPr>
          <a:xfrm xmlns:a="http://schemas.openxmlformats.org/drawingml/2006/main">
            <a:off x="438150" y="1133475"/>
            <a:ext cx="8191500" cy="361950"/>
          </a:xfrm>
          <a:prstGeom xmlns:a="http://schemas.openxmlformats.org/drawingml/2006/main" prst="rect">
            <a:avLst/>
          </a:prstGeom>
          <a:gradFill xmlns:a="http://schemas.openxmlformats.org/drawingml/2006/main" flip="none" rotWithShape="1">
            <a:gsLst>
              <a:gs pos="0">
                <a:srgbClr val="000000"/>
              </a:gs>
              <a:gs pos="92000">
                <a:srgbClr val="000000"/>
              </a:gs>
              <a:gs pos="92000">
                <a:schemeClr val="accent1"/>
              </a:gs>
            </a:gsLst>
            <a:lin ang="16200000" scaled="1"/>
            <a:tileRect/>
          </a:gradFill>
        </p:spPr>
        <p:txBody>
          <a:bodyPr xmlns:a="http://schemas.openxmlformats.org/drawingml/2006/main" lIns="0" tIns="0" rIns="0" bIns="0" anchor="t"/>
          <a:lstStyle xmlns:a="http://schemas.openxmlformats.org/drawingml/2006/main">
            <a:defPPr>
              <a:defRPr sz="1650" b="1">
                <a:solidFill>
                  <a:srgbClr val="FFFFFF"/>
                </a:solidFill>
                <a:latin typeface="Segoe UI"/>
                <a:ea typeface="Segoe UI"/>
                <a:cs typeface="Segoe UI"/>
              </a:defRPr>
            </a:defPPr>
            <a:lvl1pPr marL="0" indent="0">
              <a:buNone/>
              <a:defRPr sz="1499" b="1">
                <a:solidFill>
                  <a:srgbClr val="FFFFFF"/>
                </a:solidFill>
                <a:latin typeface="+mj-lt"/>
                <a:ea typeface="+mj-lt"/>
                <a:cs typeface="+mj-lt"/>
              </a:defRPr>
            </a:lvl1pPr>
            <a:lvl2pPr>
              <a:defRPr sz="1650" b="1">
                <a:solidFill>
                  <a:srgbClr val="FFFFFF"/>
                </a:solidFill>
                <a:latin typeface="Segoe UI"/>
                <a:ea typeface="Segoe UI"/>
                <a:cs typeface="Segoe UI"/>
              </a:defRPr>
            </a:lvl2pPr>
            <a:lvl3pPr>
              <a:defRPr sz="1650" b="1">
                <a:solidFill>
                  <a:srgbClr val="FFFFFF"/>
                </a:solidFill>
                <a:latin typeface="Segoe UI"/>
                <a:ea typeface="Segoe UI"/>
                <a:cs typeface="Segoe UI"/>
              </a:defRPr>
            </a:lvl3pPr>
            <a:lvl4pPr>
              <a:defRPr sz="1650" b="1">
                <a:solidFill>
                  <a:srgbClr val="FFFFFF"/>
                </a:solidFill>
                <a:latin typeface="Segoe UI"/>
                <a:ea typeface="Segoe UI"/>
                <a:cs typeface="Segoe UI"/>
              </a:defRPr>
            </a:lvl4pPr>
            <a:lvl5pPr>
              <a:defRPr sz="1650" b="1">
                <a:solidFill>
                  <a:srgbClr val="FFFFFF"/>
                </a:solidFill>
                <a:latin typeface="Segoe UI"/>
                <a:ea typeface="Segoe UI"/>
                <a:cs typeface="Segoe UI"/>
              </a:defRPr>
            </a:lvl5pPr>
            <a:lvl6pPr>
              <a:defRPr sz="1650" b="1">
                <a:solidFill>
                  <a:srgbClr val="FFFFFF"/>
                </a:solidFill>
                <a:latin typeface="Segoe UI"/>
                <a:ea typeface="Segoe UI"/>
                <a:cs typeface="Segoe UI"/>
              </a:defRPr>
            </a:lvl6pPr>
            <a:lvl7pPr>
              <a:defRPr sz="1650" b="1">
                <a:solidFill>
                  <a:srgbClr val="FFFFFF"/>
                </a:solidFill>
                <a:latin typeface="Segoe UI"/>
                <a:ea typeface="Segoe UI"/>
                <a:cs typeface="Segoe UI"/>
              </a:defRPr>
            </a:lvl7pPr>
            <a:lvl8pPr>
              <a:defRPr sz="1650" b="1">
                <a:solidFill>
                  <a:srgbClr val="FFFFFF"/>
                </a:solidFill>
                <a:latin typeface="Segoe UI"/>
                <a:ea typeface="Segoe UI"/>
                <a:cs typeface="Segoe UI"/>
              </a:defRPr>
            </a:lvl8pPr>
            <a:lvl9pPr>
              <a:defRPr sz="1650" b="1">
                <a:solidFill>
                  <a:srgbClr val="FFFFFF"/>
                </a:solidFill>
                <a:latin typeface="Segoe UI"/>
                <a:ea typeface="Segoe UI"/>
                <a:cs typeface="Segoe UI"/>
              </a:defRPr>
            </a:lvl9pPr>
          </a:lstStyle>
          <a:p xmlns:a="http://schemas.openxmlformats.org/drawingml/2006/main">
            <a:pPr marL="0" lvl="0" indent="0">
              <a:buNone/>
              <a:defRPr sz="1650" b="1">
                <a:solidFill>
                  <a:srgbClr val="FFFFFF"/>
                </a:solidFill>
                <a:latin typeface="Segoe UI"/>
                <a:ea typeface="Segoe UI"/>
                <a:cs typeface="Segoe UI"/>
              </a:defRPr>
            </a:pPr>
            <a:r>
              <a:rPr sz="1650" b="1">
                <a:solidFill>
                  <a:srgbClr val="FFFFFF"/>
                </a:solidFill>
                <a:latin typeface="Segoe UI"/>
                <a:ea typeface="Segoe UI"/>
                <a:cs typeface="Segoe UI"/>
              </a:rPr>
              <a:t>Native commands with your Azure settings</a:t>
            </a:r>
          </a:p>
        </p:txBody>
      </p:sp>
      <p:sp>
        <p:nvSpPr>
          <p:cNvPr id="4" name="Text Placeholder 4">
            <a:extLst xmlns:a="http://schemas.openxmlformats.org/drawingml/2006/main">
              <a:ext uri="{FF2B5EF4-FFF2-40B4-BE49-F238E27FC236}">
                <a16:creationId xmlns:a16="http://schemas.microsoft.com/office/drawing/2014/main" id="{BA9F61CF-FF79-485A-A6C8-A1952EFD58AE}"/>
              </a:ext>
            </a:extLst>
          </p:cNvPr>
          <p:cNvSpPr>
            <a:spLocks xmlns:a="http://schemas.openxmlformats.org/drawingml/2006/main" noGrp="1"/>
          </p:cNvSpPr>
          <p:nvPr>
            <p:ph type="body" idx="10"/>
          </p:nvPr>
        </p:nvSpPr>
        <p:spPr>
          <a:xfrm xmlns:a="http://schemas.openxmlformats.org/drawingml/2006/main">
            <a:off x="438150" y="1695450"/>
            <a:ext cx="5476875" cy="2714625"/>
          </a:xfrm>
        </p:spPr>
        <p:txBody>
          <a:bodyPr xmlns:a="http://schemas.openxmlformats.org/drawingml/2006/main" lIns="0" tIns="0" rIns="0" bIns="0" anchor="t"/>
          <a:lstStyle xmlns:a="http://schemas.openxmlformats.org/drawingml/2006/main">
            <a:defPPr>
              <a:defRPr sz="1500" b="0">
                <a:solidFill>
                  <a:srgbClr val="17212B"/>
                </a:solidFill>
                <a:latin typeface="Segoe UI"/>
                <a:ea typeface="Segoe UI"/>
                <a:cs typeface="Segoe UI"/>
              </a:defRPr>
            </a:defPPr>
            <a:lvl1pPr marL="0" indent="0">
              <a:buNone/>
              <a:defRPr sz="1800" b="0">
                <a:solidFill>
                  <a:srgbClr val="000000"/>
                </a:solidFill>
                <a:latin typeface="Consolas"/>
                <a:ea typeface="Consolas"/>
                <a:cs typeface="Consolas"/>
              </a:defRPr>
            </a:lvl1pPr>
            <a:lvl2pPr marL="0" indent="0">
              <a:buNone/>
              <a:tabLst>
                <a:tab pos="258366" algn="l"/>
              </a:tabLst>
              <a:defRPr sz="1800" b="0">
                <a:solidFill>
                  <a:schemeClr val="tx1"/>
                </a:solidFill>
                <a:latin typeface="Consolas"/>
                <a:ea typeface="Consolas"/>
                <a:cs typeface="Consolas"/>
              </a:defRPr>
            </a:lvl2pPr>
            <a:lvl3pPr marL="0" indent="0">
              <a:buNone/>
              <a:tabLst>
                <a:tab pos="427435" algn="l"/>
              </a:tabLst>
              <a:defRPr sz="1800" b="0">
                <a:solidFill>
                  <a:schemeClr val="tx1"/>
                </a:solidFill>
                <a:latin typeface="Consolas"/>
                <a:ea typeface="Consolas"/>
                <a:cs typeface="Consolas"/>
              </a:defRPr>
            </a:lvl3pPr>
            <a:lvl4pPr marL="0" indent="0">
              <a:buNone/>
              <a:tabLst>
                <a:tab pos="600075" algn="l"/>
              </a:tabLst>
              <a:defRPr sz="1800" b="0">
                <a:solidFill>
                  <a:schemeClr val="tx1"/>
                </a:solidFill>
                <a:latin typeface="Consolas"/>
                <a:ea typeface="Consolas"/>
                <a:cs typeface="Consolas"/>
              </a:defRPr>
            </a:lvl4pPr>
            <a:lvl5pPr marL="0" indent="0">
              <a:buNone/>
              <a:tabLst>
                <a:tab pos="771525" algn="l"/>
              </a:tabLst>
              <a:defRPr sz="1800" b="0">
                <a:solidFill>
                  <a:schemeClr val="tx1"/>
                </a:solidFill>
                <a:latin typeface="Consolas"/>
                <a:ea typeface="Consolas"/>
                <a:cs typeface="Consolas"/>
              </a:defRPr>
            </a:lvl5pPr>
            <a:lvl6pPr>
              <a:defRPr sz="1500" b="0">
                <a:solidFill>
                  <a:srgbClr val="17212B"/>
                </a:solidFill>
                <a:latin typeface="Segoe UI"/>
                <a:ea typeface="Segoe UI"/>
                <a:cs typeface="Segoe UI"/>
              </a:defRPr>
            </a:lvl6pPr>
            <a:lvl7pPr>
              <a:defRPr sz="1500" b="0">
                <a:solidFill>
                  <a:srgbClr val="17212B"/>
                </a:solidFill>
                <a:latin typeface="Segoe UI"/>
                <a:ea typeface="Segoe UI"/>
                <a:cs typeface="Segoe UI"/>
              </a:defRPr>
            </a:lvl7pPr>
            <a:lvl8pPr>
              <a:defRPr sz="1500" b="0">
                <a:solidFill>
                  <a:srgbClr val="17212B"/>
                </a:solidFill>
                <a:latin typeface="Segoe UI"/>
                <a:ea typeface="Segoe UI"/>
                <a:cs typeface="Segoe UI"/>
              </a:defRPr>
            </a:lvl8pPr>
            <a:lvl9pPr>
              <a:defRPr sz="1500" b="0">
                <a:solidFill>
                  <a:srgbClr val="17212B"/>
                </a:solidFill>
                <a:latin typeface="Segoe UI"/>
                <a:ea typeface="Segoe UI"/>
                <a:cs typeface="Segoe UI"/>
              </a:defRPr>
            </a:lvl9pPr>
          </a:lstStyle>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git commit -m "Release v2"</a:t>
            </a:r>
          </a:p>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apiops publish \</a:t>
            </a:r>
          </a:p>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  --resource-group "$RESOURCE_GROUP" \</a:t>
            </a:r>
          </a:p>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  --service-name "$APIM_NAME" \</a:t>
            </a:r>
          </a:p>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  --overrides configuration.dev.yaml \</a:t>
            </a:r>
          </a:p>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  --commit-id HEAD</a:t>
            </a:r>
          </a:p>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git revert --no-edit HEAD</a:t>
            </a:r>
          </a:p>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 Repeat publish for the revert commit.</a:t>
            </a:r>
          </a:p>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 Use curl to verify the release header.</a:t>
            </a:r>
          </a:p>
        </p:txBody>
      </p:sp>
      <p:sp>
        <p:nvSpPr>
          <p:cNvPr id="5" name="APIOps content">
            <a:extLst xmlns:a="http://schemas.openxmlformats.org/drawingml/2006/main">
              <a:ext uri="{FF2B5EF4-FFF2-40B4-BE49-F238E27FC236}">
                <a16:creationId xmlns:a16="http://schemas.microsoft.com/office/drawing/2014/main" id="{8F60DB15-B1D9-4986-8CBE-E5BEB8361010}"/>
              </a:ext>
            </a:extLst>
          </p:cNvPr>
          <p:cNvSpPr>
            <a:spLocks xmlns:a="http://schemas.openxmlformats.org/drawingml/2006/main" noGrp="1"/>
          </p:cNvSpPr>
          <p:nvPr/>
        </p:nvSpPr>
        <p:spPr>
          <a:xfrm xmlns:a="http://schemas.openxmlformats.org/drawingml/2006/main">
            <a:off x="6172200" y="1752600"/>
            <a:ext cx="24574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0078D4"/>
                </a:solidFill>
                <a:latin typeface="Segoe UI"/>
                <a:ea typeface="Segoe UI"/>
                <a:cs typeface="Segoe UI"/>
              </a:defRPr>
            </a:defPPr>
            <a:lvl1pPr>
              <a:defRPr sz="1725" b="0">
                <a:solidFill>
                  <a:srgbClr val="0078D4"/>
                </a:solidFill>
                <a:latin typeface="Segoe UI"/>
                <a:ea typeface="Segoe UI"/>
                <a:cs typeface="Segoe UI"/>
              </a:defRPr>
            </a:lvl1pPr>
            <a:lvl2pPr>
              <a:defRPr sz="1725" b="0">
                <a:solidFill>
                  <a:srgbClr val="0078D4"/>
                </a:solidFill>
                <a:latin typeface="Segoe UI"/>
                <a:ea typeface="Segoe UI"/>
                <a:cs typeface="Segoe UI"/>
              </a:defRPr>
            </a:lvl2pPr>
            <a:lvl3pPr>
              <a:defRPr sz="1725" b="0">
                <a:solidFill>
                  <a:srgbClr val="0078D4"/>
                </a:solidFill>
                <a:latin typeface="Segoe UI"/>
                <a:ea typeface="Segoe UI"/>
                <a:cs typeface="Segoe UI"/>
              </a:defRPr>
            </a:lvl3pPr>
            <a:lvl4pPr>
              <a:defRPr sz="1725" b="0">
                <a:solidFill>
                  <a:srgbClr val="0078D4"/>
                </a:solidFill>
                <a:latin typeface="Segoe UI"/>
                <a:ea typeface="Segoe UI"/>
                <a:cs typeface="Segoe UI"/>
              </a:defRPr>
            </a:lvl4pPr>
            <a:lvl5pPr>
              <a:defRPr sz="1725" b="0">
                <a:solidFill>
                  <a:srgbClr val="0078D4"/>
                </a:solidFill>
                <a:latin typeface="Segoe UI"/>
                <a:ea typeface="Segoe UI"/>
                <a:cs typeface="Segoe UI"/>
              </a:defRPr>
            </a:lvl5pPr>
            <a:lvl6pPr>
              <a:defRPr sz="1725" b="0">
                <a:solidFill>
                  <a:srgbClr val="0078D4"/>
                </a:solidFill>
                <a:latin typeface="Segoe UI"/>
                <a:ea typeface="Segoe UI"/>
                <a:cs typeface="Segoe UI"/>
              </a:defRPr>
            </a:lvl6pPr>
            <a:lvl7pPr>
              <a:defRPr sz="1725" b="0">
                <a:solidFill>
                  <a:srgbClr val="0078D4"/>
                </a:solidFill>
                <a:latin typeface="Segoe UI"/>
                <a:ea typeface="Segoe UI"/>
                <a:cs typeface="Segoe UI"/>
              </a:defRPr>
            </a:lvl7pPr>
            <a:lvl8pPr>
              <a:defRPr sz="1725" b="0">
                <a:solidFill>
                  <a:srgbClr val="0078D4"/>
                </a:solidFill>
                <a:latin typeface="Segoe UI"/>
                <a:ea typeface="Segoe UI"/>
                <a:cs typeface="Segoe UI"/>
              </a:defRPr>
            </a:lvl8pPr>
            <a:lvl9pPr>
              <a:defRPr sz="1725" b="0">
                <a:solidFill>
                  <a:srgbClr val="0078D4"/>
                </a:solidFill>
                <a:latin typeface="Segoe UI"/>
                <a:ea typeface="Segoe UI"/>
                <a:cs typeface="Segoe UI"/>
              </a:defRPr>
            </a:lvl9pPr>
          </a:lstStyle>
          <a:p xmlns:a="http://schemas.openxmlformats.org/drawingml/2006/main">
            <a:pPr>
              <a:defRPr sz="1725" b="0">
                <a:solidFill>
                  <a:srgbClr val="0078D4"/>
                </a:solidFill>
                <a:latin typeface="Segoe UI"/>
                <a:ea typeface="Segoe UI"/>
                <a:cs typeface="Segoe UI"/>
              </a:defRPr>
            </a:pPr>
            <a:r>
              <a:rPr sz="1725" b="0">
                <a:solidFill>
                  <a:srgbClr val="0078D4"/>
                </a:solidFill>
                <a:latin typeface="Segoe UI"/>
                <a:ea typeface="Segoe UI"/>
                <a:cs typeface="Segoe UI"/>
              </a:rPr>
              <a:t>Commit the changed artifact.</a:t>
            </a:r>
          </a:p>
          <a:p xmlns:a="http://schemas.openxmlformats.org/drawingml/2006/main">
            <a:r>
              <a:t/>
            </a:r>
          </a:p>
          <a:p xmlns:a="http://schemas.openxmlformats.org/drawingml/2006/main">
            <a:pPr>
              <a:defRPr sz="1725" b="0">
                <a:solidFill>
                  <a:srgbClr val="0078D4"/>
                </a:solidFill>
                <a:latin typeface="Segoe UI"/>
                <a:ea typeface="Segoe UI"/>
                <a:cs typeface="Segoe UI"/>
              </a:defRPr>
            </a:pPr>
            <a:r>
              <a:rPr sz="1725" b="0">
                <a:solidFill>
                  <a:srgbClr val="0078D4"/>
                </a:solidFill>
                <a:latin typeface="Segoe UI"/>
                <a:ea typeface="Segoe UI"/>
                <a:cs typeface="Segoe UI"/>
              </a:rPr>
              <a:t>Publish that commit.</a:t>
            </a:r>
          </a:p>
          <a:p xmlns:a="http://schemas.openxmlformats.org/drawingml/2006/main">
            <a:r>
              <a:t/>
            </a:r>
          </a:p>
          <a:p xmlns:a="http://schemas.openxmlformats.org/drawingml/2006/main">
            <a:pPr>
              <a:defRPr sz="1725" b="0">
                <a:solidFill>
                  <a:srgbClr val="0078D4"/>
                </a:solidFill>
                <a:latin typeface="Segoe UI"/>
                <a:ea typeface="Segoe UI"/>
                <a:cs typeface="Segoe UI"/>
              </a:defRPr>
            </a:pPr>
            <a:r>
              <a:rPr sz="1725" b="0">
                <a:solidFill>
                  <a:srgbClr val="0078D4"/>
                </a:solidFill>
                <a:latin typeface="Segoe UI"/>
                <a:ea typeface="Segoe UI"/>
                <a:cs typeface="Segoe UI"/>
              </a:rPr>
              <a:t>Revert and verify v1.</a:t>
            </a:r>
          </a:p>
        </p:txBody>
      </p:sp>
      <p:sp>
        <p:nvSpPr>
          <p:cNvPr id="6" name="APIOps content">
            <a:extLst xmlns:a="http://schemas.openxmlformats.org/drawingml/2006/main">
              <a:ext uri="{FF2B5EF4-FFF2-40B4-BE49-F238E27FC236}">
                <a16:creationId xmlns:a16="http://schemas.microsoft.com/office/drawing/2014/main" id="{AD554627-CE14-4841-A484-37F1FD804FC0}"/>
              </a:ext>
            </a:extLst>
          </p:cNvPr>
          <p:cNvSpPr>
            <a:spLocks xmlns:a="http://schemas.openxmlformats.org/drawingml/2006/main" noGrp="1"/>
          </p:cNvSpPr>
          <p:nvPr/>
        </p:nvSpPr>
        <p:spPr>
          <a:xfrm xmlns:a="http://schemas.openxmlformats.org/drawingml/2006/main">
            <a:off x="438150" y="4619625"/>
            <a:ext cx="752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0078D4"/>
                </a:solidFill>
                <a:latin typeface="Segoe UI"/>
                <a:ea typeface="Segoe UI"/>
                <a:cs typeface="Segoe UI"/>
              </a:defRPr>
            </a:defPPr>
            <a:lvl1pPr>
              <a:defRPr sz="1425" b="0">
                <a:solidFill>
                  <a:srgbClr val="0078D4"/>
                </a:solidFill>
                <a:latin typeface="Segoe UI"/>
                <a:ea typeface="Segoe UI"/>
                <a:cs typeface="Segoe UI"/>
              </a:defRPr>
            </a:lvl1pPr>
            <a:lvl2pPr>
              <a:defRPr sz="1425" b="0">
                <a:solidFill>
                  <a:srgbClr val="0078D4"/>
                </a:solidFill>
                <a:latin typeface="Segoe UI"/>
                <a:ea typeface="Segoe UI"/>
                <a:cs typeface="Segoe UI"/>
              </a:defRPr>
            </a:lvl2pPr>
            <a:lvl3pPr>
              <a:defRPr sz="1425" b="0">
                <a:solidFill>
                  <a:srgbClr val="0078D4"/>
                </a:solidFill>
                <a:latin typeface="Segoe UI"/>
                <a:ea typeface="Segoe UI"/>
                <a:cs typeface="Segoe UI"/>
              </a:defRPr>
            </a:lvl3pPr>
            <a:lvl4pPr>
              <a:defRPr sz="1425" b="0">
                <a:solidFill>
                  <a:srgbClr val="0078D4"/>
                </a:solidFill>
                <a:latin typeface="Segoe UI"/>
                <a:ea typeface="Segoe UI"/>
                <a:cs typeface="Segoe UI"/>
              </a:defRPr>
            </a:lvl4pPr>
            <a:lvl5pPr>
              <a:defRPr sz="1425" b="0">
                <a:solidFill>
                  <a:srgbClr val="0078D4"/>
                </a:solidFill>
                <a:latin typeface="Segoe UI"/>
                <a:ea typeface="Segoe UI"/>
                <a:cs typeface="Segoe UI"/>
              </a:defRPr>
            </a:lvl5pPr>
            <a:lvl6pPr>
              <a:defRPr sz="1425" b="0">
                <a:solidFill>
                  <a:srgbClr val="0078D4"/>
                </a:solidFill>
                <a:latin typeface="Segoe UI"/>
                <a:ea typeface="Segoe UI"/>
                <a:cs typeface="Segoe UI"/>
              </a:defRPr>
            </a:lvl6pPr>
            <a:lvl7pPr>
              <a:defRPr sz="1425" b="0">
                <a:solidFill>
                  <a:srgbClr val="0078D4"/>
                </a:solidFill>
                <a:latin typeface="Segoe UI"/>
                <a:ea typeface="Segoe UI"/>
                <a:cs typeface="Segoe UI"/>
              </a:defRPr>
            </a:lvl7pPr>
            <a:lvl8pPr>
              <a:defRPr sz="1425" b="0">
                <a:solidFill>
                  <a:srgbClr val="0078D4"/>
                </a:solidFill>
                <a:latin typeface="Segoe UI"/>
                <a:ea typeface="Segoe UI"/>
                <a:cs typeface="Segoe UI"/>
              </a:defRPr>
            </a:lvl8pPr>
            <a:lvl9pPr>
              <a:defRPr sz="1425" b="0">
                <a:solidFill>
                  <a:srgbClr val="0078D4"/>
                </a:solidFill>
                <a:latin typeface="Segoe UI"/>
                <a:ea typeface="Segoe UI"/>
                <a:cs typeface="Segoe UI"/>
              </a:defRPr>
            </a:lvl9pPr>
          </a:lstStyle>
          <a:p xmlns:a="http://schemas.openxmlformats.org/drawingml/2006/main">
            <a:pPr>
              <a:defRPr sz="1425" b="0">
                <a:solidFill>
                  <a:srgbClr val="0078D4"/>
                </a:solidFill>
                <a:latin typeface="Segoe UI"/>
                <a:ea typeface="Segoe UI"/>
                <a:cs typeface="Segoe UI"/>
              </a:defRPr>
            </a:pPr>
            <a:r>
              <a:rPr>
                <a:hlinkClick xmlns:r="http://schemas.openxmlformats.org/officeDocument/2006/relationships" r:id="R4ad49195e35a4af3"/>
              </a:rPr>
              <a:t>Open the step-by-step labs</a:t>
            </a:r>
          </a:p>
        </p:txBody>
      </p:sp>
    </p:spTree>
    <p:extLst>
      <p:ext uri="{BB962C8B-B14F-4D97-AF65-F5344CB8AC3E}">
        <p14:creationId xmlns:p14="http://schemas.microsoft.com/office/powerpoint/2010/main" val="77858858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90636FE-845C-418D-82A1-1DA6DB73D781}"/>
              </a:ext>
            </a:extLst>
          </p:cNvPr>
          <p:cNvSpPr>
            <a:spLocks xmlns:a="http://schemas.openxmlformats.org/drawingml/2006/main" noGrp="1"/>
          </p:cNvSpPr>
          <p:nvPr>
            <p:ph type="title" idx="0"/>
          </p:nvPr>
        </p:nvSpPr>
        <p:spPr>
          <a:xfrm xmlns:a="http://schemas.openxmlformats.org/drawingml/2006/main">
            <a:off x="438150" y="342900"/>
            <a:ext cx="8258175" cy="571500"/>
          </a:xfrm>
        </p:spPr>
        <p:txBody>
          <a:bodyPr xmlns:a="http://schemas.openxmlformats.org/drawingml/2006/main" lIns="0" tIns="0" rIns="0" bIns="0" anchor="t"/>
          <a:lstStyle xmlns:a="http://schemas.openxmlformats.org/drawingml/2006/main">
            <a:defPPr>
              <a:defRPr sz="2700" b="1">
                <a:solidFill>
                  <a:srgbClr val="FFFFFF"/>
                </a:solidFill>
                <a:latin typeface="Segoe UI"/>
                <a:ea typeface="Segoe UI"/>
                <a:cs typeface="Segoe UI"/>
              </a:defRPr>
            </a:defPPr>
            <a:lvl1pPr>
              <a:defRPr sz="2700" b="1">
                <a:solidFill>
                  <a:srgbClr val="FFFFFF"/>
                </a:solidFill>
                <a:latin typeface="Segoe UI"/>
                <a:ea typeface="Segoe UI"/>
                <a:cs typeface="Segoe UI"/>
              </a:defRPr>
            </a:lvl1pPr>
            <a:lvl2pPr>
              <a:defRPr sz="2700" b="1">
                <a:solidFill>
                  <a:srgbClr val="FFFFFF"/>
                </a:solidFill>
                <a:latin typeface="Segoe UI"/>
                <a:ea typeface="Segoe UI"/>
                <a:cs typeface="Segoe UI"/>
              </a:defRPr>
            </a:lvl2pPr>
            <a:lvl3pPr>
              <a:defRPr sz="2700" b="1">
                <a:solidFill>
                  <a:srgbClr val="FFFFFF"/>
                </a:solidFill>
                <a:latin typeface="Segoe UI"/>
                <a:ea typeface="Segoe UI"/>
                <a:cs typeface="Segoe UI"/>
              </a:defRPr>
            </a:lvl3pPr>
            <a:lvl4pPr>
              <a:defRPr sz="2700" b="1">
                <a:solidFill>
                  <a:srgbClr val="FFFFFF"/>
                </a:solidFill>
                <a:latin typeface="Segoe UI"/>
                <a:ea typeface="Segoe UI"/>
                <a:cs typeface="Segoe UI"/>
              </a:defRPr>
            </a:lvl4pPr>
            <a:lvl5pPr>
              <a:defRPr sz="2700" b="1">
                <a:solidFill>
                  <a:srgbClr val="FFFFFF"/>
                </a:solidFill>
                <a:latin typeface="Segoe UI"/>
                <a:ea typeface="Segoe UI"/>
                <a:cs typeface="Segoe UI"/>
              </a:defRPr>
            </a:lvl5pPr>
            <a:lvl6pPr>
              <a:defRPr sz="2700" b="1">
                <a:solidFill>
                  <a:srgbClr val="FFFFFF"/>
                </a:solidFill>
                <a:latin typeface="Segoe UI"/>
                <a:ea typeface="Segoe UI"/>
                <a:cs typeface="Segoe UI"/>
              </a:defRPr>
            </a:lvl6pPr>
            <a:lvl7pPr>
              <a:defRPr sz="2700" b="1">
                <a:solidFill>
                  <a:srgbClr val="FFFFFF"/>
                </a:solidFill>
                <a:latin typeface="Segoe UI"/>
                <a:ea typeface="Segoe UI"/>
                <a:cs typeface="Segoe UI"/>
              </a:defRPr>
            </a:lvl7pPr>
            <a:lvl8pPr>
              <a:defRPr sz="2700" b="1">
                <a:solidFill>
                  <a:srgbClr val="FFFFFF"/>
                </a:solidFill>
                <a:latin typeface="Segoe UI"/>
                <a:ea typeface="Segoe UI"/>
                <a:cs typeface="Segoe UI"/>
              </a:defRPr>
            </a:lvl8pPr>
            <a:lvl9pPr>
              <a:defRPr sz="2700" b="1">
                <a:solidFill>
                  <a:srgbClr val="FFFFFF"/>
                </a:solidFill>
                <a:latin typeface="Segoe UI"/>
                <a:ea typeface="Segoe UI"/>
                <a:cs typeface="Segoe UI"/>
              </a:defRPr>
            </a:lvl9pPr>
          </a:lstStyle>
          <a:p xmlns:a="http://schemas.openxmlformats.org/drawingml/2006/main">
            <a:pPr>
              <a:defRPr sz="2700" b="1">
                <a:solidFill>
                  <a:srgbClr val="FFFFFF"/>
                </a:solidFill>
                <a:latin typeface="Segoe UI"/>
                <a:ea typeface="Segoe UI"/>
                <a:cs typeface="Segoe UI"/>
              </a:defRPr>
            </a:pPr>
            <a:r>
              <a:rPr sz="2700" b="1">
                <a:solidFill>
                  <a:srgbClr val="FFFFFF"/>
                </a:solidFill>
                <a:latin typeface="Segoe UI"/>
                <a:ea typeface="Segoe UI"/>
                <a:cs typeface="Segoe UI"/>
              </a:rPr>
              <a:t>Labs 06–08: guards and catalog</a:t>
            </a:r>
          </a:p>
        </p:txBody>
      </p:sp>
      <p:sp>
        <p:nvSpPr>
          <p:cNvPr id="3" name="Text Placeholder 14">
            <a:extLst xmlns:a="http://schemas.openxmlformats.org/drawingml/2006/main">
              <a:ext uri="{FF2B5EF4-FFF2-40B4-BE49-F238E27FC236}">
                <a16:creationId xmlns:a16="http://schemas.microsoft.com/office/drawing/2014/main" id="{44977AB6-1D7E-4858-A2EA-BF86577C3990}"/>
              </a:ext>
            </a:extLst>
          </p:cNvPr>
          <p:cNvSpPr>
            <a:spLocks xmlns:a="http://schemas.openxmlformats.org/drawingml/2006/main" noGrp="1"/>
          </p:cNvSpPr>
          <p:nvPr>
            <p:ph type="body" idx="13" hasCustomPrompt="1"/>
          </p:nvPr>
        </p:nvSpPr>
        <p:spPr>
          <a:xfrm xmlns:a="http://schemas.openxmlformats.org/drawingml/2006/main">
            <a:off x="438150" y="1133475"/>
            <a:ext cx="8191500" cy="361950"/>
          </a:xfrm>
          <a:prstGeom xmlns:a="http://schemas.openxmlformats.org/drawingml/2006/main" prst="rect">
            <a:avLst/>
          </a:prstGeom>
          <a:gradFill xmlns:a="http://schemas.openxmlformats.org/drawingml/2006/main" flip="none" rotWithShape="1">
            <a:gsLst>
              <a:gs pos="0">
                <a:srgbClr val="000000"/>
              </a:gs>
              <a:gs pos="92000">
                <a:srgbClr val="000000"/>
              </a:gs>
              <a:gs pos="92000">
                <a:schemeClr val="accent1"/>
              </a:gs>
            </a:gsLst>
            <a:lin ang="16200000" scaled="1"/>
            <a:tileRect/>
          </a:gradFill>
        </p:spPr>
        <p:txBody>
          <a:bodyPr xmlns:a="http://schemas.openxmlformats.org/drawingml/2006/main" lIns="0" tIns="0" rIns="0" bIns="0" anchor="t"/>
          <a:lstStyle xmlns:a="http://schemas.openxmlformats.org/drawingml/2006/main">
            <a:defPPr>
              <a:defRPr sz="1650" b="1">
                <a:solidFill>
                  <a:srgbClr val="FFFFFF"/>
                </a:solidFill>
                <a:latin typeface="Segoe UI"/>
                <a:ea typeface="Segoe UI"/>
                <a:cs typeface="Segoe UI"/>
              </a:defRPr>
            </a:defPPr>
            <a:lvl1pPr marL="0" indent="0">
              <a:buNone/>
              <a:defRPr sz="1499" b="1">
                <a:solidFill>
                  <a:srgbClr val="FFFFFF"/>
                </a:solidFill>
                <a:latin typeface="+mj-lt"/>
                <a:ea typeface="+mj-lt"/>
                <a:cs typeface="+mj-lt"/>
              </a:defRPr>
            </a:lvl1pPr>
            <a:lvl2pPr>
              <a:defRPr sz="1650" b="1">
                <a:solidFill>
                  <a:srgbClr val="FFFFFF"/>
                </a:solidFill>
                <a:latin typeface="Segoe UI"/>
                <a:ea typeface="Segoe UI"/>
                <a:cs typeface="Segoe UI"/>
              </a:defRPr>
            </a:lvl2pPr>
            <a:lvl3pPr>
              <a:defRPr sz="1650" b="1">
                <a:solidFill>
                  <a:srgbClr val="FFFFFF"/>
                </a:solidFill>
                <a:latin typeface="Segoe UI"/>
                <a:ea typeface="Segoe UI"/>
                <a:cs typeface="Segoe UI"/>
              </a:defRPr>
            </a:lvl3pPr>
            <a:lvl4pPr>
              <a:defRPr sz="1650" b="1">
                <a:solidFill>
                  <a:srgbClr val="FFFFFF"/>
                </a:solidFill>
                <a:latin typeface="Segoe UI"/>
                <a:ea typeface="Segoe UI"/>
                <a:cs typeface="Segoe UI"/>
              </a:defRPr>
            </a:lvl4pPr>
            <a:lvl5pPr>
              <a:defRPr sz="1650" b="1">
                <a:solidFill>
                  <a:srgbClr val="FFFFFF"/>
                </a:solidFill>
                <a:latin typeface="Segoe UI"/>
                <a:ea typeface="Segoe UI"/>
                <a:cs typeface="Segoe UI"/>
              </a:defRPr>
            </a:lvl5pPr>
            <a:lvl6pPr>
              <a:defRPr sz="1650" b="1">
                <a:solidFill>
                  <a:srgbClr val="FFFFFF"/>
                </a:solidFill>
                <a:latin typeface="Segoe UI"/>
                <a:ea typeface="Segoe UI"/>
                <a:cs typeface="Segoe UI"/>
              </a:defRPr>
            </a:lvl6pPr>
            <a:lvl7pPr>
              <a:defRPr sz="1650" b="1">
                <a:solidFill>
                  <a:srgbClr val="FFFFFF"/>
                </a:solidFill>
                <a:latin typeface="Segoe UI"/>
                <a:ea typeface="Segoe UI"/>
                <a:cs typeface="Segoe UI"/>
              </a:defRPr>
            </a:lvl7pPr>
            <a:lvl8pPr>
              <a:defRPr sz="1650" b="1">
                <a:solidFill>
                  <a:srgbClr val="FFFFFF"/>
                </a:solidFill>
                <a:latin typeface="Segoe UI"/>
                <a:ea typeface="Segoe UI"/>
                <a:cs typeface="Segoe UI"/>
              </a:defRPr>
            </a:lvl8pPr>
            <a:lvl9pPr>
              <a:defRPr sz="1650" b="1">
                <a:solidFill>
                  <a:srgbClr val="FFFFFF"/>
                </a:solidFill>
                <a:latin typeface="Segoe UI"/>
                <a:ea typeface="Segoe UI"/>
                <a:cs typeface="Segoe UI"/>
              </a:defRPr>
            </a:lvl9pPr>
          </a:lstStyle>
          <a:p xmlns:a="http://schemas.openxmlformats.org/drawingml/2006/main">
            <a:pPr marL="0" lvl="0" indent="0">
              <a:buNone/>
              <a:defRPr sz="1650" b="1">
                <a:solidFill>
                  <a:srgbClr val="FFFFFF"/>
                </a:solidFill>
                <a:latin typeface="Segoe UI"/>
                <a:ea typeface="Segoe UI"/>
                <a:cs typeface="Segoe UI"/>
              </a:defRPr>
            </a:pPr>
            <a:r>
              <a:rPr sz="1650" b="1">
                <a:solidFill>
                  <a:srgbClr val="FFFFFF"/>
                </a:solidFill>
                <a:latin typeface="Segoe UI"/>
                <a:ea typeface="Segoe UI"/>
                <a:cs typeface="Segoe UI"/>
              </a:rPr>
              <a:t>Native commands with your Azure settings</a:t>
            </a:r>
          </a:p>
        </p:txBody>
      </p:sp>
      <p:sp>
        <p:nvSpPr>
          <p:cNvPr id="4" name="Text Placeholder 4">
            <a:extLst xmlns:a="http://schemas.openxmlformats.org/drawingml/2006/main">
              <a:ext uri="{FF2B5EF4-FFF2-40B4-BE49-F238E27FC236}">
                <a16:creationId xmlns:a16="http://schemas.microsoft.com/office/drawing/2014/main" id="{BA9F61CF-FF79-485A-A6C8-A1952EFD58AE}"/>
              </a:ext>
            </a:extLst>
          </p:cNvPr>
          <p:cNvSpPr>
            <a:spLocks xmlns:a="http://schemas.openxmlformats.org/drawingml/2006/main" noGrp="1"/>
          </p:cNvSpPr>
          <p:nvPr>
            <p:ph type="body" idx="10"/>
          </p:nvPr>
        </p:nvSpPr>
        <p:spPr>
          <a:xfrm xmlns:a="http://schemas.openxmlformats.org/drawingml/2006/main">
            <a:off x="438150" y="1695450"/>
            <a:ext cx="5476875" cy="2714625"/>
          </a:xfrm>
        </p:spPr>
        <p:txBody>
          <a:bodyPr xmlns:a="http://schemas.openxmlformats.org/drawingml/2006/main" lIns="0" tIns="0" rIns="0" bIns="0" anchor="t"/>
          <a:lstStyle xmlns:a="http://schemas.openxmlformats.org/drawingml/2006/main">
            <a:defPPr>
              <a:defRPr sz="1500" b="0">
                <a:solidFill>
                  <a:srgbClr val="17212B"/>
                </a:solidFill>
                <a:latin typeface="Segoe UI"/>
                <a:ea typeface="Segoe UI"/>
                <a:cs typeface="Segoe UI"/>
              </a:defRPr>
            </a:defPPr>
            <a:lvl1pPr marL="0" indent="0">
              <a:buNone/>
              <a:defRPr sz="1800" b="0">
                <a:solidFill>
                  <a:srgbClr val="000000"/>
                </a:solidFill>
                <a:latin typeface="Consolas"/>
                <a:ea typeface="Consolas"/>
                <a:cs typeface="Consolas"/>
              </a:defRPr>
            </a:lvl1pPr>
            <a:lvl2pPr marL="0" indent="0">
              <a:buNone/>
              <a:tabLst>
                <a:tab pos="258366" algn="l"/>
              </a:tabLst>
              <a:defRPr sz="1800" b="0">
                <a:solidFill>
                  <a:schemeClr val="tx1"/>
                </a:solidFill>
                <a:latin typeface="Consolas"/>
                <a:ea typeface="Consolas"/>
                <a:cs typeface="Consolas"/>
              </a:defRPr>
            </a:lvl2pPr>
            <a:lvl3pPr marL="0" indent="0">
              <a:buNone/>
              <a:tabLst>
                <a:tab pos="427435" algn="l"/>
              </a:tabLst>
              <a:defRPr sz="1800" b="0">
                <a:solidFill>
                  <a:schemeClr val="tx1"/>
                </a:solidFill>
                <a:latin typeface="Consolas"/>
                <a:ea typeface="Consolas"/>
                <a:cs typeface="Consolas"/>
              </a:defRPr>
            </a:lvl3pPr>
            <a:lvl4pPr marL="0" indent="0">
              <a:buNone/>
              <a:tabLst>
                <a:tab pos="600075" algn="l"/>
              </a:tabLst>
              <a:defRPr sz="1800" b="0">
                <a:solidFill>
                  <a:schemeClr val="tx1"/>
                </a:solidFill>
                <a:latin typeface="Consolas"/>
                <a:ea typeface="Consolas"/>
                <a:cs typeface="Consolas"/>
              </a:defRPr>
            </a:lvl4pPr>
            <a:lvl5pPr marL="0" indent="0">
              <a:buNone/>
              <a:tabLst>
                <a:tab pos="771525" algn="l"/>
              </a:tabLst>
              <a:defRPr sz="1800" b="0">
                <a:solidFill>
                  <a:schemeClr val="tx1"/>
                </a:solidFill>
                <a:latin typeface="Consolas"/>
                <a:ea typeface="Consolas"/>
                <a:cs typeface="Consolas"/>
              </a:defRPr>
            </a:lvl5pPr>
            <a:lvl6pPr>
              <a:defRPr sz="1500" b="0">
                <a:solidFill>
                  <a:srgbClr val="17212B"/>
                </a:solidFill>
                <a:latin typeface="Segoe UI"/>
                <a:ea typeface="Segoe UI"/>
                <a:cs typeface="Segoe UI"/>
              </a:defRPr>
            </a:lvl6pPr>
            <a:lvl7pPr>
              <a:defRPr sz="1500" b="0">
                <a:solidFill>
                  <a:srgbClr val="17212B"/>
                </a:solidFill>
                <a:latin typeface="Segoe UI"/>
                <a:ea typeface="Segoe UI"/>
                <a:cs typeface="Segoe UI"/>
              </a:defRPr>
            </a:lvl7pPr>
            <a:lvl8pPr>
              <a:defRPr sz="1500" b="0">
                <a:solidFill>
                  <a:srgbClr val="17212B"/>
                </a:solidFill>
                <a:latin typeface="Segoe UI"/>
                <a:ea typeface="Segoe UI"/>
                <a:cs typeface="Segoe UI"/>
              </a:defRPr>
            </a:lvl8pPr>
            <a:lvl9pPr>
              <a:defRPr sz="1500" b="0">
                <a:solidFill>
                  <a:srgbClr val="17212B"/>
                </a:solidFill>
                <a:latin typeface="Segoe UI"/>
                <a:ea typeface="Segoe UI"/>
                <a:cs typeface="Segoe UI"/>
              </a:defRPr>
            </a:lvl9pPr>
          </a:lstStyle>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 Lab 06: deletion requires a reviewed commit.</a:t>
            </a:r>
          </a:p>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apiops apic extract \</a:t>
            </a:r>
          </a:p>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  --resource-group "$RESOURCE_GROUP" \</a:t>
            </a:r>
          </a:p>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  --service-name "$APIC_NAME" \</a:t>
            </a:r>
          </a:p>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  --output .work/apic-backup</a:t>
            </a:r>
          </a:p>
          <a:p xmlns:a="http://schemas.openxmlformats.org/drawingml/2006/main">
            <a:pPr marL="0" lvl="0" indent="0">
              <a:buNone/>
            </a:pPr>
            <a:r>
              <a:t/>
            </a:r>
          </a:p>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apiops init --ci github-actions \</a:t>
            </a:r>
          </a:p>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  --environments dev,qa --non-interactive</a:t>
            </a:r>
          </a:p>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 Repeat init with --ci azure-devops.</a:t>
            </a:r>
          </a:p>
        </p:txBody>
      </p:sp>
      <p:sp>
        <p:nvSpPr>
          <p:cNvPr id="5" name="APIOps content">
            <a:extLst xmlns:a="http://schemas.openxmlformats.org/drawingml/2006/main">
              <a:ext uri="{FF2B5EF4-FFF2-40B4-BE49-F238E27FC236}">
                <a16:creationId xmlns:a16="http://schemas.microsoft.com/office/drawing/2014/main" id="{E4B35B23-5F7F-4EAD-B28B-29F1120055F0}"/>
              </a:ext>
            </a:extLst>
          </p:cNvPr>
          <p:cNvSpPr>
            <a:spLocks xmlns:a="http://schemas.openxmlformats.org/drawingml/2006/main" noGrp="1"/>
          </p:cNvSpPr>
          <p:nvPr/>
        </p:nvSpPr>
        <p:spPr>
          <a:xfrm xmlns:a="http://schemas.openxmlformats.org/drawingml/2006/main">
            <a:off x="6172200" y="1752600"/>
            <a:ext cx="24574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0078D4"/>
                </a:solidFill>
                <a:latin typeface="Segoe UI"/>
                <a:ea typeface="Segoe UI"/>
                <a:cs typeface="Segoe UI"/>
              </a:defRPr>
            </a:defPPr>
            <a:lvl1pPr>
              <a:defRPr sz="1725" b="0">
                <a:solidFill>
                  <a:srgbClr val="0078D4"/>
                </a:solidFill>
                <a:latin typeface="Segoe UI"/>
                <a:ea typeface="Segoe UI"/>
                <a:cs typeface="Segoe UI"/>
              </a:defRPr>
            </a:lvl1pPr>
            <a:lvl2pPr>
              <a:defRPr sz="1725" b="0">
                <a:solidFill>
                  <a:srgbClr val="0078D4"/>
                </a:solidFill>
                <a:latin typeface="Segoe UI"/>
                <a:ea typeface="Segoe UI"/>
                <a:cs typeface="Segoe UI"/>
              </a:defRPr>
            </a:lvl2pPr>
            <a:lvl3pPr>
              <a:defRPr sz="1725" b="0">
                <a:solidFill>
                  <a:srgbClr val="0078D4"/>
                </a:solidFill>
                <a:latin typeface="Segoe UI"/>
                <a:ea typeface="Segoe UI"/>
                <a:cs typeface="Segoe UI"/>
              </a:defRPr>
            </a:lvl3pPr>
            <a:lvl4pPr>
              <a:defRPr sz="1725" b="0">
                <a:solidFill>
                  <a:srgbClr val="0078D4"/>
                </a:solidFill>
                <a:latin typeface="Segoe UI"/>
                <a:ea typeface="Segoe UI"/>
                <a:cs typeface="Segoe UI"/>
              </a:defRPr>
            </a:lvl4pPr>
            <a:lvl5pPr>
              <a:defRPr sz="1725" b="0">
                <a:solidFill>
                  <a:srgbClr val="0078D4"/>
                </a:solidFill>
                <a:latin typeface="Segoe UI"/>
                <a:ea typeface="Segoe UI"/>
                <a:cs typeface="Segoe UI"/>
              </a:defRPr>
            </a:lvl5pPr>
            <a:lvl6pPr>
              <a:defRPr sz="1725" b="0">
                <a:solidFill>
                  <a:srgbClr val="0078D4"/>
                </a:solidFill>
                <a:latin typeface="Segoe UI"/>
                <a:ea typeface="Segoe UI"/>
                <a:cs typeface="Segoe UI"/>
              </a:defRPr>
            </a:lvl6pPr>
            <a:lvl7pPr>
              <a:defRPr sz="1725" b="0">
                <a:solidFill>
                  <a:srgbClr val="0078D4"/>
                </a:solidFill>
                <a:latin typeface="Segoe UI"/>
                <a:ea typeface="Segoe UI"/>
                <a:cs typeface="Segoe UI"/>
              </a:defRPr>
            </a:lvl7pPr>
            <a:lvl8pPr>
              <a:defRPr sz="1725" b="0">
                <a:solidFill>
                  <a:srgbClr val="0078D4"/>
                </a:solidFill>
                <a:latin typeface="Segoe UI"/>
                <a:ea typeface="Segoe UI"/>
                <a:cs typeface="Segoe UI"/>
              </a:defRPr>
            </a:lvl8pPr>
            <a:lvl9pPr>
              <a:defRPr sz="1725" b="0">
                <a:solidFill>
                  <a:srgbClr val="0078D4"/>
                </a:solidFill>
                <a:latin typeface="Segoe UI"/>
                <a:ea typeface="Segoe UI"/>
                <a:cs typeface="Segoe UI"/>
              </a:defRPr>
            </a:lvl9pPr>
          </a:lstStyle>
          <a:p xmlns:a="http://schemas.openxmlformats.org/drawingml/2006/main">
            <a:pPr>
              <a:defRPr sz="1725" b="0">
                <a:solidFill>
                  <a:srgbClr val="0078D4"/>
                </a:solidFill>
                <a:latin typeface="Segoe UI"/>
                <a:ea typeface="Segoe UI"/>
                <a:cs typeface="Segoe UI"/>
              </a:defRPr>
            </a:pPr>
            <a:r>
              <a:rPr sz="1725" b="0">
                <a:solidFill>
                  <a:srgbClr val="0078D4"/>
                </a:solidFill>
                <a:latin typeface="Segoe UI"/>
                <a:ea typeface="Segoe UI"/>
                <a:cs typeface="Segoe UI"/>
              </a:rPr>
              <a:t>Review one DELETE.</a:t>
            </a:r>
          </a:p>
          <a:p xmlns:a="http://schemas.openxmlformats.org/drawingml/2006/main">
            <a:r>
              <a:t/>
            </a:r>
          </a:p>
          <a:p xmlns:a="http://schemas.openxmlformats.org/drawingml/2006/main">
            <a:pPr>
              <a:defRPr sz="1725" b="0">
                <a:solidFill>
                  <a:srgbClr val="0078D4"/>
                </a:solidFill>
                <a:latin typeface="Segoe UI"/>
                <a:ea typeface="Segoe UI"/>
                <a:cs typeface="Segoe UI"/>
              </a:defRPr>
            </a:pPr>
            <a:r>
              <a:rPr sz="1725" b="0">
                <a:solidFill>
                  <a:srgbClr val="0078D4"/>
                </a:solidFill>
                <a:latin typeface="Segoe UI"/>
                <a:ea typeface="Segoe UI"/>
                <a:cs typeface="Segoe UI"/>
              </a:rPr>
              <a:t>Back up the catalog.</a:t>
            </a:r>
          </a:p>
          <a:p xmlns:a="http://schemas.openxmlformats.org/drawingml/2006/main">
            <a:r>
              <a:t/>
            </a:r>
          </a:p>
          <a:p xmlns:a="http://schemas.openxmlformats.org/drawingml/2006/main">
            <a:pPr>
              <a:defRPr sz="1725" b="0">
                <a:solidFill>
                  <a:srgbClr val="0078D4"/>
                </a:solidFill>
                <a:latin typeface="Segoe UI"/>
                <a:ea typeface="Segoe UI"/>
                <a:cs typeface="Segoe UI"/>
              </a:defRPr>
            </a:pPr>
            <a:r>
              <a:rPr sz="1725" b="0">
                <a:solidFill>
                  <a:srgbClr val="0078D4"/>
                </a:solidFill>
                <a:latin typeface="Segoe UI"/>
                <a:ea typeface="Segoe UI"/>
                <a:cs typeface="Segoe UI"/>
              </a:rPr>
              <a:t>Generate pipeline files.</a:t>
            </a:r>
          </a:p>
        </p:txBody>
      </p:sp>
      <p:sp>
        <p:nvSpPr>
          <p:cNvPr id="6" name="APIOps content">
            <a:extLst xmlns:a="http://schemas.openxmlformats.org/drawingml/2006/main">
              <a:ext uri="{FF2B5EF4-FFF2-40B4-BE49-F238E27FC236}">
                <a16:creationId xmlns:a16="http://schemas.microsoft.com/office/drawing/2014/main" id="{8652930A-1F23-456A-8F01-1A09F6955832}"/>
              </a:ext>
            </a:extLst>
          </p:cNvPr>
          <p:cNvSpPr>
            <a:spLocks xmlns:a="http://schemas.openxmlformats.org/drawingml/2006/main" noGrp="1"/>
          </p:cNvSpPr>
          <p:nvPr/>
        </p:nvSpPr>
        <p:spPr>
          <a:xfrm xmlns:a="http://schemas.openxmlformats.org/drawingml/2006/main">
            <a:off x="438150" y="4619625"/>
            <a:ext cx="752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0078D4"/>
                </a:solidFill>
                <a:latin typeface="Segoe UI"/>
                <a:ea typeface="Segoe UI"/>
                <a:cs typeface="Segoe UI"/>
              </a:defRPr>
            </a:defPPr>
            <a:lvl1pPr>
              <a:defRPr sz="1425" b="0">
                <a:solidFill>
                  <a:srgbClr val="0078D4"/>
                </a:solidFill>
                <a:latin typeface="Segoe UI"/>
                <a:ea typeface="Segoe UI"/>
                <a:cs typeface="Segoe UI"/>
              </a:defRPr>
            </a:lvl1pPr>
            <a:lvl2pPr>
              <a:defRPr sz="1425" b="0">
                <a:solidFill>
                  <a:srgbClr val="0078D4"/>
                </a:solidFill>
                <a:latin typeface="Segoe UI"/>
                <a:ea typeface="Segoe UI"/>
                <a:cs typeface="Segoe UI"/>
              </a:defRPr>
            </a:lvl2pPr>
            <a:lvl3pPr>
              <a:defRPr sz="1425" b="0">
                <a:solidFill>
                  <a:srgbClr val="0078D4"/>
                </a:solidFill>
                <a:latin typeface="Segoe UI"/>
                <a:ea typeface="Segoe UI"/>
                <a:cs typeface="Segoe UI"/>
              </a:defRPr>
            </a:lvl3pPr>
            <a:lvl4pPr>
              <a:defRPr sz="1425" b="0">
                <a:solidFill>
                  <a:srgbClr val="0078D4"/>
                </a:solidFill>
                <a:latin typeface="Segoe UI"/>
                <a:ea typeface="Segoe UI"/>
                <a:cs typeface="Segoe UI"/>
              </a:defRPr>
            </a:lvl4pPr>
            <a:lvl5pPr>
              <a:defRPr sz="1425" b="0">
                <a:solidFill>
                  <a:srgbClr val="0078D4"/>
                </a:solidFill>
                <a:latin typeface="Segoe UI"/>
                <a:ea typeface="Segoe UI"/>
                <a:cs typeface="Segoe UI"/>
              </a:defRPr>
            </a:lvl5pPr>
            <a:lvl6pPr>
              <a:defRPr sz="1425" b="0">
                <a:solidFill>
                  <a:srgbClr val="0078D4"/>
                </a:solidFill>
                <a:latin typeface="Segoe UI"/>
                <a:ea typeface="Segoe UI"/>
                <a:cs typeface="Segoe UI"/>
              </a:defRPr>
            </a:lvl6pPr>
            <a:lvl7pPr>
              <a:defRPr sz="1425" b="0">
                <a:solidFill>
                  <a:srgbClr val="0078D4"/>
                </a:solidFill>
                <a:latin typeface="Segoe UI"/>
                <a:ea typeface="Segoe UI"/>
                <a:cs typeface="Segoe UI"/>
              </a:defRPr>
            </a:lvl7pPr>
            <a:lvl8pPr>
              <a:defRPr sz="1425" b="0">
                <a:solidFill>
                  <a:srgbClr val="0078D4"/>
                </a:solidFill>
                <a:latin typeface="Segoe UI"/>
                <a:ea typeface="Segoe UI"/>
                <a:cs typeface="Segoe UI"/>
              </a:defRPr>
            </a:lvl8pPr>
            <a:lvl9pPr>
              <a:defRPr sz="1425" b="0">
                <a:solidFill>
                  <a:srgbClr val="0078D4"/>
                </a:solidFill>
                <a:latin typeface="Segoe UI"/>
                <a:ea typeface="Segoe UI"/>
                <a:cs typeface="Segoe UI"/>
              </a:defRPr>
            </a:lvl9pPr>
          </a:lstStyle>
          <a:p xmlns:a="http://schemas.openxmlformats.org/drawingml/2006/main">
            <a:pPr>
              <a:defRPr sz="1425" b="0">
                <a:solidFill>
                  <a:srgbClr val="0078D4"/>
                </a:solidFill>
                <a:latin typeface="Segoe UI"/>
                <a:ea typeface="Segoe UI"/>
                <a:cs typeface="Segoe UI"/>
              </a:defRPr>
            </a:pPr>
            <a:r>
              <a:rPr>
                <a:hlinkClick xmlns:r="http://schemas.openxmlformats.org/officeDocument/2006/relationships" r:id="R64bdda1dbcc946bd"/>
              </a:rPr>
              <a:t>Open the step-by-step labs</a:t>
            </a:r>
          </a:p>
        </p:txBody>
      </p:sp>
    </p:spTree>
    <p:extLst>
      <p:ext uri="{BB962C8B-B14F-4D97-AF65-F5344CB8AC3E}">
        <p14:creationId xmlns:p14="http://schemas.microsoft.com/office/powerpoint/2010/main" val="207303038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90636FE-845C-418D-82A1-1DA6DB73D781}"/>
              </a:ext>
            </a:extLst>
          </p:cNvPr>
          <p:cNvSpPr>
            <a:spLocks xmlns:a="http://schemas.openxmlformats.org/drawingml/2006/main" noGrp="1"/>
          </p:cNvSpPr>
          <p:nvPr>
            <p:ph type="title" idx="0"/>
          </p:nvPr>
        </p:nvSpPr>
        <p:spPr>
          <a:xfrm xmlns:a="http://schemas.openxmlformats.org/drawingml/2006/main">
            <a:off x="438150" y="342900"/>
            <a:ext cx="8258175" cy="571500"/>
          </a:xfrm>
        </p:spPr>
        <p:txBody>
          <a:bodyPr xmlns:a="http://schemas.openxmlformats.org/drawingml/2006/main" lIns="0" tIns="0" rIns="0" bIns="0" anchor="t"/>
          <a:lstStyle xmlns:a="http://schemas.openxmlformats.org/drawingml/2006/main">
            <a:defPPr>
              <a:defRPr sz="2700" b="1">
                <a:solidFill>
                  <a:srgbClr val="FFFFFF"/>
                </a:solidFill>
                <a:latin typeface="Segoe UI"/>
                <a:ea typeface="Segoe UI"/>
                <a:cs typeface="Segoe UI"/>
              </a:defRPr>
            </a:defPPr>
            <a:lvl1pPr>
              <a:defRPr sz="2700" b="1">
                <a:solidFill>
                  <a:srgbClr val="FFFFFF"/>
                </a:solidFill>
                <a:latin typeface="Segoe UI"/>
                <a:ea typeface="Segoe UI"/>
                <a:cs typeface="Segoe UI"/>
              </a:defRPr>
            </a:lvl1pPr>
            <a:lvl2pPr>
              <a:defRPr sz="2700" b="1">
                <a:solidFill>
                  <a:srgbClr val="FFFFFF"/>
                </a:solidFill>
                <a:latin typeface="Segoe UI"/>
                <a:ea typeface="Segoe UI"/>
                <a:cs typeface="Segoe UI"/>
              </a:defRPr>
            </a:lvl2pPr>
            <a:lvl3pPr>
              <a:defRPr sz="2700" b="1">
                <a:solidFill>
                  <a:srgbClr val="FFFFFF"/>
                </a:solidFill>
                <a:latin typeface="Segoe UI"/>
                <a:ea typeface="Segoe UI"/>
                <a:cs typeface="Segoe UI"/>
              </a:defRPr>
            </a:lvl3pPr>
            <a:lvl4pPr>
              <a:defRPr sz="2700" b="1">
                <a:solidFill>
                  <a:srgbClr val="FFFFFF"/>
                </a:solidFill>
                <a:latin typeface="Segoe UI"/>
                <a:ea typeface="Segoe UI"/>
                <a:cs typeface="Segoe UI"/>
              </a:defRPr>
            </a:lvl4pPr>
            <a:lvl5pPr>
              <a:defRPr sz="2700" b="1">
                <a:solidFill>
                  <a:srgbClr val="FFFFFF"/>
                </a:solidFill>
                <a:latin typeface="Segoe UI"/>
                <a:ea typeface="Segoe UI"/>
                <a:cs typeface="Segoe UI"/>
              </a:defRPr>
            </a:lvl5pPr>
            <a:lvl6pPr>
              <a:defRPr sz="2700" b="1">
                <a:solidFill>
                  <a:srgbClr val="FFFFFF"/>
                </a:solidFill>
                <a:latin typeface="Segoe UI"/>
                <a:ea typeface="Segoe UI"/>
                <a:cs typeface="Segoe UI"/>
              </a:defRPr>
            </a:lvl6pPr>
            <a:lvl7pPr>
              <a:defRPr sz="2700" b="1">
                <a:solidFill>
                  <a:srgbClr val="FFFFFF"/>
                </a:solidFill>
                <a:latin typeface="Segoe UI"/>
                <a:ea typeface="Segoe UI"/>
                <a:cs typeface="Segoe UI"/>
              </a:defRPr>
            </a:lvl7pPr>
            <a:lvl8pPr>
              <a:defRPr sz="2700" b="1">
                <a:solidFill>
                  <a:srgbClr val="FFFFFF"/>
                </a:solidFill>
                <a:latin typeface="Segoe UI"/>
                <a:ea typeface="Segoe UI"/>
                <a:cs typeface="Segoe UI"/>
              </a:defRPr>
            </a:lvl8pPr>
            <a:lvl9pPr>
              <a:defRPr sz="2700" b="1">
                <a:solidFill>
                  <a:srgbClr val="FFFFFF"/>
                </a:solidFill>
                <a:latin typeface="Segoe UI"/>
                <a:ea typeface="Segoe UI"/>
                <a:cs typeface="Segoe UI"/>
              </a:defRPr>
            </a:lvl9pPr>
          </a:lstStyle>
          <a:p xmlns:a="http://schemas.openxmlformats.org/drawingml/2006/main">
            <a:pPr>
              <a:defRPr sz="2700" b="1">
                <a:solidFill>
                  <a:srgbClr val="FFFFFF"/>
                </a:solidFill>
                <a:latin typeface="Segoe UI"/>
                <a:ea typeface="Segoe UI"/>
                <a:cs typeface="Segoe UI"/>
              </a:defRPr>
            </a:pPr>
            <a:r>
              <a:rPr sz="2700" b="1">
                <a:solidFill>
                  <a:srgbClr val="FFFFFF"/>
                </a:solidFill>
                <a:latin typeface="Segoe UI"/>
                <a:ea typeface="Segoe UI"/>
                <a:cs typeface="Segoe UI"/>
              </a:rPr>
              <a:t>Labs 09–11: inspect and clean up</a:t>
            </a:r>
          </a:p>
        </p:txBody>
      </p:sp>
      <p:sp>
        <p:nvSpPr>
          <p:cNvPr id="3" name="Text Placeholder 14">
            <a:extLst xmlns:a="http://schemas.openxmlformats.org/drawingml/2006/main">
              <a:ext uri="{FF2B5EF4-FFF2-40B4-BE49-F238E27FC236}">
                <a16:creationId xmlns:a16="http://schemas.microsoft.com/office/drawing/2014/main" id="{44977AB6-1D7E-4858-A2EA-BF86577C3990}"/>
              </a:ext>
            </a:extLst>
          </p:cNvPr>
          <p:cNvSpPr>
            <a:spLocks xmlns:a="http://schemas.openxmlformats.org/drawingml/2006/main" noGrp="1"/>
          </p:cNvSpPr>
          <p:nvPr>
            <p:ph type="body" idx="13" hasCustomPrompt="1"/>
          </p:nvPr>
        </p:nvSpPr>
        <p:spPr>
          <a:xfrm xmlns:a="http://schemas.openxmlformats.org/drawingml/2006/main">
            <a:off x="438150" y="1133475"/>
            <a:ext cx="8191500" cy="361950"/>
          </a:xfrm>
          <a:prstGeom xmlns:a="http://schemas.openxmlformats.org/drawingml/2006/main" prst="rect">
            <a:avLst/>
          </a:prstGeom>
          <a:gradFill xmlns:a="http://schemas.openxmlformats.org/drawingml/2006/main" flip="none" rotWithShape="1">
            <a:gsLst>
              <a:gs pos="0">
                <a:srgbClr val="000000"/>
              </a:gs>
              <a:gs pos="92000">
                <a:srgbClr val="000000"/>
              </a:gs>
              <a:gs pos="92000">
                <a:schemeClr val="accent1"/>
              </a:gs>
            </a:gsLst>
            <a:lin ang="16200000" scaled="1"/>
            <a:tileRect/>
          </a:gradFill>
        </p:spPr>
        <p:txBody>
          <a:bodyPr xmlns:a="http://schemas.openxmlformats.org/drawingml/2006/main" lIns="0" tIns="0" rIns="0" bIns="0" anchor="t"/>
          <a:lstStyle xmlns:a="http://schemas.openxmlformats.org/drawingml/2006/main">
            <a:defPPr>
              <a:defRPr sz="1650" b="1">
                <a:solidFill>
                  <a:srgbClr val="FFFFFF"/>
                </a:solidFill>
                <a:latin typeface="Segoe UI"/>
                <a:ea typeface="Segoe UI"/>
                <a:cs typeface="Segoe UI"/>
              </a:defRPr>
            </a:defPPr>
            <a:lvl1pPr marL="0" indent="0">
              <a:buNone/>
              <a:defRPr sz="1499" b="1">
                <a:solidFill>
                  <a:srgbClr val="FFFFFF"/>
                </a:solidFill>
                <a:latin typeface="+mj-lt"/>
                <a:ea typeface="+mj-lt"/>
                <a:cs typeface="+mj-lt"/>
              </a:defRPr>
            </a:lvl1pPr>
            <a:lvl2pPr>
              <a:defRPr sz="1650" b="1">
                <a:solidFill>
                  <a:srgbClr val="FFFFFF"/>
                </a:solidFill>
                <a:latin typeface="Segoe UI"/>
                <a:ea typeface="Segoe UI"/>
                <a:cs typeface="Segoe UI"/>
              </a:defRPr>
            </a:lvl2pPr>
            <a:lvl3pPr>
              <a:defRPr sz="1650" b="1">
                <a:solidFill>
                  <a:srgbClr val="FFFFFF"/>
                </a:solidFill>
                <a:latin typeface="Segoe UI"/>
                <a:ea typeface="Segoe UI"/>
                <a:cs typeface="Segoe UI"/>
              </a:defRPr>
            </a:lvl3pPr>
            <a:lvl4pPr>
              <a:defRPr sz="1650" b="1">
                <a:solidFill>
                  <a:srgbClr val="FFFFFF"/>
                </a:solidFill>
                <a:latin typeface="Segoe UI"/>
                <a:ea typeface="Segoe UI"/>
                <a:cs typeface="Segoe UI"/>
              </a:defRPr>
            </a:lvl4pPr>
            <a:lvl5pPr>
              <a:defRPr sz="1650" b="1">
                <a:solidFill>
                  <a:srgbClr val="FFFFFF"/>
                </a:solidFill>
                <a:latin typeface="Segoe UI"/>
                <a:ea typeface="Segoe UI"/>
                <a:cs typeface="Segoe UI"/>
              </a:defRPr>
            </a:lvl5pPr>
            <a:lvl6pPr>
              <a:defRPr sz="1650" b="1">
                <a:solidFill>
                  <a:srgbClr val="FFFFFF"/>
                </a:solidFill>
                <a:latin typeface="Segoe UI"/>
                <a:ea typeface="Segoe UI"/>
                <a:cs typeface="Segoe UI"/>
              </a:defRPr>
            </a:lvl6pPr>
            <a:lvl7pPr>
              <a:defRPr sz="1650" b="1">
                <a:solidFill>
                  <a:srgbClr val="FFFFFF"/>
                </a:solidFill>
                <a:latin typeface="Segoe UI"/>
                <a:ea typeface="Segoe UI"/>
                <a:cs typeface="Segoe UI"/>
              </a:defRPr>
            </a:lvl7pPr>
            <a:lvl8pPr>
              <a:defRPr sz="1650" b="1">
                <a:solidFill>
                  <a:srgbClr val="FFFFFF"/>
                </a:solidFill>
                <a:latin typeface="Segoe UI"/>
                <a:ea typeface="Segoe UI"/>
                <a:cs typeface="Segoe UI"/>
              </a:defRPr>
            </a:lvl8pPr>
            <a:lvl9pPr>
              <a:defRPr sz="1650" b="1">
                <a:solidFill>
                  <a:srgbClr val="FFFFFF"/>
                </a:solidFill>
                <a:latin typeface="Segoe UI"/>
                <a:ea typeface="Segoe UI"/>
                <a:cs typeface="Segoe UI"/>
              </a:defRPr>
            </a:lvl9pPr>
          </a:lstStyle>
          <a:p xmlns:a="http://schemas.openxmlformats.org/drawingml/2006/main">
            <a:pPr marL="0" lvl="0" indent="0">
              <a:buNone/>
              <a:defRPr sz="1650" b="1">
                <a:solidFill>
                  <a:srgbClr val="FFFFFF"/>
                </a:solidFill>
                <a:latin typeface="Segoe UI"/>
                <a:ea typeface="Segoe UI"/>
                <a:cs typeface="Segoe UI"/>
              </a:defRPr>
            </a:pPr>
            <a:r>
              <a:rPr sz="1650" b="1">
                <a:solidFill>
                  <a:srgbClr val="FFFFFF"/>
                </a:solidFill>
                <a:latin typeface="Segoe UI"/>
                <a:ea typeface="Segoe UI"/>
                <a:cs typeface="Segoe UI"/>
              </a:rPr>
              <a:t>Native commands with your Azure settings</a:t>
            </a:r>
          </a:p>
        </p:txBody>
      </p:sp>
      <p:sp>
        <p:nvSpPr>
          <p:cNvPr id="4" name="Text Placeholder 4">
            <a:extLst xmlns:a="http://schemas.openxmlformats.org/drawingml/2006/main">
              <a:ext uri="{FF2B5EF4-FFF2-40B4-BE49-F238E27FC236}">
                <a16:creationId xmlns:a16="http://schemas.microsoft.com/office/drawing/2014/main" id="{BA9F61CF-FF79-485A-A6C8-A1952EFD58AE}"/>
              </a:ext>
            </a:extLst>
          </p:cNvPr>
          <p:cNvSpPr>
            <a:spLocks xmlns:a="http://schemas.openxmlformats.org/drawingml/2006/main" noGrp="1"/>
          </p:cNvSpPr>
          <p:nvPr>
            <p:ph type="body" idx="10"/>
          </p:nvPr>
        </p:nvSpPr>
        <p:spPr>
          <a:xfrm xmlns:a="http://schemas.openxmlformats.org/drawingml/2006/main">
            <a:off x="438150" y="1695450"/>
            <a:ext cx="5476875" cy="2714625"/>
          </a:xfrm>
        </p:spPr>
        <p:txBody>
          <a:bodyPr xmlns:a="http://schemas.openxmlformats.org/drawingml/2006/main" lIns="0" tIns="0" rIns="0" bIns="0" anchor="t"/>
          <a:lstStyle xmlns:a="http://schemas.openxmlformats.org/drawingml/2006/main">
            <a:defPPr>
              <a:defRPr sz="1500" b="0">
                <a:solidFill>
                  <a:srgbClr val="17212B"/>
                </a:solidFill>
                <a:latin typeface="Segoe UI"/>
                <a:ea typeface="Segoe UI"/>
                <a:cs typeface="Segoe UI"/>
              </a:defRPr>
            </a:defPPr>
            <a:lvl1pPr marL="0" indent="0">
              <a:buNone/>
              <a:defRPr sz="1800" b="0">
                <a:solidFill>
                  <a:srgbClr val="000000"/>
                </a:solidFill>
                <a:latin typeface="Consolas"/>
                <a:ea typeface="Consolas"/>
                <a:cs typeface="Consolas"/>
              </a:defRPr>
            </a:lvl1pPr>
            <a:lvl2pPr marL="0" indent="0">
              <a:buNone/>
              <a:tabLst>
                <a:tab pos="258366" algn="l"/>
              </a:tabLst>
              <a:defRPr sz="1800" b="0">
                <a:solidFill>
                  <a:schemeClr val="tx1"/>
                </a:solidFill>
                <a:latin typeface="Consolas"/>
                <a:ea typeface="Consolas"/>
                <a:cs typeface="Consolas"/>
              </a:defRPr>
            </a:lvl2pPr>
            <a:lvl3pPr marL="0" indent="0">
              <a:buNone/>
              <a:tabLst>
                <a:tab pos="427435" algn="l"/>
              </a:tabLst>
              <a:defRPr sz="1800" b="0">
                <a:solidFill>
                  <a:schemeClr val="tx1"/>
                </a:solidFill>
                <a:latin typeface="Consolas"/>
                <a:ea typeface="Consolas"/>
                <a:cs typeface="Consolas"/>
              </a:defRPr>
            </a:lvl3pPr>
            <a:lvl4pPr marL="0" indent="0">
              <a:buNone/>
              <a:tabLst>
                <a:tab pos="600075" algn="l"/>
              </a:tabLst>
              <a:defRPr sz="1800" b="0">
                <a:solidFill>
                  <a:schemeClr val="tx1"/>
                </a:solidFill>
                <a:latin typeface="Consolas"/>
                <a:ea typeface="Consolas"/>
                <a:cs typeface="Consolas"/>
              </a:defRPr>
            </a:lvl4pPr>
            <a:lvl5pPr marL="0" indent="0">
              <a:buNone/>
              <a:tabLst>
                <a:tab pos="771525" algn="l"/>
              </a:tabLst>
              <a:defRPr sz="1800" b="0">
                <a:solidFill>
                  <a:schemeClr val="tx1"/>
                </a:solidFill>
                <a:latin typeface="Consolas"/>
                <a:ea typeface="Consolas"/>
                <a:cs typeface="Consolas"/>
              </a:defRPr>
            </a:lvl5pPr>
            <a:lvl6pPr>
              <a:defRPr sz="1500" b="0">
                <a:solidFill>
                  <a:srgbClr val="17212B"/>
                </a:solidFill>
                <a:latin typeface="Segoe UI"/>
                <a:ea typeface="Segoe UI"/>
                <a:cs typeface="Segoe UI"/>
              </a:defRPr>
            </a:lvl6pPr>
            <a:lvl7pPr>
              <a:defRPr sz="1500" b="0">
                <a:solidFill>
                  <a:srgbClr val="17212B"/>
                </a:solidFill>
                <a:latin typeface="Segoe UI"/>
                <a:ea typeface="Segoe UI"/>
                <a:cs typeface="Segoe UI"/>
              </a:defRPr>
            </a:lvl7pPr>
            <a:lvl8pPr>
              <a:defRPr sz="1500" b="0">
                <a:solidFill>
                  <a:srgbClr val="17212B"/>
                </a:solidFill>
                <a:latin typeface="Segoe UI"/>
                <a:ea typeface="Segoe UI"/>
                <a:cs typeface="Segoe UI"/>
              </a:defRPr>
            </a:lvl8pPr>
            <a:lvl9pPr>
              <a:defRPr sz="1500" b="0">
                <a:solidFill>
                  <a:srgbClr val="17212B"/>
                </a:solidFill>
                <a:latin typeface="Segoe UI"/>
                <a:ea typeface="Segoe UI"/>
                <a:cs typeface="Segoe UI"/>
              </a:defRPr>
            </a:lvl9pPr>
          </a:lstStyle>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apiops publish --help</a:t>
            </a:r>
          </a:p>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apiops extract --help</a:t>
            </a:r>
          </a:p>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apiops apic publish --help</a:t>
            </a:r>
          </a:p>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jq '.dryRun.actions' .work/dev-preview.json</a:t>
            </a:r>
          </a:p>
          <a:p xmlns:a="http://schemas.openxmlformats.org/drawingml/2006/main">
            <a:pPr marL="0" lvl="0" indent="0">
              <a:buNone/>
            </a:pPr>
            <a:r>
              <a:t/>
            </a:r>
          </a:p>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az resource list --resource-group "$RESOURCE_GROUP"</a:t>
            </a:r>
          </a:p>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 Review the group before deletion.</a:t>
            </a:r>
          </a:p>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az group delete --subscription "$AZURE_SUBSCRIPTION_ID" \</a:t>
            </a:r>
          </a:p>
          <a:p xmlns:a="http://schemas.openxmlformats.org/drawingml/2006/main">
            <a:pPr marL="0" lvl="0" indent="0">
              <a:buNone/>
              <a:defRPr sz="1500" b="0">
                <a:solidFill>
                  <a:srgbClr val="17212B"/>
                </a:solidFill>
                <a:latin typeface="Segoe UI"/>
                <a:ea typeface="Segoe UI"/>
                <a:cs typeface="Segoe UI"/>
              </a:defRPr>
            </a:pPr>
            <a:r>
              <a:rPr sz="1500" b="0">
                <a:solidFill>
                  <a:srgbClr val="17212B"/>
                </a:solidFill>
                <a:latin typeface="Segoe UI"/>
                <a:ea typeface="Segoe UI"/>
                <a:cs typeface="Segoe UI"/>
              </a:rPr>
              <a:t>  --name "$RESOURCE_GROUP"</a:t>
            </a:r>
          </a:p>
        </p:txBody>
      </p:sp>
      <p:sp>
        <p:nvSpPr>
          <p:cNvPr id="5" name="APIOps content">
            <a:extLst xmlns:a="http://schemas.openxmlformats.org/drawingml/2006/main">
              <a:ext uri="{FF2B5EF4-FFF2-40B4-BE49-F238E27FC236}">
                <a16:creationId xmlns:a16="http://schemas.microsoft.com/office/drawing/2014/main" id="{833ADA56-F2F5-4377-ABA8-1174719EE54D}"/>
              </a:ext>
            </a:extLst>
          </p:cNvPr>
          <p:cNvSpPr>
            <a:spLocks xmlns:a="http://schemas.openxmlformats.org/drawingml/2006/main" noGrp="1"/>
          </p:cNvSpPr>
          <p:nvPr/>
        </p:nvSpPr>
        <p:spPr>
          <a:xfrm xmlns:a="http://schemas.openxmlformats.org/drawingml/2006/main">
            <a:off x="6172200" y="1752600"/>
            <a:ext cx="24574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0078D4"/>
                </a:solidFill>
                <a:latin typeface="Segoe UI"/>
                <a:ea typeface="Segoe UI"/>
                <a:cs typeface="Segoe UI"/>
              </a:defRPr>
            </a:defPPr>
            <a:lvl1pPr>
              <a:defRPr sz="1725" b="0">
                <a:solidFill>
                  <a:srgbClr val="0078D4"/>
                </a:solidFill>
                <a:latin typeface="Segoe UI"/>
                <a:ea typeface="Segoe UI"/>
                <a:cs typeface="Segoe UI"/>
              </a:defRPr>
            </a:lvl1pPr>
            <a:lvl2pPr>
              <a:defRPr sz="1725" b="0">
                <a:solidFill>
                  <a:srgbClr val="0078D4"/>
                </a:solidFill>
                <a:latin typeface="Segoe UI"/>
                <a:ea typeface="Segoe UI"/>
                <a:cs typeface="Segoe UI"/>
              </a:defRPr>
            </a:lvl2pPr>
            <a:lvl3pPr>
              <a:defRPr sz="1725" b="0">
                <a:solidFill>
                  <a:srgbClr val="0078D4"/>
                </a:solidFill>
                <a:latin typeface="Segoe UI"/>
                <a:ea typeface="Segoe UI"/>
                <a:cs typeface="Segoe UI"/>
              </a:defRPr>
            </a:lvl3pPr>
            <a:lvl4pPr>
              <a:defRPr sz="1725" b="0">
                <a:solidFill>
                  <a:srgbClr val="0078D4"/>
                </a:solidFill>
                <a:latin typeface="Segoe UI"/>
                <a:ea typeface="Segoe UI"/>
                <a:cs typeface="Segoe UI"/>
              </a:defRPr>
            </a:lvl4pPr>
            <a:lvl5pPr>
              <a:defRPr sz="1725" b="0">
                <a:solidFill>
                  <a:srgbClr val="0078D4"/>
                </a:solidFill>
                <a:latin typeface="Segoe UI"/>
                <a:ea typeface="Segoe UI"/>
                <a:cs typeface="Segoe UI"/>
              </a:defRPr>
            </a:lvl5pPr>
            <a:lvl6pPr>
              <a:defRPr sz="1725" b="0">
                <a:solidFill>
                  <a:srgbClr val="0078D4"/>
                </a:solidFill>
                <a:latin typeface="Segoe UI"/>
                <a:ea typeface="Segoe UI"/>
                <a:cs typeface="Segoe UI"/>
              </a:defRPr>
            </a:lvl6pPr>
            <a:lvl7pPr>
              <a:defRPr sz="1725" b="0">
                <a:solidFill>
                  <a:srgbClr val="0078D4"/>
                </a:solidFill>
                <a:latin typeface="Segoe UI"/>
                <a:ea typeface="Segoe UI"/>
                <a:cs typeface="Segoe UI"/>
              </a:defRPr>
            </a:lvl7pPr>
            <a:lvl8pPr>
              <a:defRPr sz="1725" b="0">
                <a:solidFill>
                  <a:srgbClr val="0078D4"/>
                </a:solidFill>
                <a:latin typeface="Segoe UI"/>
                <a:ea typeface="Segoe UI"/>
                <a:cs typeface="Segoe UI"/>
              </a:defRPr>
            </a:lvl8pPr>
            <a:lvl9pPr>
              <a:defRPr sz="1725" b="0">
                <a:solidFill>
                  <a:srgbClr val="0078D4"/>
                </a:solidFill>
                <a:latin typeface="Segoe UI"/>
                <a:ea typeface="Segoe UI"/>
                <a:cs typeface="Segoe UI"/>
              </a:defRPr>
            </a:lvl9pPr>
          </a:lstStyle>
          <a:p xmlns:a="http://schemas.openxmlformats.org/drawingml/2006/main">
            <a:pPr>
              <a:defRPr sz="1725" b="0">
                <a:solidFill>
                  <a:srgbClr val="0078D4"/>
                </a:solidFill>
                <a:latin typeface="Segoe UI"/>
                <a:ea typeface="Segoe UI"/>
                <a:cs typeface="Segoe UI"/>
              </a:defRPr>
            </a:pPr>
            <a:r>
              <a:rPr sz="1725" b="0">
                <a:solidFill>
                  <a:srgbClr val="0078D4"/>
                </a:solidFill>
                <a:latin typeface="Segoe UI"/>
                <a:ea typeface="Segoe UI"/>
                <a:cs typeface="Segoe UI"/>
              </a:rPr>
              <a:t>Inspect native CLI output.</a:t>
            </a:r>
          </a:p>
          <a:p xmlns:a="http://schemas.openxmlformats.org/drawingml/2006/main">
            <a:r>
              <a:t/>
            </a:r>
          </a:p>
          <a:p xmlns:a="http://schemas.openxmlformats.org/drawingml/2006/main">
            <a:pPr>
              <a:defRPr sz="1725" b="0">
                <a:solidFill>
                  <a:srgbClr val="0078D4"/>
                </a:solidFill>
                <a:latin typeface="Segoe UI"/>
                <a:ea typeface="Segoe UI"/>
                <a:cs typeface="Segoe UI"/>
              </a:defRPr>
            </a:pPr>
            <a:r>
              <a:rPr sz="1725" b="0">
                <a:solidFill>
                  <a:srgbClr val="0078D4"/>
                </a:solidFill>
                <a:latin typeface="Segoe UI"/>
                <a:ea typeface="Segoe UI"/>
                <a:cs typeface="Segoe UI"/>
              </a:rPr>
              <a:t>Check HTTP responses.</a:t>
            </a:r>
          </a:p>
          <a:p xmlns:a="http://schemas.openxmlformats.org/drawingml/2006/main">
            <a:r>
              <a:t/>
            </a:r>
          </a:p>
          <a:p xmlns:a="http://schemas.openxmlformats.org/drawingml/2006/main">
            <a:pPr>
              <a:defRPr sz="1725" b="0">
                <a:solidFill>
                  <a:srgbClr val="0078D4"/>
                </a:solidFill>
                <a:latin typeface="Segoe UI"/>
                <a:ea typeface="Segoe UI"/>
                <a:cs typeface="Segoe UI"/>
              </a:defRPr>
            </a:pPr>
            <a:r>
              <a:rPr sz="1725" b="0">
                <a:solidFill>
                  <a:srgbClr val="0078D4"/>
                </a:solidFill>
                <a:latin typeface="Segoe UI"/>
                <a:ea typeface="Segoe UI"/>
                <a:cs typeface="Segoe UI"/>
              </a:rPr>
              <a:t>Remove your lab resources.</a:t>
            </a:r>
          </a:p>
        </p:txBody>
      </p:sp>
      <p:sp>
        <p:nvSpPr>
          <p:cNvPr id="6" name="APIOps content">
            <a:extLst xmlns:a="http://schemas.openxmlformats.org/drawingml/2006/main">
              <a:ext uri="{FF2B5EF4-FFF2-40B4-BE49-F238E27FC236}">
                <a16:creationId xmlns:a16="http://schemas.microsoft.com/office/drawing/2014/main" id="{A5C23E90-BF58-44EB-918D-D5A22B859FE1}"/>
              </a:ext>
            </a:extLst>
          </p:cNvPr>
          <p:cNvSpPr>
            <a:spLocks xmlns:a="http://schemas.openxmlformats.org/drawingml/2006/main" noGrp="1"/>
          </p:cNvSpPr>
          <p:nvPr/>
        </p:nvSpPr>
        <p:spPr>
          <a:xfrm xmlns:a="http://schemas.openxmlformats.org/drawingml/2006/main">
            <a:off x="438150" y="4619625"/>
            <a:ext cx="752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0078D4"/>
                </a:solidFill>
                <a:latin typeface="Segoe UI"/>
                <a:ea typeface="Segoe UI"/>
                <a:cs typeface="Segoe UI"/>
              </a:defRPr>
            </a:defPPr>
            <a:lvl1pPr>
              <a:defRPr sz="1425" b="0">
                <a:solidFill>
                  <a:srgbClr val="0078D4"/>
                </a:solidFill>
                <a:latin typeface="Segoe UI"/>
                <a:ea typeface="Segoe UI"/>
                <a:cs typeface="Segoe UI"/>
              </a:defRPr>
            </a:lvl1pPr>
            <a:lvl2pPr>
              <a:defRPr sz="1425" b="0">
                <a:solidFill>
                  <a:srgbClr val="0078D4"/>
                </a:solidFill>
                <a:latin typeface="Segoe UI"/>
                <a:ea typeface="Segoe UI"/>
                <a:cs typeface="Segoe UI"/>
              </a:defRPr>
            </a:lvl2pPr>
            <a:lvl3pPr>
              <a:defRPr sz="1425" b="0">
                <a:solidFill>
                  <a:srgbClr val="0078D4"/>
                </a:solidFill>
                <a:latin typeface="Segoe UI"/>
                <a:ea typeface="Segoe UI"/>
                <a:cs typeface="Segoe UI"/>
              </a:defRPr>
            </a:lvl3pPr>
            <a:lvl4pPr>
              <a:defRPr sz="1425" b="0">
                <a:solidFill>
                  <a:srgbClr val="0078D4"/>
                </a:solidFill>
                <a:latin typeface="Segoe UI"/>
                <a:ea typeface="Segoe UI"/>
                <a:cs typeface="Segoe UI"/>
              </a:defRPr>
            </a:lvl4pPr>
            <a:lvl5pPr>
              <a:defRPr sz="1425" b="0">
                <a:solidFill>
                  <a:srgbClr val="0078D4"/>
                </a:solidFill>
                <a:latin typeface="Segoe UI"/>
                <a:ea typeface="Segoe UI"/>
                <a:cs typeface="Segoe UI"/>
              </a:defRPr>
            </a:lvl5pPr>
            <a:lvl6pPr>
              <a:defRPr sz="1425" b="0">
                <a:solidFill>
                  <a:srgbClr val="0078D4"/>
                </a:solidFill>
                <a:latin typeface="Segoe UI"/>
                <a:ea typeface="Segoe UI"/>
                <a:cs typeface="Segoe UI"/>
              </a:defRPr>
            </a:lvl6pPr>
            <a:lvl7pPr>
              <a:defRPr sz="1425" b="0">
                <a:solidFill>
                  <a:srgbClr val="0078D4"/>
                </a:solidFill>
                <a:latin typeface="Segoe UI"/>
                <a:ea typeface="Segoe UI"/>
                <a:cs typeface="Segoe UI"/>
              </a:defRPr>
            </a:lvl7pPr>
            <a:lvl8pPr>
              <a:defRPr sz="1425" b="0">
                <a:solidFill>
                  <a:srgbClr val="0078D4"/>
                </a:solidFill>
                <a:latin typeface="Segoe UI"/>
                <a:ea typeface="Segoe UI"/>
                <a:cs typeface="Segoe UI"/>
              </a:defRPr>
            </a:lvl8pPr>
            <a:lvl9pPr>
              <a:defRPr sz="1425" b="0">
                <a:solidFill>
                  <a:srgbClr val="0078D4"/>
                </a:solidFill>
                <a:latin typeface="Segoe UI"/>
                <a:ea typeface="Segoe UI"/>
                <a:cs typeface="Segoe UI"/>
              </a:defRPr>
            </a:lvl9pPr>
          </a:lstStyle>
          <a:p xmlns:a="http://schemas.openxmlformats.org/drawingml/2006/main">
            <a:pPr>
              <a:defRPr sz="1425" b="0">
                <a:solidFill>
                  <a:srgbClr val="0078D4"/>
                </a:solidFill>
                <a:latin typeface="Segoe UI"/>
                <a:ea typeface="Segoe UI"/>
                <a:cs typeface="Segoe UI"/>
              </a:defRPr>
            </a:pPr>
            <a:r>
              <a:rPr>
                <a:hlinkClick xmlns:r="http://schemas.openxmlformats.org/officeDocument/2006/relationships" r:id="Rfde1b1eef4084f22"/>
              </a:rPr>
              <a:t>Open the step-by-step labs</a:t>
            </a:r>
          </a:p>
        </p:txBody>
      </p:sp>
    </p:spTree>
    <p:extLst>
      <p:ext uri="{BB962C8B-B14F-4D97-AF65-F5344CB8AC3E}">
        <p14:creationId xmlns:p14="http://schemas.microsoft.com/office/powerpoint/2010/main" val="317615501"/>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876633-3E8D-4CF4-A5D4-D4E9D88A6DE0}"/>
              </a:ext>
            </a:extLst>
          </p:cNvPr>
          <p:cNvSpPr>
            <a:spLocks xmlns:a="http://schemas.openxmlformats.org/drawingml/2006/main" noGrp="1"/>
          </p:cNvSpPr>
          <p:nvPr>
            <p:ph type="title" idx="0"/>
          </p:nvPr>
        </p:nvSpPr>
        <p:spPr>
          <a:xfrm xmlns:a="http://schemas.openxmlformats.org/drawingml/2006/main">
            <a:off x="438150" y="342900"/>
            <a:ext cx="8258175" cy="411480"/>
          </a:xfrm>
        </p:spPr>
        <p:txBody>
          <a:bodyPr xmlns:a="http://schemas.openxmlformats.org/drawingml/2006/main" lIns="0" tIns="0" rIns="0" bIns="0" anchor="t">
            <a:spAutoFit/>
          </a:bodyPr>
          <a:lstStyle xmlns:a="http://schemas.openxmlformats.org/drawingml/2006/main">
            <a:defPPr>
              <a:defRPr sz="2700" b="1">
                <a:solidFill>
                  <a:srgbClr val="FFFFFF"/>
                </a:solidFill>
                <a:latin typeface="Segoe UI"/>
                <a:ea typeface="Segoe UI"/>
                <a:cs typeface="Segoe UI"/>
              </a:defRPr>
            </a:defPPr>
            <a:lvl1pPr marL="0" indent="0">
              <a:buNone/>
              <a:defRPr sz="2700" b="1">
                <a:solidFill>
                  <a:srgbClr val="FFFFFF"/>
                </a:solidFill>
                <a:latin typeface="Segoe UI"/>
                <a:ea typeface="Segoe UI"/>
                <a:cs typeface="Segoe UI"/>
              </a:defRPr>
            </a:lvl1pPr>
            <a:lvl2pPr>
              <a:defRPr sz="2700" b="1">
                <a:solidFill>
                  <a:srgbClr val="FFFFFF"/>
                </a:solidFill>
                <a:latin typeface="Segoe UI"/>
                <a:ea typeface="Segoe UI"/>
                <a:cs typeface="Segoe UI"/>
              </a:defRPr>
            </a:lvl2pPr>
            <a:lvl3pPr>
              <a:defRPr sz="2700" b="1">
                <a:solidFill>
                  <a:srgbClr val="FFFFFF"/>
                </a:solidFill>
                <a:latin typeface="Segoe UI"/>
                <a:ea typeface="Segoe UI"/>
                <a:cs typeface="Segoe UI"/>
              </a:defRPr>
            </a:lvl3pPr>
            <a:lvl4pPr>
              <a:defRPr sz="2700" b="1">
                <a:solidFill>
                  <a:srgbClr val="FFFFFF"/>
                </a:solidFill>
                <a:latin typeface="Segoe UI"/>
                <a:ea typeface="Segoe UI"/>
                <a:cs typeface="Segoe UI"/>
              </a:defRPr>
            </a:lvl4pPr>
            <a:lvl5pPr>
              <a:defRPr sz="2700" b="1">
                <a:solidFill>
                  <a:srgbClr val="FFFFFF"/>
                </a:solidFill>
                <a:latin typeface="Segoe UI"/>
                <a:ea typeface="Segoe UI"/>
                <a:cs typeface="Segoe UI"/>
              </a:defRPr>
            </a:lvl5pPr>
            <a:lvl6pPr>
              <a:defRPr sz="2700" b="1">
                <a:solidFill>
                  <a:srgbClr val="FFFFFF"/>
                </a:solidFill>
                <a:latin typeface="Segoe UI"/>
                <a:ea typeface="Segoe UI"/>
                <a:cs typeface="Segoe UI"/>
              </a:defRPr>
            </a:lvl6pPr>
            <a:lvl7pPr>
              <a:defRPr sz="2700" b="1">
                <a:solidFill>
                  <a:srgbClr val="FFFFFF"/>
                </a:solidFill>
                <a:latin typeface="Segoe UI"/>
                <a:ea typeface="Segoe UI"/>
                <a:cs typeface="Segoe UI"/>
              </a:defRPr>
            </a:lvl7pPr>
            <a:lvl8pPr>
              <a:defRPr sz="2700" b="1">
                <a:solidFill>
                  <a:srgbClr val="FFFFFF"/>
                </a:solidFill>
                <a:latin typeface="Segoe UI"/>
                <a:ea typeface="Segoe UI"/>
                <a:cs typeface="Segoe UI"/>
              </a:defRPr>
            </a:lvl8pPr>
            <a:lvl9pPr>
              <a:defRPr sz="2700" b="1">
                <a:solidFill>
                  <a:srgbClr val="FFFFFF"/>
                </a:solidFill>
                <a:latin typeface="Segoe UI"/>
                <a:ea typeface="Segoe UI"/>
                <a:cs typeface="Segoe UI"/>
              </a:defRPr>
            </a:lvl9pPr>
          </a:lstStyle>
          <a:p xmlns:a="http://schemas.openxmlformats.org/drawingml/2006/main">
            <a:pPr>
              <a:defRPr sz="2700" b="1">
                <a:solidFill>
                  <a:srgbClr val="FFFFFF"/>
                </a:solidFill>
                <a:latin typeface="Segoe UI"/>
                <a:ea typeface="Segoe UI"/>
                <a:cs typeface="Segoe UI"/>
              </a:defRPr>
            </a:pPr>
            <a:r>
              <a:rPr sz="2700" b="1">
                <a:solidFill>
                  <a:srgbClr val="FFFFFF"/>
                </a:solidFill>
                <a:latin typeface="Segoe UI"/>
                <a:ea typeface="Segoe UI"/>
                <a:cs typeface="Segoe UI"/>
              </a:rPr>
              <a:t>Workshop validation</a:t>
            </a:r>
          </a:p>
        </p:txBody>
      </p:sp>
      <p:sp>
        <p:nvSpPr>
          <p:cNvPr id="3" name="Text Placeholder 11">
            <a:extLst xmlns:a="http://schemas.openxmlformats.org/drawingml/2006/main">
              <a:ext uri="{FF2B5EF4-FFF2-40B4-BE49-F238E27FC236}">
                <a16:creationId xmlns:a16="http://schemas.microsoft.com/office/drawing/2014/main" id="{C2759870-0BEA-44DC-A414-1C70D04E35CC}"/>
              </a:ext>
            </a:extLst>
          </p:cNvPr>
          <p:cNvSpPr>
            <a:spLocks xmlns:a="http://schemas.openxmlformats.org/drawingml/2006/main" noGrp="1"/>
          </p:cNvSpPr>
          <p:nvPr>
            <p:ph type="body" idx="16"/>
          </p:nvPr>
        </p:nvSpPr>
        <p:spPr>
          <a:xfrm xmlns:a="http://schemas.openxmlformats.org/drawingml/2006/main">
            <a:off x="438150" y="1428750"/>
            <a:ext cx="3905250" cy="457200"/>
          </a:xfrm>
        </p:spPr>
        <p:txBody>
          <a:bodyPr xmlns:a="http://schemas.openxmlformats.org/drawingml/2006/main" lIns="0" tIns="0" rIns="0" bIns="0" anchor="t"/>
          <a:lstStyle xmlns:a="http://schemas.openxmlformats.org/drawingml/2006/main">
            <a:defPPr>
              <a:defRPr sz="2250" b="1">
                <a:solidFill>
                  <a:srgbClr val="50B8E8"/>
                </a:solidFill>
                <a:latin typeface="Segoe UI"/>
                <a:ea typeface="Segoe UI"/>
                <a:cs typeface="Segoe UI"/>
              </a:defRPr>
            </a:defPPr>
            <a:lvl1pPr marL="0" indent="0">
              <a:spcBef>
                <a:spcPts val="0"/>
              </a:spcBef>
              <a:buNone/>
              <a:defRPr sz="2100" b="1">
                <a:solidFill>
                  <a:schemeClr val="tx1"/>
                </a:solidFill>
                <a:latin typeface="+mj-lt"/>
                <a:ea typeface="+mj-lt"/>
                <a:cs typeface="+mj-lt"/>
              </a:defRPr>
            </a:lvl1pPr>
            <a:lvl2pPr>
              <a:defRPr sz="2250" b="1">
                <a:solidFill>
                  <a:srgbClr val="50B8E8"/>
                </a:solidFill>
                <a:latin typeface="Segoe UI"/>
                <a:ea typeface="Segoe UI"/>
                <a:cs typeface="Segoe UI"/>
              </a:defRPr>
            </a:lvl2pPr>
            <a:lvl3pPr>
              <a:defRPr sz="2250" b="1">
                <a:solidFill>
                  <a:srgbClr val="50B8E8"/>
                </a:solidFill>
                <a:latin typeface="Segoe UI"/>
                <a:ea typeface="Segoe UI"/>
                <a:cs typeface="Segoe UI"/>
              </a:defRPr>
            </a:lvl3pPr>
            <a:lvl4pPr>
              <a:defRPr sz="2250" b="1">
                <a:solidFill>
                  <a:srgbClr val="50B8E8"/>
                </a:solidFill>
                <a:latin typeface="Segoe UI"/>
                <a:ea typeface="Segoe UI"/>
                <a:cs typeface="Segoe UI"/>
              </a:defRPr>
            </a:lvl4pPr>
            <a:lvl5pPr>
              <a:defRPr sz="2250" b="1">
                <a:solidFill>
                  <a:srgbClr val="50B8E8"/>
                </a:solidFill>
                <a:latin typeface="Segoe UI"/>
                <a:ea typeface="Segoe UI"/>
                <a:cs typeface="Segoe UI"/>
              </a:defRPr>
            </a:lvl5pPr>
            <a:lvl6pPr>
              <a:defRPr sz="2250" b="1">
                <a:solidFill>
                  <a:srgbClr val="50B8E8"/>
                </a:solidFill>
                <a:latin typeface="Segoe UI"/>
                <a:ea typeface="Segoe UI"/>
                <a:cs typeface="Segoe UI"/>
              </a:defRPr>
            </a:lvl6pPr>
            <a:lvl7pPr>
              <a:defRPr sz="2250" b="1">
                <a:solidFill>
                  <a:srgbClr val="50B8E8"/>
                </a:solidFill>
                <a:latin typeface="Segoe UI"/>
                <a:ea typeface="Segoe UI"/>
                <a:cs typeface="Segoe UI"/>
              </a:defRPr>
            </a:lvl7pPr>
            <a:lvl8pPr>
              <a:defRPr sz="2250" b="1">
                <a:solidFill>
                  <a:srgbClr val="50B8E8"/>
                </a:solidFill>
                <a:latin typeface="Segoe UI"/>
                <a:ea typeface="Segoe UI"/>
                <a:cs typeface="Segoe UI"/>
              </a:defRPr>
            </a:lvl8pPr>
            <a:lvl9pPr>
              <a:defRPr sz="2250" b="1">
                <a:solidFill>
                  <a:srgbClr val="50B8E8"/>
                </a:solidFill>
                <a:latin typeface="Segoe UI"/>
                <a:ea typeface="Segoe UI"/>
                <a:cs typeface="Segoe UI"/>
              </a:defRPr>
            </a:lvl9pPr>
          </a:lstStyle>
          <a:p xmlns:a="http://schemas.openxmlformats.org/drawingml/2006/main">
            <a:pPr marL="0" lvl="0" indent="0">
              <a:buNone/>
              <a:defRPr sz="2250" b="1">
                <a:solidFill>
                  <a:srgbClr val="50B8E8"/>
                </a:solidFill>
                <a:latin typeface="Segoe UI"/>
                <a:ea typeface="Segoe UI"/>
                <a:cs typeface="Segoe UI"/>
              </a:defRPr>
            </a:pPr>
            <a:r>
              <a:rPr sz="2250" b="1">
                <a:solidFill>
                  <a:srgbClr val="50B8E8"/>
                </a:solidFill>
                <a:latin typeface="Segoe UI"/>
                <a:ea typeface="Segoe UI"/>
                <a:cs typeface="Segoe UI"/>
              </a:rPr>
              <a:t>Executed exercises</a:t>
            </a:r>
          </a:p>
        </p:txBody>
      </p:sp>
      <p:sp>
        <p:nvSpPr>
          <p:cNvPr id="4" name="Content Placeholder 14">
            <a:extLst xmlns:a="http://schemas.openxmlformats.org/drawingml/2006/main">
              <a:ext uri="{FF2B5EF4-FFF2-40B4-BE49-F238E27FC236}">
                <a16:creationId xmlns:a16="http://schemas.microsoft.com/office/drawing/2014/main" id="{BFEF95FA-F121-4653-B60A-0D068C345462}"/>
              </a:ext>
            </a:extLst>
          </p:cNvPr>
          <p:cNvSpPr>
            <a:spLocks xmlns:a="http://schemas.openxmlformats.org/drawingml/2006/main" noGrp="1"/>
          </p:cNvSpPr>
          <p:nvPr>
            <p:ph idx="11"/>
          </p:nvPr>
        </p:nvSpPr>
        <p:spPr>
          <a:xfrm xmlns:a="http://schemas.openxmlformats.org/drawingml/2006/main">
            <a:off x="438150" y="2076450"/>
            <a:ext cx="3857625" cy="2000250"/>
          </a:xfrm>
        </p:spPr>
        <p:txBody>
          <a:bodyPr xmlns:a="http://schemas.openxmlformats.org/drawingml/2006/main" lIns="0" tIns="0" rIns="0" bIns="0" anchor="t"/>
          <a:lstStyle xmlns:a="http://schemas.openxmlformats.org/drawingml/2006/main">
            <a:defPPr>
              <a:defRPr sz="1950" b="0">
                <a:solidFill>
                  <a:srgbClr val="FFFFFF"/>
                </a:solidFill>
                <a:latin typeface="Segoe UI"/>
                <a:ea typeface="Segoe UI"/>
                <a:cs typeface="Segoe UI"/>
              </a:defRPr>
            </a:defPPr>
            <a:lvl1pPr marL="0" indent="0">
              <a:buNone/>
              <a:defRPr sz="1800" b="0">
                <a:solidFill>
                  <a:srgbClr val="FFFFFF"/>
                </a:solidFill>
                <a:latin typeface="Segoe UI"/>
                <a:ea typeface="Segoe UI"/>
                <a:cs typeface="Segoe UI"/>
              </a:defRPr>
            </a:lvl1pPr>
            <a:lvl2pPr>
              <a:defRPr sz="1950" b="0">
                <a:solidFill>
                  <a:srgbClr val="FFFFFF"/>
                </a:solidFill>
                <a:latin typeface="Segoe UI"/>
                <a:ea typeface="Segoe UI"/>
                <a:cs typeface="Segoe UI"/>
              </a:defRPr>
            </a:lvl2pPr>
            <a:lvl3pPr>
              <a:defRPr sz="1950" b="0">
                <a:solidFill>
                  <a:srgbClr val="FFFFFF"/>
                </a:solidFill>
                <a:latin typeface="Segoe UI"/>
                <a:ea typeface="Segoe UI"/>
                <a:cs typeface="Segoe UI"/>
              </a:defRPr>
            </a:lvl3pPr>
            <a:lvl4pPr>
              <a:defRPr sz="1950" b="0">
                <a:solidFill>
                  <a:srgbClr val="FFFFFF"/>
                </a:solidFill>
                <a:latin typeface="Segoe UI"/>
                <a:ea typeface="Segoe UI"/>
                <a:cs typeface="Segoe UI"/>
              </a:defRPr>
            </a:lvl4pPr>
            <a:lvl5pPr>
              <a:defRPr sz="1950" b="0">
                <a:solidFill>
                  <a:srgbClr val="FFFFFF"/>
                </a:solidFill>
                <a:latin typeface="Segoe UI"/>
                <a:ea typeface="Segoe UI"/>
                <a:cs typeface="Segoe UI"/>
              </a:defRPr>
            </a:lvl5pPr>
            <a:lvl6pPr>
              <a:defRPr sz="1950" b="0">
                <a:solidFill>
                  <a:srgbClr val="FFFFFF"/>
                </a:solidFill>
                <a:latin typeface="Segoe UI"/>
                <a:ea typeface="Segoe UI"/>
                <a:cs typeface="Segoe UI"/>
              </a:defRPr>
            </a:lvl6pPr>
            <a:lvl7pPr>
              <a:defRPr sz="1950" b="0">
                <a:solidFill>
                  <a:srgbClr val="FFFFFF"/>
                </a:solidFill>
                <a:latin typeface="Segoe UI"/>
                <a:ea typeface="Segoe UI"/>
                <a:cs typeface="Segoe UI"/>
              </a:defRPr>
            </a:lvl7pPr>
            <a:lvl8pPr>
              <a:defRPr sz="1950" b="0">
                <a:solidFill>
                  <a:srgbClr val="FFFFFF"/>
                </a:solidFill>
                <a:latin typeface="Segoe UI"/>
                <a:ea typeface="Segoe UI"/>
                <a:cs typeface="Segoe UI"/>
              </a:defRPr>
            </a:lvl8pPr>
            <a:lvl9pPr>
              <a:defRPr sz="1950" b="0">
                <a:solidFill>
                  <a:srgbClr val="FFFFFF"/>
                </a:solidFill>
                <a:latin typeface="Segoe UI"/>
                <a:ea typeface="Segoe UI"/>
                <a:cs typeface="Segoe UI"/>
              </a:defRPr>
            </a:lvl9pPr>
          </a:lstStyle>
          <a:p xmlns:a="http://schemas.openxmlformats.org/drawingml/2006/main">
            <a:pPr marL="0" lvl="0" indent="0">
              <a:buNone/>
              <a:defRPr sz="1950" b="0">
                <a:solidFill>
                  <a:srgbClr val="FFFFFF"/>
                </a:solidFill>
                <a:latin typeface="Segoe UI"/>
                <a:ea typeface="Segoe UI"/>
                <a:cs typeface="Segoe UI"/>
              </a:defRPr>
            </a:pPr>
            <a:r>
              <a:rPr sz="1950" b="0">
                <a:solidFill>
                  <a:srgbClr val="FFFFFF"/>
                </a:solidFill>
                <a:latin typeface="Segoe UI"/>
                <a:ea typeface="Segoe UI"/>
                <a:cs typeface="Segoe UI"/>
              </a:rPr>
              <a:t>Dev and QA deployment</a:t>
            </a:r>
          </a:p>
          <a:p xmlns:a="http://schemas.openxmlformats.org/drawingml/2006/main">
            <a:pPr marL="0" lvl="0" indent="0">
              <a:buNone/>
              <a:defRPr sz="1950" b="0">
                <a:solidFill>
                  <a:srgbClr val="FFFFFF"/>
                </a:solidFill>
                <a:latin typeface="Segoe UI"/>
                <a:ea typeface="Segoe UI"/>
                <a:cs typeface="Segoe UI"/>
              </a:defRPr>
            </a:pPr>
            <a:r>
              <a:rPr sz="1950" b="0">
                <a:solidFill>
                  <a:srgbClr val="FFFFFF"/>
                </a:solidFill>
                <a:latin typeface="Segoe UI"/>
                <a:ea typeface="Segoe UI"/>
                <a:cs typeface="Segoe UI"/>
              </a:rPr>
              <a:t>Release change and rollback</a:t>
            </a:r>
          </a:p>
          <a:p xmlns:a="http://schemas.openxmlformats.org/drawingml/2006/main">
            <a:pPr marL="0" lvl="0" indent="0">
              <a:buNone/>
              <a:defRPr sz="1950" b="0">
                <a:solidFill>
                  <a:srgbClr val="FFFFFF"/>
                </a:solidFill>
                <a:latin typeface="Segoe UI"/>
                <a:ea typeface="Segoe UI"/>
                <a:cs typeface="Segoe UI"/>
              </a:defRPr>
            </a:pPr>
            <a:r>
              <a:rPr sz="1950" b="0">
                <a:solidFill>
                  <a:srgbClr val="FFFFFF"/>
                </a:solidFill>
                <a:latin typeface="Segoe UI"/>
                <a:ea typeface="Segoe UI"/>
                <a:cs typeface="Segoe UI"/>
              </a:rPr>
              <a:t>Filters and secret guards</a:t>
            </a:r>
          </a:p>
          <a:p xmlns:a="http://schemas.openxmlformats.org/drawingml/2006/main">
            <a:pPr marL="0" lvl="0" indent="0">
              <a:buNone/>
              <a:defRPr sz="1950" b="0">
                <a:solidFill>
                  <a:srgbClr val="FFFFFF"/>
                </a:solidFill>
                <a:latin typeface="Segoe UI"/>
                <a:ea typeface="Segoe UI"/>
                <a:cs typeface="Segoe UI"/>
              </a:defRPr>
            </a:pPr>
            <a:r>
              <a:rPr sz="1950" b="0">
                <a:solidFill>
                  <a:srgbClr val="FFFFFF"/>
                </a:solidFill>
                <a:latin typeface="Segoe UI"/>
                <a:ea typeface="Segoe UI"/>
                <a:cs typeface="Segoe UI"/>
              </a:rPr>
              <a:t>Scoped deletion</a:t>
            </a:r>
          </a:p>
          <a:p xmlns:a="http://schemas.openxmlformats.org/drawingml/2006/main">
            <a:pPr marL="0" lvl="0" indent="0">
              <a:buNone/>
              <a:defRPr sz="1950" b="0">
                <a:solidFill>
                  <a:srgbClr val="FFFFFF"/>
                </a:solidFill>
                <a:latin typeface="Segoe UI"/>
                <a:ea typeface="Segoe UI"/>
                <a:cs typeface="Segoe UI"/>
              </a:defRPr>
            </a:pPr>
            <a:r>
              <a:rPr sz="1950" b="0">
                <a:solidFill>
                  <a:srgbClr val="FFFFFF"/>
                </a:solidFill>
                <a:latin typeface="Segoe UI"/>
                <a:ea typeface="Segoe UI"/>
                <a:cs typeface="Segoe UI"/>
              </a:rPr>
              <a:t>API Center and scaffolds</a:t>
            </a:r>
          </a:p>
        </p:txBody>
      </p:sp>
      <p:sp>
        <p:nvSpPr>
          <p:cNvPr id="5" name="Text Placeholder 11">
            <a:extLst xmlns:a="http://schemas.openxmlformats.org/drawingml/2006/main">
              <a:ext uri="{FF2B5EF4-FFF2-40B4-BE49-F238E27FC236}">
                <a16:creationId xmlns:a16="http://schemas.microsoft.com/office/drawing/2014/main" id="{C327262A-D327-4189-AD22-BAD67CF4AB79}"/>
              </a:ext>
            </a:extLst>
          </p:cNvPr>
          <p:cNvSpPr>
            <a:spLocks xmlns:a="http://schemas.openxmlformats.org/drawingml/2006/main" noGrp="1"/>
          </p:cNvSpPr>
          <p:nvPr>
            <p:ph type="body" idx="17"/>
          </p:nvPr>
        </p:nvSpPr>
        <p:spPr>
          <a:xfrm xmlns:a="http://schemas.openxmlformats.org/drawingml/2006/main">
            <a:off x="4791075" y="1428750"/>
            <a:ext cx="3905250" cy="457200"/>
          </a:xfrm>
        </p:spPr>
        <p:txBody>
          <a:bodyPr xmlns:a="http://schemas.openxmlformats.org/drawingml/2006/main" lIns="0" tIns="0" rIns="0" bIns="0" anchor="t"/>
          <a:lstStyle xmlns:a="http://schemas.openxmlformats.org/drawingml/2006/main">
            <a:defPPr>
              <a:defRPr sz="2250" b="1">
                <a:solidFill>
                  <a:srgbClr val="50B8E8"/>
                </a:solidFill>
                <a:latin typeface="Segoe UI"/>
                <a:ea typeface="Segoe UI"/>
                <a:cs typeface="Segoe UI"/>
              </a:defRPr>
            </a:defPPr>
            <a:lvl1pPr marL="0" indent="0">
              <a:spcBef>
                <a:spcPts val="0"/>
              </a:spcBef>
              <a:buNone/>
              <a:defRPr sz="2100" b="1">
                <a:solidFill>
                  <a:schemeClr val="tx1"/>
                </a:solidFill>
                <a:latin typeface="+mj-lt"/>
                <a:ea typeface="+mj-lt"/>
                <a:cs typeface="+mj-lt"/>
              </a:defRPr>
            </a:lvl1pPr>
            <a:lvl2pPr>
              <a:defRPr sz="2250" b="1">
                <a:solidFill>
                  <a:srgbClr val="50B8E8"/>
                </a:solidFill>
                <a:latin typeface="Segoe UI"/>
                <a:ea typeface="Segoe UI"/>
                <a:cs typeface="Segoe UI"/>
              </a:defRPr>
            </a:lvl2pPr>
            <a:lvl3pPr>
              <a:defRPr sz="2250" b="1">
                <a:solidFill>
                  <a:srgbClr val="50B8E8"/>
                </a:solidFill>
                <a:latin typeface="Segoe UI"/>
                <a:ea typeface="Segoe UI"/>
                <a:cs typeface="Segoe UI"/>
              </a:defRPr>
            </a:lvl3pPr>
            <a:lvl4pPr>
              <a:defRPr sz="2250" b="1">
                <a:solidFill>
                  <a:srgbClr val="50B8E8"/>
                </a:solidFill>
                <a:latin typeface="Segoe UI"/>
                <a:ea typeface="Segoe UI"/>
                <a:cs typeface="Segoe UI"/>
              </a:defRPr>
            </a:lvl4pPr>
            <a:lvl5pPr>
              <a:defRPr sz="2250" b="1">
                <a:solidFill>
                  <a:srgbClr val="50B8E8"/>
                </a:solidFill>
                <a:latin typeface="Segoe UI"/>
                <a:ea typeface="Segoe UI"/>
                <a:cs typeface="Segoe UI"/>
              </a:defRPr>
            </a:lvl5pPr>
            <a:lvl6pPr>
              <a:defRPr sz="2250" b="1">
                <a:solidFill>
                  <a:srgbClr val="50B8E8"/>
                </a:solidFill>
                <a:latin typeface="Segoe UI"/>
                <a:ea typeface="Segoe UI"/>
                <a:cs typeface="Segoe UI"/>
              </a:defRPr>
            </a:lvl6pPr>
            <a:lvl7pPr>
              <a:defRPr sz="2250" b="1">
                <a:solidFill>
                  <a:srgbClr val="50B8E8"/>
                </a:solidFill>
                <a:latin typeface="Segoe UI"/>
                <a:ea typeface="Segoe UI"/>
                <a:cs typeface="Segoe UI"/>
              </a:defRPr>
            </a:lvl7pPr>
            <a:lvl8pPr>
              <a:defRPr sz="2250" b="1">
                <a:solidFill>
                  <a:srgbClr val="50B8E8"/>
                </a:solidFill>
                <a:latin typeface="Segoe UI"/>
                <a:ea typeface="Segoe UI"/>
                <a:cs typeface="Segoe UI"/>
              </a:defRPr>
            </a:lvl8pPr>
            <a:lvl9pPr>
              <a:defRPr sz="2250" b="1">
                <a:solidFill>
                  <a:srgbClr val="50B8E8"/>
                </a:solidFill>
                <a:latin typeface="Segoe UI"/>
                <a:ea typeface="Segoe UI"/>
                <a:cs typeface="Segoe UI"/>
              </a:defRPr>
            </a:lvl9pPr>
          </a:lstStyle>
          <a:p xmlns:a="http://schemas.openxmlformats.org/drawingml/2006/main">
            <a:pPr marL="0" lvl="0" indent="0">
              <a:buNone/>
              <a:defRPr sz="2250" b="1">
                <a:solidFill>
                  <a:srgbClr val="50B8E8"/>
                </a:solidFill>
                <a:latin typeface="Segoe UI"/>
                <a:ea typeface="Segoe UI"/>
                <a:cs typeface="Segoe UI"/>
              </a:defRPr>
            </a:pPr>
            <a:r>
              <a:rPr sz="2250" b="1">
                <a:solidFill>
                  <a:srgbClr val="50B8E8"/>
                </a:solidFill>
                <a:latin typeface="Segoe UI"/>
                <a:ea typeface="Segoe UI"/>
                <a:cs typeface="Segoe UI"/>
              </a:rPr>
              <a:t>Coverage boundaries</a:t>
            </a:r>
          </a:p>
        </p:txBody>
      </p:sp>
      <p:sp>
        <p:nvSpPr>
          <p:cNvPr id="6" name="Content Placeholder 14">
            <a:extLst xmlns:a="http://schemas.openxmlformats.org/drawingml/2006/main">
              <a:ext uri="{FF2B5EF4-FFF2-40B4-BE49-F238E27FC236}">
                <a16:creationId xmlns:a16="http://schemas.microsoft.com/office/drawing/2014/main" id="{47F8EAA9-0E64-4589-A234-BC31685BE7D3}"/>
              </a:ext>
            </a:extLst>
          </p:cNvPr>
          <p:cNvSpPr>
            <a:spLocks xmlns:a="http://schemas.openxmlformats.org/drawingml/2006/main" noGrp="1"/>
          </p:cNvSpPr>
          <p:nvPr>
            <p:ph idx="13"/>
          </p:nvPr>
        </p:nvSpPr>
        <p:spPr>
          <a:xfrm xmlns:a="http://schemas.openxmlformats.org/drawingml/2006/main">
            <a:off x="4791075" y="2076450"/>
            <a:ext cx="3857625" cy="2000250"/>
          </a:xfrm>
        </p:spPr>
        <p:txBody>
          <a:bodyPr xmlns:a="http://schemas.openxmlformats.org/drawingml/2006/main" lIns="0" tIns="0" rIns="0" bIns="0" anchor="t"/>
          <a:lstStyle xmlns:a="http://schemas.openxmlformats.org/drawingml/2006/main">
            <a:defPPr>
              <a:defRPr sz="1950" b="0">
                <a:solidFill>
                  <a:srgbClr val="FFFFFF"/>
                </a:solidFill>
                <a:latin typeface="Segoe UI"/>
                <a:ea typeface="Segoe UI"/>
                <a:cs typeface="Segoe UI"/>
              </a:defRPr>
            </a:defPPr>
            <a:lvl1pPr marL="0" indent="0">
              <a:buNone/>
              <a:defRPr sz="1800" b="0">
                <a:solidFill>
                  <a:srgbClr val="FFFFFF"/>
                </a:solidFill>
                <a:latin typeface="Segoe UI"/>
                <a:ea typeface="Segoe UI"/>
                <a:cs typeface="Segoe UI"/>
              </a:defRPr>
            </a:lvl1pPr>
            <a:lvl2pPr>
              <a:defRPr sz="1950" b="0">
                <a:solidFill>
                  <a:srgbClr val="FFFFFF"/>
                </a:solidFill>
                <a:latin typeface="Segoe UI"/>
                <a:ea typeface="Segoe UI"/>
                <a:cs typeface="Segoe UI"/>
              </a:defRPr>
            </a:lvl2pPr>
            <a:lvl3pPr>
              <a:defRPr sz="1950" b="0">
                <a:solidFill>
                  <a:srgbClr val="FFFFFF"/>
                </a:solidFill>
                <a:latin typeface="Segoe UI"/>
                <a:ea typeface="Segoe UI"/>
                <a:cs typeface="Segoe UI"/>
              </a:defRPr>
            </a:lvl3pPr>
            <a:lvl4pPr>
              <a:defRPr sz="1950" b="0">
                <a:solidFill>
                  <a:srgbClr val="FFFFFF"/>
                </a:solidFill>
                <a:latin typeface="Segoe UI"/>
                <a:ea typeface="Segoe UI"/>
                <a:cs typeface="Segoe UI"/>
              </a:defRPr>
            </a:lvl4pPr>
            <a:lvl5pPr>
              <a:defRPr sz="1950" b="0">
                <a:solidFill>
                  <a:srgbClr val="FFFFFF"/>
                </a:solidFill>
                <a:latin typeface="Segoe UI"/>
                <a:ea typeface="Segoe UI"/>
                <a:cs typeface="Segoe UI"/>
              </a:defRPr>
            </a:lvl5pPr>
            <a:lvl6pPr>
              <a:defRPr sz="1950" b="0">
                <a:solidFill>
                  <a:srgbClr val="FFFFFF"/>
                </a:solidFill>
                <a:latin typeface="Segoe UI"/>
                <a:ea typeface="Segoe UI"/>
                <a:cs typeface="Segoe UI"/>
              </a:defRPr>
            </a:lvl6pPr>
            <a:lvl7pPr>
              <a:defRPr sz="1950" b="0">
                <a:solidFill>
                  <a:srgbClr val="FFFFFF"/>
                </a:solidFill>
                <a:latin typeface="Segoe UI"/>
                <a:ea typeface="Segoe UI"/>
                <a:cs typeface="Segoe UI"/>
              </a:defRPr>
            </a:lvl7pPr>
            <a:lvl8pPr>
              <a:defRPr sz="1950" b="0">
                <a:solidFill>
                  <a:srgbClr val="FFFFFF"/>
                </a:solidFill>
                <a:latin typeface="Segoe UI"/>
                <a:ea typeface="Segoe UI"/>
                <a:cs typeface="Segoe UI"/>
              </a:defRPr>
            </a:lvl8pPr>
            <a:lvl9pPr>
              <a:defRPr sz="1950" b="0">
                <a:solidFill>
                  <a:srgbClr val="FFFFFF"/>
                </a:solidFill>
                <a:latin typeface="Segoe UI"/>
                <a:ea typeface="Segoe UI"/>
                <a:cs typeface="Segoe UI"/>
              </a:defRPr>
            </a:lvl9pPr>
          </a:lstStyle>
          <a:p xmlns:a="http://schemas.openxmlformats.org/drawingml/2006/main">
            <a:pPr marL="0" lvl="0" indent="0">
              <a:buNone/>
              <a:defRPr sz="1950" b="0">
                <a:solidFill>
                  <a:srgbClr val="FFFFFF"/>
                </a:solidFill>
                <a:latin typeface="Segoe UI"/>
                <a:ea typeface="Segoe UI"/>
                <a:cs typeface="Segoe UI"/>
              </a:defRPr>
            </a:pPr>
            <a:r>
              <a:rPr sz="1950" b="0">
                <a:solidFill>
                  <a:srgbClr val="FFFFFF"/>
                </a:solidFill>
                <a:latin typeface="Segoe UI"/>
                <a:ea typeface="Segoe UI"/>
                <a:cs typeface="Segoe UI"/>
              </a:rPr>
              <a:t>APIM Consumption lab</a:t>
            </a:r>
          </a:p>
          <a:p xmlns:a="http://schemas.openxmlformats.org/drawingml/2006/main">
            <a:pPr marL="0" lvl="0" indent="0">
              <a:buNone/>
              <a:defRPr sz="1950" b="0">
                <a:solidFill>
                  <a:srgbClr val="FFFFFF"/>
                </a:solidFill>
                <a:latin typeface="Segoe UI"/>
                <a:ea typeface="Segoe UI"/>
                <a:cs typeface="Segoe UI"/>
              </a:defRPr>
            </a:pPr>
            <a:r>
              <a:rPr sz="1950" b="0">
                <a:solidFill>
                  <a:srgbClr val="FFFFFF"/>
                </a:solidFill>
                <a:latin typeface="Segoe UI"/>
                <a:ea typeface="Segoe UI"/>
                <a:cs typeface="Segoe UI"/>
              </a:rPr>
              <a:t>Synthetic data only</a:t>
            </a:r>
          </a:p>
          <a:p xmlns:a="http://schemas.openxmlformats.org/drawingml/2006/main">
            <a:pPr marL="0" lvl="0" indent="0">
              <a:buNone/>
              <a:defRPr sz="1950" b="0">
                <a:solidFill>
                  <a:srgbClr val="FFFFFF"/>
                </a:solidFill>
                <a:latin typeface="Segoe UI"/>
                <a:ea typeface="Segoe UI"/>
                <a:cs typeface="Segoe UI"/>
              </a:defRPr>
            </a:pPr>
            <a:r>
              <a:rPr sz="1950" b="0">
                <a:solidFill>
                  <a:srgbClr val="FFFFFF"/>
                </a:solidFill>
                <a:latin typeface="Segoe UI"/>
                <a:ea typeface="Segoe UI"/>
                <a:cs typeface="Segoe UI"/>
              </a:rPr>
              <a:t>Shared dev/QA gateway</a:t>
            </a:r>
          </a:p>
          <a:p xmlns:a="http://schemas.openxmlformats.org/drawingml/2006/main">
            <a:pPr marL="0" lvl="0" indent="0">
              <a:buNone/>
            </a:pPr>
            <a:r>
              <a:t/>
            </a:r>
          </a:p>
          <a:p xmlns:a="http://schemas.openxmlformats.org/drawingml/2006/main">
            <a:pPr marL="0" lvl="0" indent="0">
              <a:buNone/>
              <a:defRPr sz="1950" b="0">
                <a:solidFill>
                  <a:srgbClr val="FFFFFF"/>
                </a:solidFill>
                <a:latin typeface="Segoe UI"/>
                <a:ea typeface="Segoe UI"/>
                <a:cs typeface="Segoe UI"/>
              </a:defRPr>
            </a:pPr>
            <a:r>
              <a:rPr sz="1950" b="0">
                <a:solidFill>
                  <a:srgbClr val="FFFFFF"/>
                </a:solidFill>
                <a:latin typeface="Segoe UI"/>
                <a:ea typeface="Segoe UI"/>
                <a:cs typeface="Segoe UI"/>
              </a:rPr>
              <a:t>Additional tiers and protocols need separate tests.</a:t>
            </a:r>
          </a:p>
        </p:txBody>
      </p:sp>
      <p:sp>
        <p:nvSpPr>
          <p:cNvPr id="7" name="APIOps content">
            <a:extLst xmlns:a="http://schemas.openxmlformats.org/drawingml/2006/main">
              <a:ext uri="{FF2B5EF4-FFF2-40B4-BE49-F238E27FC236}">
                <a16:creationId xmlns:a16="http://schemas.microsoft.com/office/drawing/2014/main" id="{F197AF01-6975-4D0C-8F35-13B6AC91C3D0}"/>
              </a:ext>
            </a:extLst>
          </p:cNvPr>
          <p:cNvSpPr>
            <a:spLocks xmlns:a="http://schemas.openxmlformats.org/drawingml/2006/main" noGrp="1"/>
          </p:cNvSpPr>
          <p:nvPr/>
        </p:nvSpPr>
        <p:spPr>
          <a:xfrm xmlns:a="http://schemas.openxmlformats.org/drawingml/2006/main">
            <a:off x="438150" y="45529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D9D9D6"/>
                </a:solidFill>
                <a:latin typeface="Segoe UI"/>
                <a:ea typeface="Segoe UI"/>
                <a:cs typeface="Segoe UI"/>
              </a:defRPr>
            </a:defPPr>
            <a:lvl1pPr>
              <a:defRPr sz="1275" b="0">
                <a:solidFill>
                  <a:srgbClr val="D9D9D6"/>
                </a:solidFill>
                <a:latin typeface="Segoe UI"/>
                <a:ea typeface="Segoe UI"/>
                <a:cs typeface="Segoe UI"/>
              </a:defRPr>
            </a:lvl1pPr>
            <a:lvl2pPr>
              <a:defRPr sz="1275" b="0">
                <a:solidFill>
                  <a:srgbClr val="D9D9D6"/>
                </a:solidFill>
                <a:latin typeface="Segoe UI"/>
                <a:ea typeface="Segoe UI"/>
                <a:cs typeface="Segoe UI"/>
              </a:defRPr>
            </a:lvl2pPr>
            <a:lvl3pPr>
              <a:defRPr sz="1275" b="0">
                <a:solidFill>
                  <a:srgbClr val="D9D9D6"/>
                </a:solidFill>
                <a:latin typeface="Segoe UI"/>
                <a:ea typeface="Segoe UI"/>
                <a:cs typeface="Segoe UI"/>
              </a:defRPr>
            </a:lvl3pPr>
            <a:lvl4pPr>
              <a:defRPr sz="1275" b="0">
                <a:solidFill>
                  <a:srgbClr val="D9D9D6"/>
                </a:solidFill>
                <a:latin typeface="Segoe UI"/>
                <a:ea typeface="Segoe UI"/>
                <a:cs typeface="Segoe UI"/>
              </a:defRPr>
            </a:lvl4pPr>
            <a:lvl5pPr>
              <a:defRPr sz="1275" b="0">
                <a:solidFill>
                  <a:srgbClr val="D9D9D6"/>
                </a:solidFill>
                <a:latin typeface="Segoe UI"/>
                <a:ea typeface="Segoe UI"/>
                <a:cs typeface="Segoe UI"/>
              </a:defRPr>
            </a:lvl5pPr>
            <a:lvl6pPr>
              <a:defRPr sz="1275" b="0">
                <a:solidFill>
                  <a:srgbClr val="D9D9D6"/>
                </a:solidFill>
                <a:latin typeface="Segoe UI"/>
                <a:ea typeface="Segoe UI"/>
                <a:cs typeface="Segoe UI"/>
              </a:defRPr>
            </a:lvl6pPr>
            <a:lvl7pPr>
              <a:defRPr sz="1275" b="0">
                <a:solidFill>
                  <a:srgbClr val="D9D9D6"/>
                </a:solidFill>
                <a:latin typeface="Segoe UI"/>
                <a:ea typeface="Segoe UI"/>
                <a:cs typeface="Segoe UI"/>
              </a:defRPr>
            </a:lvl7pPr>
            <a:lvl8pPr>
              <a:defRPr sz="1275" b="0">
                <a:solidFill>
                  <a:srgbClr val="D9D9D6"/>
                </a:solidFill>
                <a:latin typeface="Segoe UI"/>
                <a:ea typeface="Segoe UI"/>
                <a:cs typeface="Segoe UI"/>
              </a:defRPr>
            </a:lvl8pPr>
            <a:lvl9pPr>
              <a:defRPr sz="1275" b="0">
                <a:solidFill>
                  <a:srgbClr val="D9D9D6"/>
                </a:solidFill>
                <a:latin typeface="Segoe UI"/>
                <a:ea typeface="Segoe UI"/>
                <a:cs typeface="Segoe UI"/>
              </a:defRPr>
            </a:lvl9pPr>
          </a:lstStyle>
          <a:p xmlns:a="http://schemas.openxmlformats.org/drawingml/2006/main">
            <a:pPr>
              <a:defRPr sz="1275" b="0">
                <a:solidFill>
                  <a:srgbClr val="D9D9D6"/>
                </a:solidFill>
                <a:latin typeface="Segoe UI"/>
                <a:ea typeface="Segoe UI"/>
                <a:cs typeface="Segoe UI"/>
              </a:defRPr>
            </a:pPr>
            <a:r>
              <a:rPr sz="1275" b="0">
                <a:solidFill>
                  <a:srgbClr val="D9D9D6"/>
                </a:solidFill>
                <a:latin typeface="Segoe UI"/>
                <a:ea typeface="Segoe UI"/>
                <a:cs typeface="Segoe UI"/>
              </a:rPr>
              <a:t>Native CLI execution results and coverage details are in the repository.</a:t>
            </a:r>
          </a:p>
        </p:txBody>
      </p:sp>
      <p:sp>
        <p:nvSpPr>
          <p:cNvPr id="8" name="APIOps content">
            <a:extLst xmlns:a="http://schemas.openxmlformats.org/drawingml/2006/main">
              <a:ext uri="{FF2B5EF4-FFF2-40B4-BE49-F238E27FC236}">
                <a16:creationId xmlns:a16="http://schemas.microsoft.com/office/drawing/2014/main" id="{6D64201F-6D9A-4217-958C-F206C31323B2}"/>
              </a:ext>
            </a:extLst>
          </p:cNvPr>
          <p:cNvSpPr>
            <a:spLocks xmlns:a="http://schemas.openxmlformats.org/drawingml/2006/main" noGrp="1"/>
          </p:cNvSpPr>
          <p:nvPr/>
        </p:nvSpPr>
        <p:spPr>
          <a:xfrm xmlns:a="http://schemas.openxmlformats.org/drawingml/2006/main">
            <a:off x="438150" y="4057650"/>
            <a:ext cx="809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50B8E8"/>
                </a:solidFill>
                <a:latin typeface="Segoe UI"/>
                <a:ea typeface="Segoe UI"/>
                <a:cs typeface="Segoe UI"/>
              </a:defRPr>
            </a:defPPr>
            <a:lvl1pPr>
              <a:defRPr sz="1725" b="1">
                <a:solidFill>
                  <a:srgbClr val="50B8E8"/>
                </a:solidFill>
                <a:latin typeface="Segoe UI"/>
                <a:ea typeface="Segoe UI"/>
                <a:cs typeface="Segoe UI"/>
              </a:defRPr>
            </a:lvl1pPr>
            <a:lvl2pPr>
              <a:defRPr sz="1725" b="1">
                <a:solidFill>
                  <a:srgbClr val="50B8E8"/>
                </a:solidFill>
                <a:latin typeface="Segoe UI"/>
                <a:ea typeface="Segoe UI"/>
                <a:cs typeface="Segoe UI"/>
              </a:defRPr>
            </a:lvl2pPr>
            <a:lvl3pPr>
              <a:defRPr sz="1725" b="1">
                <a:solidFill>
                  <a:srgbClr val="50B8E8"/>
                </a:solidFill>
                <a:latin typeface="Segoe UI"/>
                <a:ea typeface="Segoe UI"/>
                <a:cs typeface="Segoe UI"/>
              </a:defRPr>
            </a:lvl3pPr>
            <a:lvl4pPr>
              <a:defRPr sz="1725" b="1">
                <a:solidFill>
                  <a:srgbClr val="50B8E8"/>
                </a:solidFill>
                <a:latin typeface="Segoe UI"/>
                <a:ea typeface="Segoe UI"/>
                <a:cs typeface="Segoe UI"/>
              </a:defRPr>
            </a:lvl4pPr>
            <a:lvl5pPr>
              <a:defRPr sz="1725" b="1">
                <a:solidFill>
                  <a:srgbClr val="50B8E8"/>
                </a:solidFill>
                <a:latin typeface="Segoe UI"/>
                <a:ea typeface="Segoe UI"/>
                <a:cs typeface="Segoe UI"/>
              </a:defRPr>
            </a:lvl5pPr>
            <a:lvl6pPr>
              <a:defRPr sz="1725" b="1">
                <a:solidFill>
                  <a:srgbClr val="50B8E8"/>
                </a:solidFill>
                <a:latin typeface="Segoe UI"/>
                <a:ea typeface="Segoe UI"/>
                <a:cs typeface="Segoe UI"/>
              </a:defRPr>
            </a:lvl6pPr>
            <a:lvl7pPr>
              <a:defRPr sz="1725" b="1">
                <a:solidFill>
                  <a:srgbClr val="50B8E8"/>
                </a:solidFill>
                <a:latin typeface="Segoe UI"/>
                <a:ea typeface="Segoe UI"/>
                <a:cs typeface="Segoe UI"/>
              </a:defRPr>
            </a:lvl7pPr>
            <a:lvl8pPr>
              <a:defRPr sz="1725" b="1">
                <a:solidFill>
                  <a:srgbClr val="50B8E8"/>
                </a:solidFill>
                <a:latin typeface="Segoe UI"/>
                <a:ea typeface="Segoe UI"/>
                <a:cs typeface="Segoe UI"/>
              </a:defRPr>
            </a:lvl8pPr>
            <a:lvl9pPr>
              <a:defRPr sz="1725" b="1">
                <a:solidFill>
                  <a:srgbClr val="50B8E8"/>
                </a:solidFill>
                <a:latin typeface="Segoe UI"/>
                <a:ea typeface="Segoe UI"/>
                <a:cs typeface="Segoe UI"/>
              </a:defRPr>
            </a:lvl9pPr>
          </a:lstStyle>
          <a:p xmlns:a="http://schemas.openxmlformats.org/drawingml/2006/main">
            <a:pPr>
              <a:defRPr sz="1725" b="1">
                <a:solidFill>
                  <a:srgbClr val="50B8E8"/>
                </a:solidFill>
                <a:latin typeface="Segoe UI"/>
                <a:ea typeface="Segoe UI"/>
                <a:cs typeface="Segoe UI"/>
              </a:defRPr>
            </a:pPr>
            <a:r>
              <a:rPr>
                <a:hlinkClick xmlns:r="http://schemas.openxmlformats.org/officeDocument/2006/relationships" r:id="R48d07972975e44a9"/>
              </a:rPr>
              <a:t>Open validation results</a:t>
            </a:r>
          </a:p>
        </p:txBody>
      </p:sp>
    </p:spTree>
    <p:extLst>
      <p:ext uri="{BB962C8B-B14F-4D97-AF65-F5344CB8AC3E}">
        <p14:creationId xmlns:p14="http://schemas.microsoft.com/office/powerpoint/2010/main" val="232162505"/>
      </p:ext>
    </p:extLst>
  </p:cSld>
</p:sld>
</file>

<file path=ppt/theme/theme1.xml><?xml version="1.0" encoding="utf-8"?>
<a:theme xmlns:a="http://schemas.openxmlformats.org/drawingml/2006/main" name="Microsoft Ignite 16:9 Template Dark">
  <a:themeElements>
    <a:clrScheme name="Custom 59">
      <a:dk1>
        <a:srgbClr val="000000"/>
      </a:dk1>
      <a:lt1>
        <a:srgbClr val="FFFFFF"/>
      </a:lt1>
      <a:dk2>
        <a:srgbClr val="091F2C"/>
      </a:dk2>
      <a:lt2>
        <a:srgbClr val="E8E6DF"/>
      </a:lt2>
      <a:accent1>
        <a:srgbClr val="8DC8E8"/>
      </a:accent1>
      <a:accent2>
        <a:srgbClr val="C03BC4"/>
      </a:accent2>
      <a:accent3>
        <a:srgbClr val="0078D4"/>
      </a:accent3>
      <a:accent4>
        <a:srgbClr val="D9D9D6"/>
      </a:accent4>
      <a:accent5>
        <a:srgbClr val="C5B4E3"/>
      </a:accent5>
      <a:accent6>
        <a:srgbClr val="E1D3C7"/>
      </a:accent6>
      <a:hlink>
        <a:srgbClr val="8DC8E8"/>
      </a:hlink>
      <a:folHlink>
        <a:srgbClr val="C5B4E3"/>
      </a:folHlink>
    </a:clrScheme>
    <a:fontScheme name="Microsoft 2019 Brand Templates">
      <a:majorFont>
        <a:latin typeface="Segoe UI Semibold"/>
        <a:ea typeface=""/>
        <a:cs typeface=""/>
      </a:majorFont>
      <a:minorFont>
        <a:latin typeface="Segoe UI"/>
        <a:ea typeface=""/>
        <a:cs typeface=""/>
      </a:minorFont>
    </a:fontScheme>
    <a:fmtScheme name="Custom 59">
      <a:fillStyleLst>
        <a:solidFill>
          <a:schemeClr val="phClr"/>
        </a:solidFill>
        <a:solidFill>
          <a:schemeClr val="phClr">
            <a:tint val="65000"/>
          </a:schemeClr>
        </a:solidFill>
        <a:solidFill>
          <a:schemeClr val="phClr">
            <a:shade val="80000"/>
            <a:satMod val="180000"/>
          </a:schemeClr>
        </a:solidFill>
      </a:fillStyleLst>
      <a:lnStyleLst>
        <a:ln w="9525">
          <a:solidFill>
            <a:schemeClr val="phClr"/>
          </a:solidFill>
          <a:prstDash val="solid"/>
        </a:ln>
        <a:ln w="10795">
          <a:solidFill>
            <a:schemeClr val="phClr"/>
          </a:solidFill>
          <a:prstDash val="solid"/>
        </a:ln>
        <a:ln w="17145">
          <a:solidFill>
            <a:schemeClr val="phClr">
              <a:shade val="95000"/>
              <a:satMod val="150000"/>
              <a:alpha val="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2026-10-25T12:40:36.1010000Z</dcterms:created>
  <dcterms:modified xsi:type="dcterms:W3CDTF">2026-10-25T12:40:36.1010000Z</dcterms:modified>
</coreProperties>
</file>